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5"/>
    <p:sldMasterId id="214748369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6858000" cx="12192000"/>
  <p:notesSz cx="9906000" cy="6794500"/>
  <p:embeddedFontLst>
    <p:embeddedFont>
      <p:font typeface="Roboto"/>
      <p:regular r:id="rId40"/>
      <p:bold r:id="rId41"/>
      <p:italic r:id="rId42"/>
      <p:boldItalic r:id="rId43"/>
    </p:embeddedFont>
    <p:embeddedFont>
      <p:font typeface="Quattrocento Sans"/>
      <p:regular r:id="rId44"/>
      <p:bold r:id="rId45"/>
      <p:italic r:id="rId46"/>
      <p:boldItalic r:id="rId47"/>
    </p:embeddedFont>
    <p:embeddedFont>
      <p:font typeface="Noto Sans Symbols"/>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2140">
          <p15:clr>
            <a:srgbClr val="A4A3A4"/>
          </p15:clr>
        </p15:guide>
        <p15:guide id="2" pos="312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8B8707-4E01-494D-8FFB-F336551B3924}">
  <a:tblStyle styleId="{008B8707-4E01-494D-8FFB-F336551B3924}"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F1"/>
          </a:solidFill>
        </a:fill>
      </a:tcStyle>
    </a:wholeTbl>
    <a:band1H>
      <a:tcTxStyle/>
      <a:tcStyle>
        <a:fill>
          <a:solidFill>
            <a:srgbClr val="CAD8E2"/>
          </a:solidFill>
        </a:fill>
      </a:tcStyle>
    </a:band1H>
    <a:band2H>
      <a:tcTxStyle/>
    </a:band2H>
    <a:band1V>
      <a:tcTxStyle/>
      <a:tcStyle>
        <a:fill>
          <a:solidFill>
            <a:srgbClr val="CAD8E2"/>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1C6EBF6C-FD3C-4C5B-9882-FFA9A7B042ED}"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355ECA3-881E-4A8B-88D0-60AD9045D3C1}"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140" orient="horz"/>
        <p:guide pos="312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42" Type="http://schemas.openxmlformats.org/officeDocument/2006/relationships/font" Target="fonts/Roboto-italic.fntdata"/><Relationship Id="rId41" Type="http://schemas.openxmlformats.org/officeDocument/2006/relationships/font" Target="fonts/Roboto-bold.fntdata"/><Relationship Id="rId44" Type="http://schemas.openxmlformats.org/officeDocument/2006/relationships/font" Target="fonts/QuattrocentoSans-regular.fntdata"/><Relationship Id="rId43" Type="http://schemas.openxmlformats.org/officeDocument/2006/relationships/font" Target="fonts/Roboto-boldItalic.fntdata"/><Relationship Id="rId46" Type="http://schemas.openxmlformats.org/officeDocument/2006/relationships/font" Target="fonts/QuattrocentoSans-italic.fntdata"/><Relationship Id="rId45" Type="http://schemas.openxmlformats.org/officeDocument/2006/relationships/font" Target="fonts/Quattrocento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NotoSansSymbols-regular.fntdata"/><Relationship Id="rId47" Type="http://schemas.openxmlformats.org/officeDocument/2006/relationships/font" Target="fonts/QuattrocentoSans-boldItalic.fntdata"/><Relationship Id="rId49" Type="http://schemas.openxmlformats.org/officeDocument/2006/relationships/font" Target="fonts/NotoSansSymbols-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292600" cy="3397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2pPr>
            <a:lvl3pPr lvl="2"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3pPr>
            <a:lvl4pPr lvl="3"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4pPr>
            <a:lvl5pPr lvl="4"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61"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61"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61"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61"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5611108" y="0"/>
            <a:ext cx="4292600" cy="3397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2pPr>
            <a:lvl3pPr lvl="2"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3pPr>
            <a:lvl4pPr lvl="3"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4pPr>
            <a:lvl5pPr lvl="4"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61"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61"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61"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61"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689225" y="509588"/>
            <a:ext cx="4527550" cy="25479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90600" y="3228567"/>
            <a:ext cx="7924800" cy="30575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7"/>
              </a:spcBef>
              <a:spcAft>
                <a:spcPts val="0"/>
              </a:spcAft>
              <a:buSzPts val="1400"/>
              <a:buNone/>
              <a:defRPr b="0" i="0" sz="1089" u="none" cap="none" strike="noStrike">
                <a:solidFill>
                  <a:schemeClr val="dk1"/>
                </a:solidFill>
                <a:latin typeface="Arial"/>
                <a:ea typeface="Arial"/>
                <a:cs typeface="Arial"/>
                <a:sym typeface="Arial"/>
              </a:defRPr>
            </a:lvl1pPr>
            <a:lvl2pPr indent="-297752" lvl="1" marL="914400" marR="0" rtl="0" algn="l">
              <a:spcBef>
                <a:spcPts val="327"/>
              </a:spcBef>
              <a:spcAft>
                <a:spcPts val="0"/>
              </a:spcAft>
              <a:buClr>
                <a:schemeClr val="dk1"/>
              </a:buClr>
              <a:buSzPts val="1089"/>
              <a:buFont typeface="Arial"/>
              <a:buChar char="•"/>
              <a:defRPr b="0" i="0" sz="1089" u="none" cap="none" strike="noStrike">
                <a:solidFill>
                  <a:schemeClr val="dk1"/>
                </a:solidFill>
                <a:latin typeface="Arial"/>
                <a:ea typeface="Arial"/>
                <a:cs typeface="Arial"/>
                <a:sym typeface="Arial"/>
              </a:defRPr>
            </a:lvl2pPr>
            <a:lvl3pPr indent="-297752" lvl="2" marL="1371600" marR="0" rtl="0" algn="l">
              <a:spcBef>
                <a:spcPts val="327"/>
              </a:spcBef>
              <a:spcAft>
                <a:spcPts val="0"/>
              </a:spcAft>
              <a:buClr>
                <a:schemeClr val="dk1"/>
              </a:buClr>
              <a:buSzPts val="1089"/>
              <a:buFont typeface="Arial"/>
              <a:buChar char="•"/>
              <a:defRPr b="0" i="0" sz="1089" u="none" cap="none" strike="noStrike">
                <a:solidFill>
                  <a:schemeClr val="dk1"/>
                </a:solidFill>
                <a:latin typeface="Arial"/>
                <a:ea typeface="Arial"/>
                <a:cs typeface="Arial"/>
                <a:sym typeface="Arial"/>
              </a:defRPr>
            </a:lvl3pPr>
            <a:lvl4pPr indent="-297752" lvl="3" marL="1828800" marR="0" rtl="0" algn="l">
              <a:spcBef>
                <a:spcPts val="327"/>
              </a:spcBef>
              <a:spcAft>
                <a:spcPts val="0"/>
              </a:spcAft>
              <a:buClr>
                <a:schemeClr val="dk1"/>
              </a:buClr>
              <a:buSzPts val="1089"/>
              <a:buFont typeface="Arial"/>
              <a:buChar char="•"/>
              <a:defRPr b="0" i="0" sz="1089" u="none" cap="none" strike="noStrike">
                <a:solidFill>
                  <a:schemeClr val="dk1"/>
                </a:solidFill>
                <a:latin typeface="Arial"/>
                <a:ea typeface="Arial"/>
                <a:cs typeface="Arial"/>
                <a:sym typeface="Arial"/>
              </a:defRPr>
            </a:lvl4pPr>
            <a:lvl5pPr indent="-297752" lvl="4" marL="2286000" marR="0" rtl="0" algn="l">
              <a:spcBef>
                <a:spcPts val="327"/>
              </a:spcBef>
              <a:spcAft>
                <a:spcPts val="0"/>
              </a:spcAft>
              <a:buClr>
                <a:schemeClr val="dk1"/>
              </a:buClr>
              <a:buSzPts val="1089"/>
              <a:buFont typeface="Arial"/>
              <a:buChar char="•"/>
              <a:defRPr b="0" i="0" sz="1089"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089"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089"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089"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089"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6453596"/>
            <a:ext cx="4292600" cy="3397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2pPr>
            <a:lvl3pPr lvl="2"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3pPr>
            <a:lvl4pPr lvl="3"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4pPr>
            <a:lvl5pPr lvl="4"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61"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61"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61"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61"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5611108" y="6453596"/>
            <a:ext cx="4292600" cy="3397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fr-F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1:notes"/>
          <p:cNvSpPr/>
          <p:nvPr>
            <p:ph idx="2" type="sldImg"/>
          </p:nvPr>
        </p:nvSpPr>
        <p:spPr>
          <a:xfrm>
            <a:off x="2689225" y="509588"/>
            <a:ext cx="4527550" cy="25479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69" name="Google Shape;569;p1:notes"/>
          <p:cNvSpPr txBox="1"/>
          <p:nvPr>
            <p:ph idx="1" type="body"/>
          </p:nvPr>
        </p:nvSpPr>
        <p:spPr>
          <a:xfrm>
            <a:off x="990600" y="3228567"/>
            <a:ext cx="7924800" cy="30575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1:notes"/>
          <p:cNvSpPr txBox="1"/>
          <p:nvPr>
            <p:ph idx="12" type="sldNum"/>
          </p:nvPr>
        </p:nvSpPr>
        <p:spPr>
          <a:xfrm>
            <a:off x="5611108" y="6453596"/>
            <a:ext cx="4292600" cy="3397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notes"/>
          <p:cNvSpPr/>
          <p:nvPr>
            <p:ph idx="2" type="sldImg"/>
          </p:nvPr>
        </p:nvSpPr>
        <p:spPr>
          <a:xfrm>
            <a:off x="2689225" y="509588"/>
            <a:ext cx="4527550" cy="25479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8" name="Google Shape;578;p2:notes"/>
          <p:cNvSpPr txBox="1"/>
          <p:nvPr>
            <p:ph idx="1" type="body"/>
          </p:nvPr>
        </p:nvSpPr>
        <p:spPr>
          <a:xfrm>
            <a:off x="990600" y="3228567"/>
            <a:ext cx="7924800" cy="30575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p2:notes"/>
          <p:cNvSpPr txBox="1"/>
          <p:nvPr>
            <p:ph idx="12" type="sldNum"/>
          </p:nvPr>
        </p:nvSpPr>
        <p:spPr>
          <a:xfrm>
            <a:off x="5611108" y="6453596"/>
            <a:ext cx="4292600" cy="3397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e21ff7e7f5_2_6: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e21ff7e7f5_2_6: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590" name="Google Shape;590;ge21ff7e7f5_2_6: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1366abdc2b5_0_40: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11" name="Google Shape;611;g1366abdc2b5_0_40:notes"/>
          <p:cNvSpPr txBox="1"/>
          <p:nvPr>
            <p:ph idx="1" type="body"/>
          </p:nvPr>
        </p:nvSpPr>
        <p:spPr>
          <a:xfrm>
            <a:off x="990600" y="3228567"/>
            <a:ext cx="7924800" cy="30576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fr-FR" sz="1000">
                <a:solidFill>
                  <a:srgbClr val="000000"/>
                </a:solidFill>
                <a:highlight>
                  <a:srgbClr val="FFFFFF"/>
                </a:highlight>
              </a:rPr>
              <a:t>Flushing process at fuel station ST18 (POE MSN 1971)</a:t>
            </a:r>
            <a:endParaRPr sz="1000">
              <a:solidFill>
                <a:srgbClr val="000000"/>
              </a:solidFill>
              <a:highlight>
                <a:srgbClr val="FFFFFF"/>
              </a:highlight>
            </a:endParaRPr>
          </a:p>
          <a:p>
            <a:pPr indent="0" lvl="0" marL="0" rtl="0" algn="l">
              <a:spcBef>
                <a:spcPts val="0"/>
              </a:spcBef>
              <a:spcAft>
                <a:spcPts val="0"/>
              </a:spcAft>
              <a:buNone/>
            </a:pPr>
            <a:r>
              <a:t/>
            </a:r>
            <a:endParaRPr/>
          </a:p>
        </p:txBody>
      </p:sp>
      <p:sp>
        <p:nvSpPr>
          <p:cNvPr id="612" name="Google Shape;612;g1366abdc2b5_0_40:notes"/>
          <p:cNvSpPr txBox="1"/>
          <p:nvPr>
            <p:ph idx="12" type="sldNum"/>
          </p:nvPr>
        </p:nvSpPr>
        <p:spPr>
          <a:xfrm>
            <a:off x="5611108" y="6453596"/>
            <a:ext cx="4292700" cy="339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fr-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c85e8fb1aa_0_29: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21" name="Google Shape;621;g2c85e8fb1aa_0_29:notes"/>
          <p:cNvSpPr txBox="1"/>
          <p:nvPr>
            <p:ph idx="1" type="body"/>
          </p:nvPr>
        </p:nvSpPr>
        <p:spPr>
          <a:xfrm>
            <a:off x="990600" y="3228567"/>
            <a:ext cx="7924800" cy="30576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fr-FR" sz="1000">
                <a:solidFill>
                  <a:srgbClr val="000000"/>
                </a:solidFill>
                <a:highlight>
                  <a:srgbClr val="FFFFFF"/>
                </a:highlight>
              </a:rPr>
              <a:t>Flushing process at fuel station ST18 (POE MSN 1971)</a:t>
            </a:r>
            <a:endParaRPr sz="1000">
              <a:solidFill>
                <a:srgbClr val="000000"/>
              </a:solidFill>
              <a:highlight>
                <a:srgbClr val="FFFFFF"/>
              </a:highlight>
            </a:endParaRPr>
          </a:p>
          <a:p>
            <a:pPr indent="0" lvl="0" marL="0" rtl="0" algn="l">
              <a:spcBef>
                <a:spcPts val="0"/>
              </a:spcBef>
              <a:spcAft>
                <a:spcPts val="0"/>
              </a:spcAft>
              <a:buNone/>
            </a:pPr>
            <a:r>
              <a:t/>
            </a:r>
            <a:endParaRPr/>
          </a:p>
        </p:txBody>
      </p:sp>
      <p:sp>
        <p:nvSpPr>
          <p:cNvPr id="622" name="Google Shape;622;g2c85e8fb1aa_0_29:notes"/>
          <p:cNvSpPr txBox="1"/>
          <p:nvPr>
            <p:ph idx="12" type="sldNum"/>
          </p:nvPr>
        </p:nvSpPr>
        <p:spPr>
          <a:xfrm>
            <a:off x="5611108" y="6453596"/>
            <a:ext cx="4292700" cy="339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c8d5b1ba39_0_1: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c8d5b1ba39_0_1: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638" name="Google Shape;638;gc8d5b1ba39_0_1: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c9116f4f7a_0_2: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59" name="Google Shape;659;g2c9116f4f7a_0_2:notes"/>
          <p:cNvSpPr txBox="1"/>
          <p:nvPr>
            <p:ph idx="1" type="body"/>
          </p:nvPr>
        </p:nvSpPr>
        <p:spPr>
          <a:xfrm>
            <a:off x="990600" y="3228567"/>
            <a:ext cx="7924800" cy="30576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fr-FR" sz="1000">
                <a:solidFill>
                  <a:srgbClr val="000000"/>
                </a:solidFill>
                <a:highlight>
                  <a:srgbClr val="FFFFFF"/>
                </a:highlight>
              </a:rPr>
              <a:t>Flushing process at fuel station ST18 (POE MSN 1971)</a:t>
            </a:r>
            <a:endParaRPr sz="1000">
              <a:solidFill>
                <a:srgbClr val="000000"/>
              </a:solidFill>
              <a:highlight>
                <a:srgbClr val="FFFFFF"/>
              </a:highlight>
            </a:endParaRPr>
          </a:p>
          <a:p>
            <a:pPr indent="0" lvl="0" marL="0" rtl="0" algn="l">
              <a:spcBef>
                <a:spcPts val="0"/>
              </a:spcBef>
              <a:spcAft>
                <a:spcPts val="0"/>
              </a:spcAft>
              <a:buNone/>
            </a:pPr>
            <a:r>
              <a:t/>
            </a:r>
            <a:endParaRPr/>
          </a:p>
        </p:txBody>
      </p:sp>
      <p:sp>
        <p:nvSpPr>
          <p:cNvPr id="660" name="Google Shape;660;g2c9116f4f7a_0_2:notes"/>
          <p:cNvSpPr txBox="1"/>
          <p:nvPr>
            <p:ph idx="12" type="sldNum"/>
          </p:nvPr>
        </p:nvSpPr>
        <p:spPr>
          <a:xfrm>
            <a:off x="5611108" y="6453596"/>
            <a:ext cx="4292700" cy="339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1366abdc2b5_0_4: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1366abdc2b5_0_4: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682" name="Google Shape;682;g1366abdc2b5_0_4: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2c8aa377a59_0_0: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2c8aa377a59_0_0: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725" name="Google Shape;725;g2c8aa377a59_0_0: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1366bb07a92_0_38: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1366bb07a92_0_38: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736" name="Google Shape;736;g1366bb07a92_0_38: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1366be91250_0_2: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1366be91250_0_2: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745" name="Google Shape;745;g1366be91250_0_2: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e21ff7e7f5_0_33: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e21ff7e7f5_0_33: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761" name="Google Shape;761;ge21ff7e7f5_0_33: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1366bb07a92_0_22: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1366bb07a92_0_22: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770" name="Google Shape;770;g1366bb07a92_0_22: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c8aa377a59_0_14: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c8aa377a59_0_14: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778" name="Google Shape;778;g2c8aa377a59_0_14: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c8aa377a59_0_7: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c8aa377a59_0_7: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787" name="Google Shape;787;g2c8aa377a59_0_7: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c8aa377a59_0_21: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c8aa377a59_0_21: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796" name="Google Shape;796;g2c8aa377a59_0_21: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1366c1e932a_0_0: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1366c1e932a_0_0: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05" name="Google Shape;805;g1366c1e932a_0_0: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1366c1e932a_0_10: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1366c1e932a_0_10: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14" name="Google Shape;814;g1366c1e932a_0_10: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c8d5b1ba39_0_7: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c8d5b1ba39_0_7: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23" name="Google Shape;823;gc8d5b1ba39_0_7: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117ed43a348_0_424:notes"/>
          <p:cNvSpPr/>
          <p:nvPr>
            <p:ph idx="2" type="sldImg"/>
          </p:nvPr>
        </p:nvSpPr>
        <p:spPr>
          <a:xfrm>
            <a:off x="2724150" y="849313"/>
            <a:ext cx="4457700" cy="22932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117ed43a348_0_424:notes"/>
          <p:cNvSpPr txBox="1"/>
          <p:nvPr>
            <p:ph idx="1" type="body"/>
          </p:nvPr>
        </p:nvSpPr>
        <p:spPr>
          <a:xfrm>
            <a:off x="990600" y="3269853"/>
            <a:ext cx="7924800" cy="26754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32" name="Google Shape;832;g117ed43a348_0_424:notes"/>
          <p:cNvSpPr txBox="1"/>
          <p:nvPr>
            <p:ph idx="12" type="sldNum"/>
          </p:nvPr>
        </p:nvSpPr>
        <p:spPr>
          <a:xfrm>
            <a:off x="5611108" y="6453596"/>
            <a:ext cx="4292700" cy="340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117ed43a348_0_433:notes"/>
          <p:cNvSpPr/>
          <p:nvPr>
            <p:ph idx="2" type="sldImg"/>
          </p:nvPr>
        </p:nvSpPr>
        <p:spPr>
          <a:xfrm>
            <a:off x="2724150" y="849313"/>
            <a:ext cx="4457700" cy="22932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117ed43a348_0_433:notes"/>
          <p:cNvSpPr txBox="1"/>
          <p:nvPr>
            <p:ph idx="1" type="body"/>
          </p:nvPr>
        </p:nvSpPr>
        <p:spPr>
          <a:xfrm>
            <a:off x="990600" y="3269853"/>
            <a:ext cx="7924800" cy="26754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42" name="Google Shape;842;g117ed43a348_0_433:notes"/>
          <p:cNvSpPr txBox="1"/>
          <p:nvPr>
            <p:ph idx="12" type="sldNum"/>
          </p:nvPr>
        </p:nvSpPr>
        <p:spPr>
          <a:xfrm>
            <a:off x="5611108" y="6453596"/>
            <a:ext cx="4292700" cy="340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117ed43a348_0_442: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117ed43a348_0_442: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52" name="Google Shape;852;g117ed43a348_0_442:notes"/>
          <p:cNvSpPr txBox="1"/>
          <p:nvPr>
            <p:ph idx="12" type="sldNum"/>
          </p:nvPr>
        </p:nvSpPr>
        <p:spPr>
          <a:xfrm>
            <a:off x="5179484" y="6513910"/>
            <a:ext cx="3962400" cy="344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c9043e356b_0_11: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c9043e356b_0_11: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62" name="Google Shape;862;gc9043e356b_0_11: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c8d5b1ba39_0_32: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c8d5b1ba39_0_32: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69" name="Google Shape;869;gc8d5b1ba39_0_32: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e21ff7e7f5_0_46: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e21ff7e7f5_0_46: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76" name="Google Shape;876;ge21ff7e7f5_0_46: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9:notes"/>
          <p:cNvSpPr/>
          <p:nvPr>
            <p:ph idx="2" type="sldImg"/>
          </p:nvPr>
        </p:nvSpPr>
        <p:spPr>
          <a:xfrm>
            <a:off x="2689225" y="509588"/>
            <a:ext cx="4527550" cy="25479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83" name="Google Shape;883;p9:notes"/>
          <p:cNvSpPr txBox="1"/>
          <p:nvPr>
            <p:ph idx="1" type="body"/>
          </p:nvPr>
        </p:nvSpPr>
        <p:spPr>
          <a:xfrm>
            <a:off x="990600" y="3228567"/>
            <a:ext cx="7924800" cy="30575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9:notes"/>
          <p:cNvSpPr txBox="1"/>
          <p:nvPr>
            <p:ph idx="12" type="sldNum"/>
          </p:nvPr>
        </p:nvSpPr>
        <p:spPr>
          <a:xfrm>
            <a:off x="5611108" y="6453596"/>
            <a:ext cx="4292600" cy="3397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fr-F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c8d5b1ba39_0_42:notes"/>
          <p:cNvSpPr/>
          <p:nvPr>
            <p:ph idx="2" type="sldImg"/>
          </p:nvPr>
        </p:nvSpPr>
        <p:spPr>
          <a:xfrm>
            <a:off x="2689225" y="509588"/>
            <a:ext cx="4527600" cy="25479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c8d5b1ba39_0_42:notes"/>
          <p:cNvSpPr txBox="1"/>
          <p:nvPr>
            <p:ph idx="1" type="body"/>
          </p:nvPr>
        </p:nvSpPr>
        <p:spPr>
          <a:xfrm>
            <a:off x="990600" y="3228567"/>
            <a:ext cx="7924800" cy="30576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895" name="Google Shape;895;gc8d5b1ba39_0_42:notes"/>
          <p:cNvSpPr txBox="1"/>
          <p:nvPr>
            <p:ph idx="12" type="sldNum"/>
          </p:nvPr>
        </p:nvSpPr>
        <p:spPr>
          <a:xfrm>
            <a:off x="5611108" y="6453596"/>
            <a:ext cx="4292700" cy="339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e21ff7e7f5_2_26:notes"/>
          <p:cNvSpPr/>
          <p:nvPr>
            <p:ph idx="2" type="sldImg"/>
          </p:nvPr>
        </p:nvSpPr>
        <p:spPr>
          <a:xfrm>
            <a:off x="2724150" y="849313"/>
            <a:ext cx="4457700" cy="22932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e21ff7e7f5_2_26:notes"/>
          <p:cNvSpPr txBox="1"/>
          <p:nvPr>
            <p:ph idx="1" type="body"/>
          </p:nvPr>
        </p:nvSpPr>
        <p:spPr>
          <a:xfrm>
            <a:off x="990600" y="3269853"/>
            <a:ext cx="7924800" cy="26754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903" name="Google Shape;903;ge21ff7e7f5_2_26:notes"/>
          <p:cNvSpPr txBox="1"/>
          <p:nvPr>
            <p:ph idx="12" type="sldNum"/>
          </p:nvPr>
        </p:nvSpPr>
        <p:spPr>
          <a:xfrm>
            <a:off x="5611108" y="6453596"/>
            <a:ext cx="4292700" cy="340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e21ff7e7f5_2_34:notes"/>
          <p:cNvSpPr/>
          <p:nvPr>
            <p:ph idx="2" type="sldImg"/>
          </p:nvPr>
        </p:nvSpPr>
        <p:spPr>
          <a:xfrm>
            <a:off x="2724150" y="849313"/>
            <a:ext cx="4457700" cy="22932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e21ff7e7f5_2_34:notes"/>
          <p:cNvSpPr txBox="1"/>
          <p:nvPr>
            <p:ph idx="1" type="body"/>
          </p:nvPr>
        </p:nvSpPr>
        <p:spPr>
          <a:xfrm>
            <a:off x="990600" y="3269853"/>
            <a:ext cx="7924800" cy="26754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912" name="Google Shape;912;ge21ff7e7f5_2_34:notes"/>
          <p:cNvSpPr txBox="1"/>
          <p:nvPr>
            <p:ph idx="12" type="sldNum"/>
          </p:nvPr>
        </p:nvSpPr>
        <p:spPr>
          <a:xfrm>
            <a:off x="5611108" y="6453596"/>
            <a:ext cx="4292700" cy="340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e21ff7e7f5_2_89:notes"/>
          <p:cNvSpPr/>
          <p:nvPr>
            <p:ph idx="2" type="sldImg"/>
          </p:nvPr>
        </p:nvSpPr>
        <p:spPr>
          <a:xfrm>
            <a:off x="2724150" y="849313"/>
            <a:ext cx="4457700" cy="22932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e21ff7e7f5_2_89:notes"/>
          <p:cNvSpPr txBox="1"/>
          <p:nvPr>
            <p:ph idx="1" type="body"/>
          </p:nvPr>
        </p:nvSpPr>
        <p:spPr>
          <a:xfrm>
            <a:off x="990600" y="3269853"/>
            <a:ext cx="7924800" cy="26754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968" name="Google Shape;968;ge21ff7e7f5_2_89:notes"/>
          <p:cNvSpPr txBox="1"/>
          <p:nvPr>
            <p:ph idx="12" type="sldNum"/>
          </p:nvPr>
        </p:nvSpPr>
        <p:spPr>
          <a:xfrm>
            <a:off x="5611108" y="6453596"/>
            <a:ext cx="4292700" cy="340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e21ff7e7f5_2_136:notes"/>
          <p:cNvSpPr/>
          <p:nvPr>
            <p:ph idx="2" type="sldImg"/>
          </p:nvPr>
        </p:nvSpPr>
        <p:spPr>
          <a:xfrm>
            <a:off x="2724150" y="849313"/>
            <a:ext cx="4457700" cy="22932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e21ff7e7f5_2_136:notes"/>
          <p:cNvSpPr txBox="1"/>
          <p:nvPr>
            <p:ph idx="1" type="body"/>
          </p:nvPr>
        </p:nvSpPr>
        <p:spPr>
          <a:xfrm>
            <a:off x="990600" y="3269853"/>
            <a:ext cx="7924800" cy="26754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1016" name="Google Shape;1016;ge21ff7e7f5_2_136:notes"/>
          <p:cNvSpPr txBox="1"/>
          <p:nvPr>
            <p:ph idx="12" type="sldNum"/>
          </p:nvPr>
        </p:nvSpPr>
        <p:spPr>
          <a:xfrm>
            <a:off x="5611108" y="6453596"/>
            <a:ext cx="4292700" cy="340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e21ff7e7f5_2_197:notes"/>
          <p:cNvSpPr/>
          <p:nvPr>
            <p:ph idx="2" type="sldImg"/>
          </p:nvPr>
        </p:nvSpPr>
        <p:spPr>
          <a:xfrm>
            <a:off x="2724150" y="849313"/>
            <a:ext cx="4457700" cy="22932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e21ff7e7f5_2_197:notes"/>
          <p:cNvSpPr txBox="1"/>
          <p:nvPr>
            <p:ph idx="1" type="body"/>
          </p:nvPr>
        </p:nvSpPr>
        <p:spPr>
          <a:xfrm>
            <a:off x="990600" y="3269853"/>
            <a:ext cx="7924800" cy="2675400"/>
          </a:xfrm>
          <a:prstGeom prst="rect">
            <a:avLst/>
          </a:prstGeom>
        </p:spPr>
        <p:txBody>
          <a:bodyPr anchorCtr="0" anchor="t" bIns="45700" lIns="91425" spcFirstLastPara="1" rIns="91425" wrap="square" tIns="45700">
            <a:noAutofit/>
          </a:bodyPr>
          <a:lstStyle/>
          <a:p>
            <a:pPr indent="0" lvl="0" marL="0" rtl="0" algn="l">
              <a:spcBef>
                <a:spcPts val="327"/>
              </a:spcBef>
              <a:spcAft>
                <a:spcPts val="0"/>
              </a:spcAft>
              <a:buNone/>
            </a:pPr>
            <a:r>
              <a:t/>
            </a:r>
            <a:endParaRPr/>
          </a:p>
        </p:txBody>
      </p:sp>
      <p:sp>
        <p:nvSpPr>
          <p:cNvPr id="1078" name="Google Shape;1078;ge21ff7e7f5_2_197:notes"/>
          <p:cNvSpPr txBox="1"/>
          <p:nvPr>
            <p:ph idx="12" type="sldNum"/>
          </p:nvPr>
        </p:nvSpPr>
        <p:spPr>
          <a:xfrm>
            <a:off x="5611108" y="6453596"/>
            <a:ext cx="4292700" cy="340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e de titre" showMasterSp="0">
  <p:cSld name="1_Diapositive de titre">
    <p:bg>
      <p:bgPr>
        <a:blipFill>
          <a:blip r:embed="rId2">
            <a:alphaModFix/>
          </a:blip>
          <a:stretch>
            <a:fillRect/>
          </a:stretch>
        </a:blipFill>
      </p:bgPr>
    </p:bg>
    <p:spTree>
      <p:nvGrpSpPr>
        <p:cNvPr id="17" name="Shape 17"/>
        <p:cNvGrpSpPr/>
        <p:nvPr/>
      </p:nvGrpSpPr>
      <p:grpSpPr>
        <a:xfrm>
          <a:off x="0" y="0"/>
          <a:ext cx="0" cy="0"/>
          <a:chOff x="0" y="0"/>
          <a:chExt cx="0" cy="0"/>
        </a:xfrm>
      </p:grpSpPr>
      <p:grpSp>
        <p:nvGrpSpPr>
          <p:cNvPr id="18" name="Google Shape;18;p2"/>
          <p:cNvGrpSpPr/>
          <p:nvPr/>
        </p:nvGrpSpPr>
        <p:grpSpPr>
          <a:xfrm>
            <a:off x="10614576" y="6254454"/>
            <a:ext cx="1332000" cy="246595"/>
            <a:chOff x="830300" y="1716088"/>
            <a:chExt cx="10058401" cy="1862137"/>
          </a:xfrm>
        </p:grpSpPr>
        <p:sp>
          <p:nvSpPr>
            <p:cNvPr id="19" name="Google Shape;19;p2"/>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20" name="Google Shape;20;p2"/>
            <p:cNvSpPr/>
            <p:nvPr/>
          </p:nvSpPr>
          <p:spPr>
            <a:xfrm>
              <a:off x="3130588" y="1749425"/>
              <a:ext cx="434975" cy="178911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21" name="Google Shape;21;p2"/>
            <p:cNvSpPr/>
            <p:nvPr/>
          </p:nvSpPr>
          <p:spPr>
            <a:xfrm>
              <a:off x="830300" y="1749425"/>
              <a:ext cx="2203450" cy="1789112"/>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22" name="Google Shape;22;p2"/>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23" name="Google Shape;23;p2"/>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24" name="Google Shape;24;p2"/>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sp>
        <p:nvSpPr>
          <p:cNvPr id="25" name="Google Shape;25;p2"/>
          <p:cNvSpPr txBox="1"/>
          <p:nvPr/>
        </p:nvSpPr>
        <p:spPr>
          <a:xfrm>
            <a:off x="4266675" y="6363850"/>
            <a:ext cx="400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chemeClr val="lt1"/>
                </a:solidFill>
              </a:rPr>
              <a:t>Model Feasibility Review Template reference: FM2200683 v1.0</a:t>
            </a:r>
            <a:endParaRPr sz="1000">
              <a:solidFill>
                <a:schemeClr val="lt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AOG review slide - Title &amp; Text">
  <p:cSld name="3_Blank_1">
    <p:spTree>
      <p:nvGrpSpPr>
        <p:cNvPr id="26" name="Shape 26"/>
        <p:cNvGrpSpPr/>
        <p:nvPr/>
      </p:nvGrpSpPr>
      <p:grpSpPr>
        <a:xfrm>
          <a:off x="0" y="0"/>
          <a:ext cx="0" cy="0"/>
          <a:chOff x="0" y="0"/>
          <a:chExt cx="0" cy="0"/>
        </a:xfrm>
      </p:grpSpPr>
      <p:sp>
        <p:nvSpPr>
          <p:cNvPr id="27" name="Google Shape;27;p3"/>
          <p:cNvSpPr txBox="1"/>
          <p:nvPr>
            <p:ph idx="11" type="ftr"/>
          </p:nvPr>
        </p:nvSpPr>
        <p:spPr>
          <a:xfrm>
            <a:off x="2236498" y="6444000"/>
            <a:ext cx="8296200" cy="216000"/>
          </a:xfrm>
          <a:prstGeom prst="rect">
            <a:avLst/>
          </a:prstGeom>
          <a:noFill/>
          <a:ln>
            <a:noFill/>
          </a:ln>
        </p:spPr>
        <p:txBody>
          <a:bodyPr anchorCtr="0" anchor="b" bIns="0" lIns="0" spcFirstLastPara="1" rIns="0" wrap="square" tIns="0">
            <a:noAutofit/>
          </a:bodyPr>
          <a:lstStyle>
            <a:lvl1pPr lvl="0" rtl="0" algn="l">
              <a:lnSpc>
                <a:spcPct val="100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pic>
        <p:nvPicPr>
          <p:cNvPr id="28" name="Google Shape;28;p3"/>
          <p:cNvPicPr preferRelativeResize="0"/>
          <p:nvPr/>
        </p:nvPicPr>
        <p:blipFill rotWithShape="1">
          <a:blip r:embed="rId2">
            <a:alphaModFix/>
          </a:blip>
          <a:srcRect b="0" l="0" r="0" t="0"/>
          <a:stretch/>
        </p:blipFill>
        <p:spPr>
          <a:xfrm>
            <a:off x="0" y="6308725"/>
            <a:ext cx="12192001" cy="566003"/>
          </a:xfrm>
          <a:prstGeom prst="rect">
            <a:avLst/>
          </a:prstGeom>
          <a:noFill/>
          <a:ln>
            <a:noFill/>
          </a:ln>
        </p:spPr>
      </p:pic>
      <p:pic>
        <p:nvPicPr>
          <p:cNvPr id="29" name="Google Shape;29;p3"/>
          <p:cNvPicPr preferRelativeResize="0"/>
          <p:nvPr/>
        </p:nvPicPr>
        <p:blipFill rotWithShape="1">
          <a:blip r:embed="rId3">
            <a:alphaModFix/>
          </a:blip>
          <a:srcRect b="0" l="0" r="0" t="0"/>
          <a:stretch/>
        </p:blipFill>
        <p:spPr>
          <a:xfrm>
            <a:off x="10848528" y="6490387"/>
            <a:ext cx="1086669" cy="202678"/>
          </a:xfrm>
          <a:prstGeom prst="rect">
            <a:avLst/>
          </a:prstGeom>
          <a:noFill/>
          <a:ln>
            <a:noFill/>
          </a:ln>
        </p:spPr>
      </p:pic>
      <p:pic>
        <p:nvPicPr>
          <p:cNvPr id="30" name="Google Shape;30;p3"/>
          <p:cNvPicPr preferRelativeResize="0"/>
          <p:nvPr/>
        </p:nvPicPr>
        <p:blipFill rotWithShape="1">
          <a:blip r:embed="rId4">
            <a:alphaModFix/>
          </a:blip>
          <a:srcRect b="0" l="0" r="0" t="0"/>
          <a:stretch/>
        </p:blipFill>
        <p:spPr>
          <a:xfrm>
            <a:off x="147349" y="6410800"/>
            <a:ext cx="1442414" cy="364964"/>
          </a:xfrm>
          <a:prstGeom prst="rect">
            <a:avLst/>
          </a:prstGeom>
          <a:noFill/>
          <a:ln>
            <a:noFill/>
          </a:ln>
        </p:spPr>
      </p:pic>
      <p:sp>
        <p:nvSpPr>
          <p:cNvPr id="31" name="Google Shape;31;p3"/>
          <p:cNvSpPr txBox="1"/>
          <p:nvPr/>
        </p:nvSpPr>
        <p:spPr>
          <a:xfrm>
            <a:off x="8922620" y="6428700"/>
            <a:ext cx="1419000" cy="3018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fr-FR" sz="1361">
                <a:solidFill>
                  <a:schemeClr val="lt1"/>
                </a:solidFill>
                <a:latin typeface="Arial"/>
                <a:ea typeface="Arial"/>
                <a:cs typeface="Arial"/>
                <a:sym typeface="Arial"/>
              </a:rPr>
              <a:t>Airbus Internal</a:t>
            </a:r>
            <a:endParaRPr b="1" sz="1361">
              <a:solidFill>
                <a:schemeClr val="lt1"/>
              </a:solidFill>
              <a:latin typeface="Arial"/>
              <a:ea typeface="Arial"/>
              <a:cs typeface="Arial"/>
              <a:sym typeface="Arial"/>
            </a:endParaRPr>
          </a:p>
        </p:txBody>
      </p:sp>
      <p:sp>
        <p:nvSpPr>
          <p:cNvPr id="32" name="Google Shape;32;p3"/>
          <p:cNvSpPr txBox="1"/>
          <p:nvPr>
            <p:ph type="title"/>
          </p:nvPr>
        </p:nvSpPr>
        <p:spPr>
          <a:xfrm>
            <a:off x="471600" y="655200"/>
            <a:ext cx="11250000" cy="8820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
          <p:cNvSpPr txBox="1"/>
          <p:nvPr>
            <p:ph idx="1" type="body"/>
          </p:nvPr>
        </p:nvSpPr>
        <p:spPr>
          <a:xfrm>
            <a:off x="471600" y="1566000"/>
            <a:ext cx="11250000" cy="4678500"/>
          </a:xfrm>
          <a:prstGeom prst="rect">
            <a:avLst/>
          </a:prstGeom>
        </p:spPr>
        <p:txBody>
          <a:bodyPr anchorCtr="0" anchor="t" bIns="0" lIns="0" spcFirstLastPara="1" rIns="0" wrap="square" tIns="0">
            <a:noAutofit/>
          </a:bodyPr>
          <a:lstStyle>
            <a:lvl1pPr indent="-323850" lvl="0" marL="457200">
              <a:spcBef>
                <a:spcPts val="0"/>
              </a:spcBef>
              <a:spcAft>
                <a:spcPts val="0"/>
              </a:spcAft>
              <a:buClr>
                <a:schemeClr val="dk2"/>
              </a:buClr>
              <a:buSzPts val="1500"/>
              <a:buChar char="•"/>
              <a:defRPr>
                <a:solidFill>
                  <a:schemeClr val="dk2"/>
                </a:solidFill>
              </a:defRPr>
            </a:lvl1pPr>
            <a:lvl2pPr indent="-323850" lvl="1" marL="914400">
              <a:spcBef>
                <a:spcPts val="0"/>
              </a:spcBef>
              <a:spcAft>
                <a:spcPts val="0"/>
              </a:spcAft>
              <a:buClr>
                <a:schemeClr val="dk2"/>
              </a:buClr>
              <a:buSzPts val="1500"/>
              <a:buChar char="−"/>
              <a:defRPr>
                <a:solidFill>
                  <a:schemeClr val="dk2"/>
                </a:solidFill>
              </a:defRPr>
            </a:lvl2pPr>
            <a:lvl3pPr indent="-323850" lvl="2" marL="1371600">
              <a:spcBef>
                <a:spcPts val="0"/>
              </a:spcBef>
              <a:spcAft>
                <a:spcPts val="0"/>
              </a:spcAft>
              <a:buClr>
                <a:schemeClr val="dk2"/>
              </a:buClr>
              <a:buSzPts val="1500"/>
              <a:buChar char="○"/>
              <a:defRPr>
                <a:solidFill>
                  <a:schemeClr val="dk2"/>
                </a:solidFill>
              </a:defRPr>
            </a:lvl3pPr>
            <a:lvl4pPr indent="-323850" lvl="3" marL="1828800">
              <a:spcBef>
                <a:spcPts val="0"/>
              </a:spcBef>
              <a:spcAft>
                <a:spcPts val="0"/>
              </a:spcAft>
              <a:buClr>
                <a:schemeClr val="dk2"/>
              </a:buClr>
              <a:buSzPts val="1500"/>
              <a:buChar char="▪"/>
              <a:defRPr>
                <a:solidFill>
                  <a:schemeClr val="dk2"/>
                </a:solidFill>
              </a:defRPr>
            </a:lvl4pPr>
            <a:lvl5pPr indent="-323850" lvl="4" marL="2286000">
              <a:spcBef>
                <a:spcPts val="0"/>
              </a:spcBef>
              <a:spcAft>
                <a:spcPts val="0"/>
              </a:spcAft>
              <a:buClr>
                <a:schemeClr val="dk2"/>
              </a:buClr>
              <a:buSzPts val="1500"/>
              <a:buChar char="–"/>
              <a:defRPr>
                <a:solidFill>
                  <a:schemeClr val="dk2"/>
                </a:solidFill>
              </a:defRPr>
            </a:lvl5pPr>
            <a:lvl6pPr indent="-323850" lvl="5" marL="2743200">
              <a:spcBef>
                <a:spcPts val="0"/>
              </a:spcBef>
              <a:spcAft>
                <a:spcPts val="0"/>
              </a:spcAft>
              <a:buClr>
                <a:schemeClr val="dk2"/>
              </a:buClr>
              <a:buSzPts val="1500"/>
              <a:buChar char="–"/>
              <a:defRPr>
                <a:solidFill>
                  <a:schemeClr val="dk2"/>
                </a:solidFill>
              </a:defRPr>
            </a:lvl6pPr>
            <a:lvl7pPr indent="-323850" lvl="6" marL="3200400">
              <a:spcBef>
                <a:spcPts val="0"/>
              </a:spcBef>
              <a:spcAft>
                <a:spcPts val="0"/>
              </a:spcAft>
              <a:buClr>
                <a:schemeClr val="dk2"/>
              </a:buClr>
              <a:buSzPts val="1500"/>
              <a:buChar char="–"/>
              <a:defRPr>
                <a:solidFill>
                  <a:schemeClr val="dk2"/>
                </a:solidFill>
              </a:defRPr>
            </a:lvl7pPr>
            <a:lvl8pPr indent="-323850" lvl="7" marL="3657600">
              <a:spcBef>
                <a:spcPts val="0"/>
              </a:spcBef>
              <a:spcAft>
                <a:spcPts val="0"/>
              </a:spcAft>
              <a:buClr>
                <a:schemeClr val="dk2"/>
              </a:buClr>
              <a:buSzPts val="1500"/>
              <a:buChar char="–"/>
              <a:defRPr>
                <a:solidFill>
                  <a:schemeClr val="dk2"/>
                </a:solidFill>
              </a:defRPr>
            </a:lvl8pPr>
            <a:lvl9pPr indent="-323850" lvl="8" marL="4114800">
              <a:spcBef>
                <a:spcPts val="0"/>
              </a:spcBef>
              <a:spcAft>
                <a:spcPts val="0"/>
              </a:spcAft>
              <a:buClr>
                <a:schemeClr val="dk2"/>
              </a:buClr>
              <a:buSzPts val="1500"/>
              <a:buChar char="–"/>
              <a:defRPr>
                <a:solidFill>
                  <a:schemeClr val="dk2"/>
                </a:solidFill>
              </a:defRPr>
            </a:lvl9pPr>
          </a:lstStyle>
          <a:p/>
        </p:txBody>
      </p:sp>
      <p:sp>
        <p:nvSpPr>
          <p:cNvPr id="34" name="Google Shape;34;p3"/>
          <p:cNvSpPr txBox="1"/>
          <p:nvPr/>
        </p:nvSpPr>
        <p:spPr>
          <a:xfrm>
            <a:off x="469900" y="104650"/>
            <a:ext cx="11249700" cy="459900"/>
          </a:xfrm>
          <a:prstGeom prst="rect">
            <a:avLst/>
          </a:prstGeom>
          <a:noFill/>
          <a:ln>
            <a:noFill/>
          </a:ln>
        </p:spPr>
        <p:txBody>
          <a:bodyPr anchorCtr="0" anchor="t" bIns="45700" lIns="0" spcFirstLastPara="1" rIns="0" wrap="square" tIns="45700">
            <a:noAutofit/>
          </a:bodyPr>
          <a:lstStyle/>
          <a:p>
            <a:pPr indent="0" lvl="0" marL="0" marR="0" rtl="0" algn="l">
              <a:lnSpc>
                <a:spcPct val="110000"/>
              </a:lnSpc>
              <a:spcBef>
                <a:spcPts val="0"/>
              </a:spcBef>
              <a:spcAft>
                <a:spcPts val="0"/>
              </a:spcAft>
              <a:buNone/>
            </a:pPr>
            <a:r>
              <a:rPr b="1" lang="fr-FR" sz="2500">
                <a:solidFill>
                  <a:schemeClr val="dk2"/>
                </a:solidFill>
                <a:latin typeface="Arial"/>
                <a:ea typeface="Arial"/>
                <a:cs typeface="Arial"/>
                <a:sym typeface="Arial"/>
              </a:rPr>
              <a:t>[Program] ATA [xx] </a:t>
            </a:r>
            <a:r>
              <a:rPr lang="fr-FR" sz="2500">
                <a:solidFill>
                  <a:schemeClr val="dk2"/>
                </a:solidFill>
                <a:latin typeface="Arial"/>
                <a:ea typeface="Arial"/>
                <a:cs typeface="Arial"/>
                <a:sym typeface="Arial"/>
              </a:rPr>
              <a:t>: [model name]</a:t>
            </a:r>
            <a:endParaRPr sz="2500">
              <a:solidFill>
                <a:schemeClr val="dk2"/>
              </a:solidFill>
            </a:endParaRPr>
          </a:p>
        </p:txBody>
      </p:sp>
      <p:sp>
        <p:nvSpPr>
          <p:cNvPr id="35" name="Google Shape;35;p3"/>
          <p:cNvSpPr txBox="1"/>
          <p:nvPr>
            <p:ph idx="2" type="body"/>
          </p:nvPr>
        </p:nvSpPr>
        <p:spPr>
          <a:xfrm>
            <a:off x="8649337" y="27409"/>
            <a:ext cx="3266700" cy="144600"/>
          </a:xfrm>
          <a:prstGeom prst="rect">
            <a:avLst/>
          </a:prstGeom>
          <a:noFill/>
          <a:ln>
            <a:noFill/>
          </a:ln>
        </p:spPr>
        <p:txBody>
          <a:bodyPr anchorCtr="0" anchor="t" bIns="0" lIns="0" spcFirstLastPara="1" rIns="0" wrap="square" tIns="0">
            <a:noAutofit/>
          </a:bodyPr>
          <a:lstStyle>
            <a:lvl1pPr indent="-228600" lvl="0" marL="457200" rtl="0" algn="r">
              <a:lnSpc>
                <a:spcPct val="115000"/>
              </a:lnSpc>
              <a:spcBef>
                <a:spcPts val="0"/>
              </a:spcBef>
              <a:spcAft>
                <a:spcPts val="0"/>
              </a:spcAft>
              <a:buClr>
                <a:srgbClr val="FF0000"/>
              </a:buClr>
              <a:buSzPts val="800"/>
              <a:buNone/>
              <a:defRPr sz="800">
                <a:solidFill>
                  <a:srgbClr val="FF0000"/>
                </a:solidFill>
              </a:defRPr>
            </a:lvl1pPr>
            <a:lvl2pPr indent="-342900" lvl="1" marL="914400" rtl="0" algn="l">
              <a:lnSpc>
                <a:spcPct val="115000"/>
              </a:lnSpc>
              <a:spcBef>
                <a:spcPts val="0"/>
              </a:spcBef>
              <a:spcAft>
                <a:spcPts val="0"/>
              </a:spcAft>
              <a:buClr>
                <a:srgbClr val="595959"/>
              </a:buClr>
              <a:buSzPts val="1800"/>
              <a:buChar char="−"/>
              <a:defRPr/>
            </a:lvl2pPr>
            <a:lvl3pPr indent="-342900" lvl="2" marL="1371600" rtl="0" algn="l">
              <a:lnSpc>
                <a:spcPct val="115000"/>
              </a:lnSpc>
              <a:spcBef>
                <a:spcPts val="0"/>
              </a:spcBef>
              <a:spcAft>
                <a:spcPts val="0"/>
              </a:spcAft>
              <a:buClr>
                <a:srgbClr val="595959"/>
              </a:buClr>
              <a:buSzPts val="1800"/>
              <a:buChar char="–"/>
              <a:defRPr/>
            </a:lvl3pPr>
            <a:lvl4pPr indent="-342900" lvl="3" marL="1828800" rtl="0" algn="l">
              <a:lnSpc>
                <a:spcPct val="115000"/>
              </a:lnSpc>
              <a:spcBef>
                <a:spcPts val="0"/>
              </a:spcBef>
              <a:spcAft>
                <a:spcPts val="0"/>
              </a:spcAft>
              <a:buClr>
                <a:srgbClr val="595959"/>
              </a:buClr>
              <a:buSzPts val="1800"/>
              <a:buChar char="–"/>
              <a:defRPr/>
            </a:lvl4pPr>
            <a:lvl5pPr indent="-342900" lvl="4" marL="2286000" rtl="0" algn="l">
              <a:lnSpc>
                <a:spcPct val="115000"/>
              </a:lnSpc>
              <a:spcBef>
                <a:spcPts val="0"/>
              </a:spcBef>
              <a:spcAft>
                <a:spcPts val="0"/>
              </a:spcAft>
              <a:buClr>
                <a:srgbClr val="595959"/>
              </a:buClr>
              <a:buSzPts val="1800"/>
              <a:buChar char="–"/>
              <a:defRPr/>
            </a:lvl5pPr>
            <a:lvl6pPr indent="-342900" lvl="5" marL="2743200" rtl="0" algn="l">
              <a:lnSpc>
                <a:spcPct val="115000"/>
              </a:lnSpc>
              <a:spcBef>
                <a:spcPts val="0"/>
              </a:spcBef>
              <a:spcAft>
                <a:spcPts val="0"/>
              </a:spcAft>
              <a:buClr>
                <a:schemeClr val="dk1"/>
              </a:buClr>
              <a:buSzPts val="1800"/>
              <a:buChar char="–"/>
              <a:defRPr/>
            </a:lvl6pPr>
            <a:lvl7pPr indent="-342900" lvl="6" marL="3200400" rtl="0" algn="l">
              <a:lnSpc>
                <a:spcPct val="115000"/>
              </a:lnSpc>
              <a:spcBef>
                <a:spcPts val="0"/>
              </a:spcBef>
              <a:spcAft>
                <a:spcPts val="0"/>
              </a:spcAft>
              <a:buClr>
                <a:schemeClr val="dk1"/>
              </a:buClr>
              <a:buSzPts val="1800"/>
              <a:buChar char="–"/>
              <a:defRPr/>
            </a:lvl7pPr>
            <a:lvl8pPr indent="-342900" lvl="7" marL="3657600" rtl="0" algn="l">
              <a:lnSpc>
                <a:spcPct val="115000"/>
              </a:lnSpc>
              <a:spcBef>
                <a:spcPts val="0"/>
              </a:spcBef>
              <a:spcAft>
                <a:spcPts val="0"/>
              </a:spcAft>
              <a:buClr>
                <a:schemeClr val="dk1"/>
              </a:buClr>
              <a:buSzPts val="1800"/>
              <a:buChar char="–"/>
              <a:defRPr/>
            </a:lvl8pPr>
            <a:lvl9pPr indent="-342900" lvl="8" marL="4114800" rtl="0" algn="l">
              <a:lnSpc>
                <a:spcPct val="115000"/>
              </a:lnSpc>
              <a:spcBef>
                <a:spcPts val="0"/>
              </a:spcBef>
              <a:spcAft>
                <a:spcPts val="0"/>
              </a:spcAft>
              <a:buClr>
                <a:schemeClr val="dk1"/>
              </a:buClr>
              <a:buSzPts val="1800"/>
              <a:buChar char="–"/>
              <a:defRPr/>
            </a:lvl9pPr>
          </a:lstStyle>
          <a:p/>
        </p:txBody>
      </p:sp>
      <p:sp>
        <p:nvSpPr>
          <p:cNvPr id="36" name="Google Shape;36;p3"/>
          <p:cNvSpPr txBox="1"/>
          <p:nvPr/>
        </p:nvSpPr>
        <p:spPr>
          <a:xfrm>
            <a:off x="4266675" y="6363850"/>
            <a:ext cx="400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chemeClr val="lt1"/>
                </a:solidFill>
              </a:rPr>
              <a:t>Model Feasibility Review Template reference: FM2200683 v1.0</a:t>
            </a:r>
            <a:endParaRPr sz="1000">
              <a:solidFill>
                <a:schemeClr val="lt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spTree>
      <p:nvGrpSpPr>
        <p:cNvPr id="37" name="Shape 37"/>
        <p:cNvGrpSpPr/>
        <p:nvPr/>
      </p:nvGrpSpPr>
      <p:grpSpPr>
        <a:xfrm>
          <a:off x="0" y="0"/>
          <a:ext cx="0" cy="0"/>
          <a:chOff x="0" y="0"/>
          <a:chExt cx="0" cy="0"/>
        </a:xfrm>
      </p:grpSpPr>
      <p:sp>
        <p:nvSpPr>
          <p:cNvPr id="38" name="Google Shape;38;p4"/>
          <p:cNvSpPr txBox="1"/>
          <p:nvPr>
            <p:ph idx="11" type="ftr"/>
          </p:nvPr>
        </p:nvSpPr>
        <p:spPr>
          <a:xfrm>
            <a:off x="2236498" y="6444000"/>
            <a:ext cx="8296104" cy="216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9" name="Google Shape;39;p4"/>
          <p:cNvPicPr preferRelativeResize="0"/>
          <p:nvPr/>
        </p:nvPicPr>
        <p:blipFill rotWithShape="1">
          <a:blip r:embed="rId2">
            <a:alphaModFix/>
          </a:blip>
          <a:srcRect b="0" l="0" r="0" t="0"/>
          <a:stretch/>
        </p:blipFill>
        <p:spPr>
          <a:xfrm>
            <a:off x="0" y="6308725"/>
            <a:ext cx="12192000" cy="566003"/>
          </a:xfrm>
          <a:prstGeom prst="rect">
            <a:avLst/>
          </a:prstGeom>
          <a:noFill/>
          <a:ln>
            <a:noFill/>
          </a:ln>
        </p:spPr>
      </p:pic>
      <p:pic>
        <p:nvPicPr>
          <p:cNvPr id="40" name="Google Shape;40;p4"/>
          <p:cNvPicPr preferRelativeResize="0"/>
          <p:nvPr/>
        </p:nvPicPr>
        <p:blipFill rotWithShape="1">
          <a:blip r:embed="rId3">
            <a:alphaModFix/>
          </a:blip>
          <a:srcRect b="0" l="0" r="0" t="0"/>
          <a:stretch/>
        </p:blipFill>
        <p:spPr>
          <a:xfrm>
            <a:off x="10848528" y="6490387"/>
            <a:ext cx="1086669" cy="202678"/>
          </a:xfrm>
          <a:prstGeom prst="rect">
            <a:avLst/>
          </a:prstGeom>
          <a:noFill/>
          <a:ln>
            <a:noFill/>
          </a:ln>
        </p:spPr>
      </p:pic>
      <p:pic>
        <p:nvPicPr>
          <p:cNvPr id="41" name="Google Shape;41;p4"/>
          <p:cNvPicPr preferRelativeResize="0"/>
          <p:nvPr/>
        </p:nvPicPr>
        <p:blipFill rotWithShape="1">
          <a:blip r:embed="rId4">
            <a:alphaModFix/>
          </a:blip>
          <a:srcRect b="0" l="0" r="0" t="0"/>
          <a:stretch/>
        </p:blipFill>
        <p:spPr>
          <a:xfrm>
            <a:off x="147349" y="6410800"/>
            <a:ext cx="1442414" cy="364964"/>
          </a:xfrm>
          <a:prstGeom prst="rect">
            <a:avLst/>
          </a:prstGeom>
          <a:noFill/>
          <a:ln>
            <a:noFill/>
          </a:ln>
        </p:spPr>
      </p:pic>
      <p:sp>
        <p:nvSpPr>
          <p:cNvPr id="42" name="Google Shape;42;p4"/>
          <p:cNvSpPr txBox="1"/>
          <p:nvPr/>
        </p:nvSpPr>
        <p:spPr>
          <a:xfrm>
            <a:off x="8922620" y="6428700"/>
            <a:ext cx="1418978" cy="312714"/>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fr-FR" sz="1361">
                <a:solidFill>
                  <a:schemeClr val="lt1"/>
                </a:solidFill>
                <a:latin typeface="Arial"/>
                <a:ea typeface="Arial"/>
                <a:cs typeface="Arial"/>
                <a:sym typeface="Arial"/>
              </a:rPr>
              <a:t>Airbus Internal</a:t>
            </a:r>
            <a:endParaRPr b="1" sz="1361">
              <a:solidFill>
                <a:schemeClr val="lt1"/>
              </a:solidFill>
              <a:latin typeface="Arial"/>
              <a:ea typeface="Arial"/>
              <a:cs typeface="Arial"/>
              <a:sym typeface="Arial"/>
            </a:endParaRPr>
          </a:p>
        </p:txBody>
      </p:sp>
      <p:sp>
        <p:nvSpPr>
          <p:cNvPr id="43" name="Google Shape;43;p4"/>
          <p:cNvSpPr txBox="1"/>
          <p:nvPr/>
        </p:nvSpPr>
        <p:spPr>
          <a:xfrm>
            <a:off x="4266675" y="6363850"/>
            <a:ext cx="400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chemeClr val="lt1"/>
                </a:solidFill>
              </a:rPr>
              <a:t>Model Feasibility Review Template reference: FM2200683 v1.0</a:t>
            </a:r>
            <a:endParaRPr sz="1000">
              <a:solidFill>
                <a:schemeClr val="lt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noFill/>
      </p:bgPr>
    </p:bg>
    <p:spTree>
      <p:nvGrpSpPr>
        <p:cNvPr id="44" name="Shape 44"/>
        <p:cNvGrpSpPr/>
        <p:nvPr/>
      </p:nvGrpSpPr>
      <p:grpSpPr>
        <a:xfrm>
          <a:off x="0" y="0"/>
          <a:ext cx="0" cy="0"/>
          <a:chOff x="0" y="0"/>
          <a:chExt cx="0" cy="0"/>
        </a:xfrm>
      </p:grpSpPr>
      <p:sp>
        <p:nvSpPr>
          <p:cNvPr id="45" name="Google Shape;45;p5"/>
          <p:cNvSpPr/>
          <p:nvPr/>
        </p:nvSpPr>
        <p:spPr>
          <a:xfrm>
            <a:off x="0" y="5424787"/>
            <a:ext cx="12192000" cy="1433213"/>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nvGrpSpPr>
          <p:cNvPr id="46" name="Google Shape;46;p5"/>
          <p:cNvGrpSpPr/>
          <p:nvPr/>
        </p:nvGrpSpPr>
        <p:grpSpPr>
          <a:xfrm>
            <a:off x="0" y="5412023"/>
            <a:ext cx="12192000" cy="61996"/>
            <a:chOff x="0" y="3175"/>
            <a:chExt cx="6736" cy="68"/>
          </a:xfrm>
        </p:grpSpPr>
        <p:sp>
          <p:nvSpPr>
            <p:cNvPr id="47" name="Google Shape;47;p5"/>
            <p:cNvSpPr/>
            <p:nvPr/>
          </p:nvSpPr>
          <p:spPr>
            <a:xfrm>
              <a:off x="0" y="3175"/>
              <a:ext cx="6733" cy="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48" name="Google Shape;48;p5"/>
            <p:cNvSpPr/>
            <p:nvPr/>
          </p:nvSpPr>
          <p:spPr>
            <a:xfrm>
              <a:off x="1826" y="3175"/>
              <a:ext cx="4910" cy="6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sp>
        <p:nvSpPr>
          <p:cNvPr id="49" name="Google Shape;49;p5"/>
          <p:cNvSpPr txBox="1"/>
          <p:nvPr>
            <p:ph type="ctrTitle"/>
          </p:nvPr>
        </p:nvSpPr>
        <p:spPr>
          <a:xfrm>
            <a:off x="3305016" y="1628800"/>
            <a:ext cx="6031344" cy="28928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SzPts val="1400"/>
              <a:buNone/>
              <a:defRPr sz="3000">
                <a:solidFill>
                  <a:schemeClr val="dk2"/>
                </a:solidFill>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50" name="Google Shape;50;p5"/>
          <p:cNvSpPr txBox="1"/>
          <p:nvPr>
            <p:ph idx="1" type="subTitle"/>
          </p:nvPr>
        </p:nvSpPr>
        <p:spPr>
          <a:xfrm>
            <a:off x="3305016" y="4561676"/>
            <a:ext cx="6031344" cy="86311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000"/>
              <a:buNone/>
              <a:defRPr sz="2000">
                <a:solidFill>
                  <a:schemeClr val="dk2"/>
                </a:solidFill>
              </a:defRPr>
            </a:lvl1pPr>
            <a:lvl2pPr lvl="1" algn="l">
              <a:lnSpc>
                <a:spcPct val="115000"/>
              </a:lnSpc>
              <a:spcBef>
                <a:spcPts val="0"/>
              </a:spcBef>
              <a:spcAft>
                <a:spcPts val="0"/>
              </a:spcAft>
              <a:buClr>
                <a:srgbClr val="595959"/>
              </a:buClr>
              <a:buSzPts val="1800"/>
              <a:buChar char="−"/>
              <a:defRPr/>
            </a:lvl2pPr>
            <a:lvl3pPr lvl="2" algn="l">
              <a:lnSpc>
                <a:spcPct val="115000"/>
              </a:lnSpc>
              <a:spcBef>
                <a:spcPts val="0"/>
              </a:spcBef>
              <a:spcAft>
                <a:spcPts val="0"/>
              </a:spcAft>
              <a:buClr>
                <a:srgbClr val="595959"/>
              </a:buClr>
              <a:buSzPts val="1800"/>
              <a:buChar char="–"/>
              <a:defRPr/>
            </a:lvl3pPr>
            <a:lvl4pPr lvl="3" algn="l">
              <a:lnSpc>
                <a:spcPct val="115000"/>
              </a:lnSpc>
              <a:spcBef>
                <a:spcPts val="0"/>
              </a:spcBef>
              <a:spcAft>
                <a:spcPts val="0"/>
              </a:spcAft>
              <a:buClr>
                <a:srgbClr val="595959"/>
              </a:buClr>
              <a:buSzPts val="1800"/>
              <a:buChar char="–"/>
              <a:defRPr/>
            </a:lvl4pPr>
            <a:lvl5pPr lvl="4" algn="l">
              <a:lnSpc>
                <a:spcPct val="115000"/>
              </a:lnSpc>
              <a:spcBef>
                <a:spcPts val="0"/>
              </a:spcBef>
              <a:spcAft>
                <a:spcPts val="0"/>
              </a:spcAft>
              <a:buClr>
                <a:srgbClr val="595959"/>
              </a:buClr>
              <a:buSzPts val="1800"/>
              <a:buChar char="–"/>
              <a:defRPr/>
            </a:lvl5pPr>
            <a:lvl6pPr lvl="5" algn="l">
              <a:lnSpc>
                <a:spcPct val="115000"/>
              </a:lnSpc>
              <a:spcBef>
                <a:spcPts val="0"/>
              </a:spcBef>
              <a:spcAft>
                <a:spcPts val="0"/>
              </a:spcAft>
              <a:buClr>
                <a:schemeClr val="dk1"/>
              </a:buClr>
              <a:buSzPts val="1800"/>
              <a:buChar char="–"/>
              <a:defRPr/>
            </a:lvl6pPr>
            <a:lvl7pPr lvl="6" algn="l">
              <a:lnSpc>
                <a:spcPct val="115000"/>
              </a:lnSpc>
              <a:spcBef>
                <a:spcPts val="0"/>
              </a:spcBef>
              <a:spcAft>
                <a:spcPts val="0"/>
              </a:spcAft>
              <a:buClr>
                <a:schemeClr val="dk1"/>
              </a:buClr>
              <a:buSzPts val="1800"/>
              <a:buChar char="–"/>
              <a:defRPr/>
            </a:lvl7pPr>
            <a:lvl8pPr lvl="7" algn="l">
              <a:lnSpc>
                <a:spcPct val="115000"/>
              </a:lnSpc>
              <a:spcBef>
                <a:spcPts val="0"/>
              </a:spcBef>
              <a:spcAft>
                <a:spcPts val="0"/>
              </a:spcAft>
              <a:buClr>
                <a:schemeClr val="dk1"/>
              </a:buClr>
              <a:buSzPts val="1800"/>
              <a:buChar char="–"/>
              <a:defRPr/>
            </a:lvl8pPr>
            <a:lvl9pPr lvl="8" algn="l">
              <a:lnSpc>
                <a:spcPct val="115000"/>
              </a:lnSpc>
              <a:spcBef>
                <a:spcPts val="0"/>
              </a:spcBef>
              <a:spcAft>
                <a:spcPts val="0"/>
              </a:spcAft>
              <a:buClr>
                <a:schemeClr val="dk1"/>
              </a:buClr>
              <a:buSzPts val="1800"/>
              <a:buChar char="–"/>
              <a:defRPr/>
            </a:lvl9pPr>
          </a:lstStyle>
          <a:p/>
        </p:txBody>
      </p:sp>
      <p:sp>
        <p:nvSpPr>
          <p:cNvPr id="51" name="Google Shape;51;p5"/>
          <p:cNvSpPr txBox="1"/>
          <p:nvPr>
            <p:ph idx="2" type="body"/>
          </p:nvPr>
        </p:nvSpPr>
        <p:spPr>
          <a:xfrm>
            <a:off x="3305016" y="5652000"/>
            <a:ext cx="6031344" cy="10795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300"/>
              <a:buNone/>
              <a:defRPr sz="1300">
                <a:solidFill>
                  <a:schemeClr val="lt1"/>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hite" showMasterSp="0">
  <p:cSld name="Title Slide White">
    <p:bg>
      <p:bgPr>
        <a:noFill/>
      </p:bgPr>
    </p:bg>
    <p:spTree>
      <p:nvGrpSpPr>
        <p:cNvPr id="52" name="Shape 52"/>
        <p:cNvGrpSpPr/>
        <p:nvPr/>
      </p:nvGrpSpPr>
      <p:grpSpPr>
        <a:xfrm>
          <a:off x="0" y="0"/>
          <a:ext cx="0" cy="0"/>
          <a:chOff x="0" y="0"/>
          <a:chExt cx="0" cy="0"/>
        </a:xfrm>
      </p:grpSpPr>
      <p:sp>
        <p:nvSpPr>
          <p:cNvPr id="53" name="Google Shape;53;p6"/>
          <p:cNvSpPr/>
          <p:nvPr/>
        </p:nvSpPr>
        <p:spPr>
          <a:xfrm>
            <a:off x="0" y="5424787"/>
            <a:ext cx="12192000" cy="1433213"/>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nvGrpSpPr>
          <p:cNvPr id="54" name="Google Shape;54;p6"/>
          <p:cNvGrpSpPr/>
          <p:nvPr/>
        </p:nvGrpSpPr>
        <p:grpSpPr>
          <a:xfrm>
            <a:off x="0" y="5412023"/>
            <a:ext cx="12192000" cy="61996"/>
            <a:chOff x="0" y="3175"/>
            <a:chExt cx="6736" cy="68"/>
          </a:xfrm>
        </p:grpSpPr>
        <p:sp>
          <p:nvSpPr>
            <p:cNvPr id="55" name="Google Shape;55;p6"/>
            <p:cNvSpPr/>
            <p:nvPr/>
          </p:nvSpPr>
          <p:spPr>
            <a:xfrm>
              <a:off x="0" y="3175"/>
              <a:ext cx="6733" cy="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56" name="Google Shape;56;p6"/>
            <p:cNvSpPr/>
            <p:nvPr/>
          </p:nvSpPr>
          <p:spPr>
            <a:xfrm>
              <a:off x="1826" y="3175"/>
              <a:ext cx="4910" cy="6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sp>
        <p:nvSpPr>
          <p:cNvPr id="57" name="Google Shape;57;p6"/>
          <p:cNvSpPr txBox="1"/>
          <p:nvPr>
            <p:ph type="ctrTitle"/>
          </p:nvPr>
        </p:nvSpPr>
        <p:spPr>
          <a:xfrm>
            <a:off x="3305016" y="1628800"/>
            <a:ext cx="6031344" cy="28928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SzPts val="1400"/>
              <a:buNone/>
              <a:defRPr sz="3000">
                <a:solidFill>
                  <a:schemeClr val="dk2"/>
                </a:solidFill>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58" name="Google Shape;58;p6"/>
          <p:cNvSpPr txBox="1"/>
          <p:nvPr>
            <p:ph idx="1" type="subTitle"/>
          </p:nvPr>
        </p:nvSpPr>
        <p:spPr>
          <a:xfrm>
            <a:off x="3305016" y="4561676"/>
            <a:ext cx="6031344" cy="86311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000"/>
              <a:buNone/>
              <a:defRPr sz="2000">
                <a:solidFill>
                  <a:schemeClr val="dk2"/>
                </a:solidFill>
              </a:defRPr>
            </a:lvl1pPr>
            <a:lvl2pPr lvl="1" algn="l">
              <a:lnSpc>
                <a:spcPct val="115000"/>
              </a:lnSpc>
              <a:spcBef>
                <a:spcPts val="0"/>
              </a:spcBef>
              <a:spcAft>
                <a:spcPts val="0"/>
              </a:spcAft>
              <a:buClr>
                <a:srgbClr val="595959"/>
              </a:buClr>
              <a:buSzPts val="1800"/>
              <a:buChar char="−"/>
              <a:defRPr/>
            </a:lvl2pPr>
            <a:lvl3pPr lvl="2" algn="l">
              <a:lnSpc>
                <a:spcPct val="115000"/>
              </a:lnSpc>
              <a:spcBef>
                <a:spcPts val="0"/>
              </a:spcBef>
              <a:spcAft>
                <a:spcPts val="0"/>
              </a:spcAft>
              <a:buClr>
                <a:srgbClr val="595959"/>
              </a:buClr>
              <a:buSzPts val="1800"/>
              <a:buChar char="–"/>
              <a:defRPr/>
            </a:lvl3pPr>
            <a:lvl4pPr lvl="3" algn="l">
              <a:lnSpc>
                <a:spcPct val="115000"/>
              </a:lnSpc>
              <a:spcBef>
                <a:spcPts val="0"/>
              </a:spcBef>
              <a:spcAft>
                <a:spcPts val="0"/>
              </a:spcAft>
              <a:buClr>
                <a:srgbClr val="595959"/>
              </a:buClr>
              <a:buSzPts val="1800"/>
              <a:buChar char="–"/>
              <a:defRPr/>
            </a:lvl4pPr>
            <a:lvl5pPr lvl="4" algn="l">
              <a:lnSpc>
                <a:spcPct val="115000"/>
              </a:lnSpc>
              <a:spcBef>
                <a:spcPts val="0"/>
              </a:spcBef>
              <a:spcAft>
                <a:spcPts val="0"/>
              </a:spcAft>
              <a:buClr>
                <a:srgbClr val="595959"/>
              </a:buClr>
              <a:buSzPts val="1800"/>
              <a:buChar char="–"/>
              <a:defRPr/>
            </a:lvl5pPr>
            <a:lvl6pPr lvl="5" algn="l">
              <a:lnSpc>
                <a:spcPct val="115000"/>
              </a:lnSpc>
              <a:spcBef>
                <a:spcPts val="0"/>
              </a:spcBef>
              <a:spcAft>
                <a:spcPts val="0"/>
              </a:spcAft>
              <a:buClr>
                <a:schemeClr val="dk1"/>
              </a:buClr>
              <a:buSzPts val="1800"/>
              <a:buChar char="–"/>
              <a:defRPr/>
            </a:lvl6pPr>
            <a:lvl7pPr lvl="6" algn="l">
              <a:lnSpc>
                <a:spcPct val="115000"/>
              </a:lnSpc>
              <a:spcBef>
                <a:spcPts val="0"/>
              </a:spcBef>
              <a:spcAft>
                <a:spcPts val="0"/>
              </a:spcAft>
              <a:buClr>
                <a:schemeClr val="dk1"/>
              </a:buClr>
              <a:buSzPts val="1800"/>
              <a:buChar char="–"/>
              <a:defRPr/>
            </a:lvl7pPr>
            <a:lvl8pPr lvl="7" algn="l">
              <a:lnSpc>
                <a:spcPct val="115000"/>
              </a:lnSpc>
              <a:spcBef>
                <a:spcPts val="0"/>
              </a:spcBef>
              <a:spcAft>
                <a:spcPts val="0"/>
              </a:spcAft>
              <a:buClr>
                <a:schemeClr val="dk1"/>
              </a:buClr>
              <a:buSzPts val="1800"/>
              <a:buChar char="–"/>
              <a:defRPr/>
            </a:lvl8pPr>
            <a:lvl9pPr lvl="8" algn="l">
              <a:lnSpc>
                <a:spcPct val="115000"/>
              </a:lnSpc>
              <a:spcBef>
                <a:spcPts val="0"/>
              </a:spcBef>
              <a:spcAft>
                <a:spcPts val="0"/>
              </a:spcAft>
              <a:buClr>
                <a:schemeClr val="dk1"/>
              </a:buClr>
              <a:buSzPts val="1800"/>
              <a:buChar char="–"/>
              <a:defRPr/>
            </a:lvl9pPr>
          </a:lstStyle>
          <a:p/>
        </p:txBody>
      </p:sp>
      <p:sp>
        <p:nvSpPr>
          <p:cNvPr descr="AIRBUS_WHITE.png" id="59" name="Google Shape;59;p6"/>
          <p:cNvSpPr/>
          <p:nvPr/>
        </p:nvSpPr>
        <p:spPr>
          <a:xfrm>
            <a:off x="10560496" y="6165304"/>
            <a:ext cx="1440160" cy="360040"/>
          </a:xfrm>
          <a:prstGeom prst="rect">
            <a:avLst/>
          </a:prstGeom>
          <a:noFill/>
          <a:ln>
            <a:noFill/>
          </a:ln>
        </p:spPr>
      </p:sp>
      <p:sp>
        <p:nvSpPr>
          <p:cNvPr id="60" name="Google Shape;60;p6"/>
          <p:cNvSpPr txBox="1"/>
          <p:nvPr>
            <p:ph idx="2" type="body"/>
          </p:nvPr>
        </p:nvSpPr>
        <p:spPr>
          <a:xfrm>
            <a:off x="3305016" y="5652000"/>
            <a:ext cx="6031344" cy="10795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300"/>
              <a:buNone/>
              <a:defRPr sz="1300">
                <a:solidFill>
                  <a:schemeClr val="lt1"/>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showMasterSp="0">
  <p:cSld name="Title Slide 2">
    <p:bg>
      <p:bgPr>
        <a:noFill/>
      </p:bgPr>
    </p:bg>
    <p:spTree>
      <p:nvGrpSpPr>
        <p:cNvPr id="61" name="Shape 61"/>
        <p:cNvGrpSpPr/>
        <p:nvPr/>
      </p:nvGrpSpPr>
      <p:grpSpPr>
        <a:xfrm>
          <a:off x="0" y="0"/>
          <a:ext cx="0" cy="0"/>
          <a:chOff x="0" y="0"/>
          <a:chExt cx="0" cy="0"/>
        </a:xfrm>
      </p:grpSpPr>
      <p:sp>
        <p:nvSpPr>
          <p:cNvPr id="62" name="Google Shape;62;p7"/>
          <p:cNvSpPr/>
          <p:nvPr/>
        </p:nvSpPr>
        <p:spPr>
          <a:xfrm>
            <a:off x="0" y="5424787"/>
            <a:ext cx="12192000" cy="1433213"/>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nvGrpSpPr>
          <p:cNvPr id="63" name="Google Shape;63;p7"/>
          <p:cNvGrpSpPr/>
          <p:nvPr/>
        </p:nvGrpSpPr>
        <p:grpSpPr>
          <a:xfrm>
            <a:off x="0" y="5412023"/>
            <a:ext cx="12192000" cy="61996"/>
            <a:chOff x="0" y="3175"/>
            <a:chExt cx="6736" cy="68"/>
          </a:xfrm>
        </p:grpSpPr>
        <p:sp>
          <p:nvSpPr>
            <p:cNvPr id="64" name="Google Shape;64;p7"/>
            <p:cNvSpPr/>
            <p:nvPr/>
          </p:nvSpPr>
          <p:spPr>
            <a:xfrm>
              <a:off x="0" y="3175"/>
              <a:ext cx="6733" cy="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65" name="Google Shape;65;p7"/>
            <p:cNvSpPr/>
            <p:nvPr/>
          </p:nvSpPr>
          <p:spPr>
            <a:xfrm>
              <a:off x="1826" y="3175"/>
              <a:ext cx="4910" cy="6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sp>
        <p:nvSpPr>
          <p:cNvPr descr="AIRBUS_WHITE.png" id="66" name="Google Shape;66;p7"/>
          <p:cNvSpPr/>
          <p:nvPr/>
        </p:nvSpPr>
        <p:spPr>
          <a:xfrm>
            <a:off x="10560496" y="6165304"/>
            <a:ext cx="1440160" cy="360040"/>
          </a:xfrm>
          <a:prstGeom prst="rect">
            <a:avLst/>
          </a:prstGeom>
          <a:noFill/>
          <a:ln>
            <a:noFill/>
          </a:ln>
        </p:spPr>
      </p:sp>
      <p:sp>
        <p:nvSpPr>
          <p:cNvPr id="67" name="Google Shape;67;p7"/>
          <p:cNvSpPr txBox="1"/>
          <p:nvPr>
            <p:ph idx="1" type="body"/>
          </p:nvPr>
        </p:nvSpPr>
        <p:spPr>
          <a:xfrm>
            <a:off x="3305016" y="5652000"/>
            <a:ext cx="6031344" cy="10795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300"/>
              <a:buNone/>
              <a:defRPr sz="1300">
                <a:solidFill>
                  <a:schemeClr val="lt1"/>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
        <p:nvSpPr>
          <p:cNvPr id="68" name="Google Shape;68;p7"/>
          <p:cNvSpPr txBox="1"/>
          <p:nvPr>
            <p:ph type="ctrTitle"/>
          </p:nvPr>
        </p:nvSpPr>
        <p:spPr>
          <a:xfrm>
            <a:off x="3305016" y="1628800"/>
            <a:ext cx="6031344" cy="28928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SzPts val="1400"/>
              <a:buNone/>
              <a:defRPr sz="3000">
                <a:solidFill>
                  <a:schemeClr val="lt1"/>
                </a:solidFill>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69" name="Google Shape;69;p7"/>
          <p:cNvSpPr txBox="1"/>
          <p:nvPr>
            <p:ph idx="2" type="subTitle"/>
          </p:nvPr>
        </p:nvSpPr>
        <p:spPr>
          <a:xfrm>
            <a:off x="3305016" y="4561676"/>
            <a:ext cx="6031344" cy="86311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l">
              <a:lnSpc>
                <a:spcPct val="115000"/>
              </a:lnSpc>
              <a:spcBef>
                <a:spcPts val="0"/>
              </a:spcBef>
              <a:spcAft>
                <a:spcPts val="0"/>
              </a:spcAft>
              <a:buClr>
                <a:srgbClr val="595959"/>
              </a:buClr>
              <a:buSzPts val="1800"/>
              <a:buChar char="−"/>
              <a:defRPr/>
            </a:lvl2pPr>
            <a:lvl3pPr lvl="2" algn="l">
              <a:lnSpc>
                <a:spcPct val="115000"/>
              </a:lnSpc>
              <a:spcBef>
                <a:spcPts val="0"/>
              </a:spcBef>
              <a:spcAft>
                <a:spcPts val="0"/>
              </a:spcAft>
              <a:buClr>
                <a:srgbClr val="595959"/>
              </a:buClr>
              <a:buSzPts val="1800"/>
              <a:buChar char="–"/>
              <a:defRPr/>
            </a:lvl3pPr>
            <a:lvl4pPr lvl="3" algn="l">
              <a:lnSpc>
                <a:spcPct val="115000"/>
              </a:lnSpc>
              <a:spcBef>
                <a:spcPts val="0"/>
              </a:spcBef>
              <a:spcAft>
                <a:spcPts val="0"/>
              </a:spcAft>
              <a:buClr>
                <a:srgbClr val="595959"/>
              </a:buClr>
              <a:buSzPts val="1800"/>
              <a:buChar char="–"/>
              <a:defRPr/>
            </a:lvl4pPr>
            <a:lvl5pPr lvl="4" algn="l">
              <a:lnSpc>
                <a:spcPct val="115000"/>
              </a:lnSpc>
              <a:spcBef>
                <a:spcPts val="0"/>
              </a:spcBef>
              <a:spcAft>
                <a:spcPts val="0"/>
              </a:spcAft>
              <a:buClr>
                <a:srgbClr val="595959"/>
              </a:buClr>
              <a:buSzPts val="1800"/>
              <a:buChar char="–"/>
              <a:defRPr/>
            </a:lvl5pPr>
            <a:lvl6pPr lvl="5" algn="l">
              <a:lnSpc>
                <a:spcPct val="115000"/>
              </a:lnSpc>
              <a:spcBef>
                <a:spcPts val="0"/>
              </a:spcBef>
              <a:spcAft>
                <a:spcPts val="0"/>
              </a:spcAft>
              <a:buClr>
                <a:schemeClr val="dk1"/>
              </a:buClr>
              <a:buSzPts val="1800"/>
              <a:buChar char="–"/>
              <a:defRPr/>
            </a:lvl6pPr>
            <a:lvl7pPr lvl="6" algn="l">
              <a:lnSpc>
                <a:spcPct val="115000"/>
              </a:lnSpc>
              <a:spcBef>
                <a:spcPts val="0"/>
              </a:spcBef>
              <a:spcAft>
                <a:spcPts val="0"/>
              </a:spcAft>
              <a:buClr>
                <a:schemeClr val="dk1"/>
              </a:buClr>
              <a:buSzPts val="1800"/>
              <a:buChar char="–"/>
              <a:defRPr/>
            </a:lvl7pPr>
            <a:lvl8pPr lvl="7" algn="l">
              <a:lnSpc>
                <a:spcPct val="115000"/>
              </a:lnSpc>
              <a:spcBef>
                <a:spcPts val="0"/>
              </a:spcBef>
              <a:spcAft>
                <a:spcPts val="0"/>
              </a:spcAft>
              <a:buClr>
                <a:schemeClr val="dk1"/>
              </a:buClr>
              <a:buSzPts val="1800"/>
              <a:buChar char="–"/>
              <a:defRPr/>
            </a:lvl8pPr>
            <a:lvl9pPr lvl="8"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Changeable" showMasterSp="0">
  <p:cSld name="Title Slide Changeable">
    <p:bg>
      <p:bgPr>
        <a:noFill/>
      </p:bgPr>
    </p:bg>
    <p:spTree>
      <p:nvGrpSpPr>
        <p:cNvPr id="70" name="Shape 70"/>
        <p:cNvGrpSpPr/>
        <p:nvPr/>
      </p:nvGrpSpPr>
      <p:grpSpPr>
        <a:xfrm>
          <a:off x="0" y="0"/>
          <a:ext cx="0" cy="0"/>
          <a:chOff x="0" y="0"/>
          <a:chExt cx="0" cy="0"/>
        </a:xfrm>
      </p:grpSpPr>
      <p:sp>
        <p:nvSpPr>
          <p:cNvPr id="71" name="Google Shape;71;p8"/>
          <p:cNvSpPr/>
          <p:nvPr>
            <p:ph idx="2" type="pic"/>
          </p:nvPr>
        </p:nvSpPr>
        <p:spPr>
          <a:xfrm>
            <a:off x="0" y="0"/>
            <a:ext cx="12192000" cy="5424488"/>
          </a:xfrm>
          <a:prstGeom prst="rect">
            <a:avLst/>
          </a:prstGeom>
          <a:solidFill>
            <a:srgbClr val="BFBFBF"/>
          </a:solid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1pPr>
            <a:lvl2pPr lvl="1" marR="0" rtl="0" algn="l">
              <a:lnSpc>
                <a:spcPct val="115000"/>
              </a:lnSpc>
              <a:spcBef>
                <a:spcPts val="0"/>
              </a:spcBef>
              <a:spcAft>
                <a:spcPts val="0"/>
              </a:spcAft>
              <a:buClr>
                <a:srgbClr val="595959"/>
              </a:buClr>
              <a:buSzPts val="1500"/>
              <a:buFont typeface="Noto Sans Symbols"/>
              <a:buChar char="−"/>
              <a:defRPr b="0" i="0" sz="1500" u="none" cap="none" strike="noStrike">
                <a:solidFill>
                  <a:srgbClr val="595959"/>
                </a:solidFill>
                <a:latin typeface="Arial"/>
                <a:ea typeface="Arial"/>
                <a:cs typeface="Arial"/>
                <a:sym typeface="Arial"/>
              </a:defRPr>
            </a:lvl2pPr>
            <a:lvl3pPr lvl="2"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lvl="6"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lvl="7"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lvl="8"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2" name="Google Shape;72;p8"/>
          <p:cNvSpPr/>
          <p:nvPr/>
        </p:nvSpPr>
        <p:spPr>
          <a:xfrm>
            <a:off x="0" y="5424787"/>
            <a:ext cx="12192000" cy="1433213"/>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nvGrpSpPr>
          <p:cNvPr id="73" name="Google Shape;73;p8"/>
          <p:cNvGrpSpPr/>
          <p:nvPr/>
        </p:nvGrpSpPr>
        <p:grpSpPr>
          <a:xfrm>
            <a:off x="0" y="5412023"/>
            <a:ext cx="12192000" cy="61996"/>
            <a:chOff x="0" y="3175"/>
            <a:chExt cx="6736" cy="68"/>
          </a:xfrm>
        </p:grpSpPr>
        <p:sp>
          <p:nvSpPr>
            <p:cNvPr id="74" name="Google Shape;74;p8"/>
            <p:cNvSpPr/>
            <p:nvPr/>
          </p:nvSpPr>
          <p:spPr>
            <a:xfrm>
              <a:off x="0" y="3175"/>
              <a:ext cx="6733" cy="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75" name="Google Shape;75;p8"/>
            <p:cNvSpPr/>
            <p:nvPr/>
          </p:nvSpPr>
          <p:spPr>
            <a:xfrm>
              <a:off x="1826" y="3175"/>
              <a:ext cx="4910" cy="6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sp>
        <p:nvSpPr>
          <p:cNvPr descr="AIRBUS_WHITE.png" id="76" name="Google Shape;76;p8"/>
          <p:cNvSpPr/>
          <p:nvPr/>
        </p:nvSpPr>
        <p:spPr>
          <a:xfrm>
            <a:off x="10560496" y="6165304"/>
            <a:ext cx="1440160" cy="360040"/>
          </a:xfrm>
          <a:prstGeom prst="rect">
            <a:avLst/>
          </a:prstGeom>
          <a:noFill/>
          <a:ln>
            <a:noFill/>
          </a:ln>
        </p:spPr>
      </p:sp>
      <p:sp>
        <p:nvSpPr>
          <p:cNvPr id="77" name="Google Shape;77;p8"/>
          <p:cNvSpPr txBox="1"/>
          <p:nvPr>
            <p:ph idx="1" type="body"/>
          </p:nvPr>
        </p:nvSpPr>
        <p:spPr>
          <a:xfrm>
            <a:off x="3305016" y="5652000"/>
            <a:ext cx="6031344" cy="10795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300"/>
              <a:buNone/>
              <a:defRPr sz="1300">
                <a:solidFill>
                  <a:schemeClr val="lt1"/>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
        <p:nvSpPr>
          <p:cNvPr id="78" name="Google Shape;78;p8"/>
          <p:cNvSpPr txBox="1"/>
          <p:nvPr>
            <p:ph type="ctrTitle"/>
          </p:nvPr>
        </p:nvSpPr>
        <p:spPr>
          <a:xfrm>
            <a:off x="3305016" y="1628800"/>
            <a:ext cx="6031344" cy="28928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SzPts val="1400"/>
              <a:buNone/>
              <a:defRPr sz="3000">
                <a:solidFill>
                  <a:schemeClr val="dk2"/>
                </a:solidFill>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79" name="Google Shape;79;p8"/>
          <p:cNvSpPr txBox="1"/>
          <p:nvPr>
            <p:ph idx="3" type="subTitle"/>
          </p:nvPr>
        </p:nvSpPr>
        <p:spPr>
          <a:xfrm>
            <a:off x="3305016" y="4561676"/>
            <a:ext cx="6031344" cy="86311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000"/>
              <a:buNone/>
              <a:defRPr sz="2000">
                <a:solidFill>
                  <a:schemeClr val="dk2"/>
                </a:solidFill>
              </a:defRPr>
            </a:lvl1pPr>
            <a:lvl2pPr lvl="1" algn="l">
              <a:lnSpc>
                <a:spcPct val="115000"/>
              </a:lnSpc>
              <a:spcBef>
                <a:spcPts val="0"/>
              </a:spcBef>
              <a:spcAft>
                <a:spcPts val="0"/>
              </a:spcAft>
              <a:buClr>
                <a:srgbClr val="595959"/>
              </a:buClr>
              <a:buSzPts val="1800"/>
              <a:buChar char="−"/>
              <a:defRPr/>
            </a:lvl2pPr>
            <a:lvl3pPr lvl="2" algn="l">
              <a:lnSpc>
                <a:spcPct val="115000"/>
              </a:lnSpc>
              <a:spcBef>
                <a:spcPts val="0"/>
              </a:spcBef>
              <a:spcAft>
                <a:spcPts val="0"/>
              </a:spcAft>
              <a:buClr>
                <a:srgbClr val="595959"/>
              </a:buClr>
              <a:buSzPts val="1800"/>
              <a:buChar char="–"/>
              <a:defRPr/>
            </a:lvl3pPr>
            <a:lvl4pPr lvl="3" algn="l">
              <a:lnSpc>
                <a:spcPct val="115000"/>
              </a:lnSpc>
              <a:spcBef>
                <a:spcPts val="0"/>
              </a:spcBef>
              <a:spcAft>
                <a:spcPts val="0"/>
              </a:spcAft>
              <a:buClr>
                <a:srgbClr val="595959"/>
              </a:buClr>
              <a:buSzPts val="1800"/>
              <a:buChar char="–"/>
              <a:defRPr/>
            </a:lvl4pPr>
            <a:lvl5pPr lvl="4" algn="l">
              <a:lnSpc>
                <a:spcPct val="115000"/>
              </a:lnSpc>
              <a:spcBef>
                <a:spcPts val="0"/>
              </a:spcBef>
              <a:spcAft>
                <a:spcPts val="0"/>
              </a:spcAft>
              <a:buClr>
                <a:srgbClr val="595959"/>
              </a:buClr>
              <a:buSzPts val="1800"/>
              <a:buChar char="–"/>
              <a:defRPr/>
            </a:lvl5pPr>
            <a:lvl6pPr lvl="5" algn="l">
              <a:lnSpc>
                <a:spcPct val="115000"/>
              </a:lnSpc>
              <a:spcBef>
                <a:spcPts val="0"/>
              </a:spcBef>
              <a:spcAft>
                <a:spcPts val="0"/>
              </a:spcAft>
              <a:buClr>
                <a:schemeClr val="dk1"/>
              </a:buClr>
              <a:buSzPts val="1800"/>
              <a:buChar char="–"/>
              <a:defRPr/>
            </a:lvl6pPr>
            <a:lvl7pPr lvl="6" algn="l">
              <a:lnSpc>
                <a:spcPct val="115000"/>
              </a:lnSpc>
              <a:spcBef>
                <a:spcPts val="0"/>
              </a:spcBef>
              <a:spcAft>
                <a:spcPts val="0"/>
              </a:spcAft>
              <a:buClr>
                <a:schemeClr val="dk1"/>
              </a:buClr>
              <a:buSzPts val="1800"/>
              <a:buChar char="–"/>
              <a:defRPr/>
            </a:lvl7pPr>
            <a:lvl8pPr lvl="7" algn="l">
              <a:lnSpc>
                <a:spcPct val="115000"/>
              </a:lnSpc>
              <a:spcBef>
                <a:spcPts val="0"/>
              </a:spcBef>
              <a:spcAft>
                <a:spcPts val="0"/>
              </a:spcAft>
              <a:buClr>
                <a:schemeClr val="dk1"/>
              </a:buClr>
              <a:buSzPts val="1800"/>
              <a:buChar char="–"/>
              <a:defRPr/>
            </a:lvl8pPr>
            <a:lvl9pPr lvl="8"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ernate" showMasterSp="0">
  <p:cSld name="Title Slide Alternate">
    <p:bg>
      <p:bgPr>
        <a:solidFill>
          <a:schemeClr val="lt1"/>
        </a:solidFill>
      </p:bgPr>
    </p:bg>
    <p:spTree>
      <p:nvGrpSpPr>
        <p:cNvPr id="80" name="Shape 80"/>
        <p:cNvGrpSpPr/>
        <p:nvPr/>
      </p:nvGrpSpPr>
      <p:grpSpPr>
        <a:xfrm>
          <a:off x="0" y="0"/>
          <a:ext cx="0" cy="0"/>
          <a:chOff x="0" y="0"/>
          <a:chExt cx="0" cy="0"/>
        </a:xfrm>
      </p:grpSpPr>
      <p:sp>
        <p:nvSpPr>
          <p:cNvPr id="81" name="Google Shape;81;p9"/>
          <p:cNvSpPr/>
          <p:nvPr/>
        </p:nvSpPr>
        <p:spPr>
          <a:xfrm>
            <a:off x="0" y="3625065"/>
            <a:ext cx="12192000" cy="323295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nvGrpSpPr>
          <p:cNvPr id="82" name="Google Shape;82;p9"/>
          <p:cNvGrpSpPr/>
          <p:nvPr/>
        </p:nvGrpSpPr>
        <p:grpSpPr>
          <a:xfrm>
            <a:off x="5430" y="3606831"/>
            <a:ext cx="12192000" cy="61997"/>
            <a:chOff x="3" y="1195"/>
            <a:chExt cx="6736" cy="68"/>
          </a:xfrm>
        </p:grpSpPr>
        <p:sp>
          <p:nvSpPr>
            <p:cNvPr id="83" name="Google Shape;83;p9"/>
            <p:cNvSpPr/>
            <p:nvPr/>
          </p:nvSpPr>
          <p:spPr>
            <a:xfrm>
              <a:off x="3" y="1195"/>
              <a:ext cx="6733" cy="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84" name="Google Shape;84;p9"/>
            <p:cNvSpPr/>
            <p:nvPr/>
          </p:nvSpPr>
          <p:spPr>
            <a:xfrm>
              <a:off x="1829" y="1195"/>
              <a:ext cx="4910" cy="6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sp>
        <p:nvSpPr>
          <p:cNvPr id="85" name="Google Shape;85;p9"/>
          <p:cNvSpPr txBox="1"/>
          <p:nvPr>
            <p:ph type="ctrTitle"/>
          </p:nvPr>
        </p:nvSpPr>
        <p:spPr>
          <a:xfrm>
            <a:off x="3305016" y="4048064"/>
            <a:ext cx="6031344" cy="871200"/>
          </a:xfrm>
          <a:prstGeom prst="rect">
            <a:avLst/>
          </a:prstGeom>
          <a:noFill/>
          <a:ln>
            <a:noFill/>
          </a:ln>
        </p:spPr>
        <p:txBody>
          <a:bodyPr anchorCtr="0" anchor="t" bIns="0" lIns="0" spcFirstLastPara="1" rIns="0" wrap="square" tIns="0">
            <a:noAutofit/>
          </a:bodyPr>
          <a:lstStyle>
            <a:lvl1pPr lvl="0" algn="l">
              <a:lnSpc>
                <a:spcPct val="105000"/>
              </a:lnSpc>
              <a:spcBef>
                <a:spcPts val="0"/>
              </a:spcBef>
              <a:spcAft>
                <a:spcPts val="0"/>
              </a:spcAft>
              <a:buSzPts val="1400"/>
              <a:buNone/>
              <a:defRPr sz="3000">
                <a:solidFill>
                  <a:schemeClr val="lt1"/>
                </a:solidFill>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86" name="Google Shape;86;p9"/>
          <p:cNvSpPr txBox="1"/>
          <p:nvPr>
            <p:ph idx="1" type="subTitle"/>
          </p:nvPr>
        </p:nvSpPr>
        <p:spPr>
          <a:xfrm>
            <a:off x="3305016" y="4982727"/>
            <a:ext cx="6031344" cy="67852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l">
              <a:lnSpc>
                <a:spcPct val="115000"/>
              </a:lnSpc>
              <a:spcBef>
                <a:spcPts val="0"/>
              </a:spcBef>
              <a:spcAft>
                <a:spcPts val="0"/>
              </a:spcAft>
              <a:buClr>
                <a:srgbClr val="595959"/>
              </a:buClr>
              <a:buSzPts val="1800"/>
              <a:buChar char="−"/>
              <a:defRPr/>
            </a:lvl2pPr>
            <a:lvl3pPr lvl="2" algn="l">
              <a:lnSpc>
                <a:spcPct val="115000"/>
              </a:lnSpc>
              <a:spcBef>
                <a:spcPts val="0"/>
              </a:spcBef>
              <a:spcAft>
                <a:spcPts val="0"/>
              </a:spcAft>
              <a:buClr>
                <a:srgbClr val="595959"/>
              </a:buClr>
              <a:buSzPts val="1800"/>
              <a:buChar char="–"/>
              <a:defRPr/>
            </a:lvl3pPr>
            <a:lvl4pPr lvl="3" algn="l">
              <a:lnSpc>
                <a:spcPct val="115000"/>
              </a:lnSpc>
              <a:spcBef>
                <a:spcPts val="0"/>
              </a:spcBef>
              <a:spcAft>
                <a:spcPts val="0"/>
              </a:spcAft>
              <a:buClr>
                <a:srgbClr val="595959"/>
              </a:buClr>
              <a:buSzPts val="1800"/>
              <a:buChar char="–"/>
              <a:defRPr/>
            </a:lvl4pPr>
            <a:lvl5pPr lvl="4" algn="l">
              <a:lnSpc>
                <a:spcPct val="115000"/>
              </a:lnSpc>
              <a:spcBef>
                <a:spcPts val="0"/>
              </a:spcBef>
              <a:spcAft>
                <a:spcPts val="0"/>
              </a:spcAft>
              <a:buClr>
                <a:srgbClr val="595959"/>
              </a:buClr>
              <a:buSzPts val="1800"/>
              <a:buChar char="–"/>
              <a:defRPr/>
            </a:lvl5pPr>
            <a:lvl6pPr lvl="5" algn="l">
              <a:lnSpc>
                <a:spcPct val="115000"/>
              </a:lnSpc>
              <a:spcBef>
                <a:spcPts val="0"/>
              </a:spcBef>
              <a:spcAft>
                <a:spcPts val="0"/>
              </a:spcAft>
              <a:buClr>
                <a:schemeClr val="dk1"/>
              </a:buClr>
              <a:buSzPts val="1800"/>
              <a:buChar char="–"/>
              <a:defRPr/>
            </a:lvl6pPr>
            <a:lvl7pPr lvl="6" algn="l">
              <a:lnSpc>
                <a:spcPct val="115000"/>
              </a:lnSpc>
              <a:spcBef>
                <a:spcPts val="0"/>
              </a:spcBef>
              <a:spcAft>
                <a:spcPts val="0"/>
              </a:spcAft>
              <a:buClr>
                <a:schemeClr val="dk1"/>
              </a:buClr>
              <a:buSzPts val="1800"/>
              <a:buChar char="–"/>
              <a:defRPr/>
            </a:lvl7pPr>
            <a:lvl8pPr lvl="7" algn="l">
              <a:lnSpc>
                <a:spcPct val="115000"/>
              </a:lnSpc>
              <a:spcBef>
                <a:spcPts val="0"/>
              </a:spcBef>
              <a:spcAft>
                <a:spcPts val="0"/>
              </a:spcAft>
              <a:buClr>
                <a:schemeClr val="dk1"/>
              </a:buClr>
              <a:buSzPts val="1800"/>
              <a:buChar char="–"/>
              <a:defRPr/>
            </a:lvl8pPr>
            <a:lvl9pPr lvl="8" algn="l">
              <a:lnSpc>
                <a:spcPct val="115000"/>
              </a:lnSpc>
              <a:spcBef>
                <a:spcPts val="0"/>
              </a:spcBef>
              <a:spcAft>
                <a:spcPts val="0"/>
              </a:spcAft>
              <a:buClr>
                <a:schemeClr val="dk1"/>
              </a:buClr>
              <a:buSzPts val="1800"/>
              <a:buChar char="–"/>
              <a:defRPr/>
            </a:lvl9pPr>
          </a:lstStyle>
          <a:p/>
        </p:txBody>
      </p:sp>
      <p:sp>
        <p:nvSpPr>
          <p:cNvPr descr="AIRBUS_WHITE.png" id="87" name="Google Shape;87;p9"/>
          <p:cNvSpPr/>
          <p:nvPr/>
        </p:nvSpPr>
        <p:spPr>
          <a:xfrm>
            <a:off x="10560496" y="6165304"/>
            <a:ext cx="1440160" cy="360040"/>
          </a:xfrm>
          <a:prstGeom prst="rect">
            <a:avLst/>
          </a:prstGeom>
          <a:noFill/>
          <a:ln>
            <a:noFill/>
          </a:ln>
        </p:spPr>
      </p:sp>
      <p:sp>
        <p:nvSpPr>
          <p:cNvPr id="88" name="Google Shape;88;p9"/>
          <p:cNvSpPr txBox="1"/>
          <p:nvPr>
            <p:ph idx="2" type="body"/>
          </p:nvPr>
        </p:nvSpPr>
        <p:spPr>
          <a:xfrm>
            <a:off x="3305016" y="6048000"/>
            <a:ext cx="6031344" cy="62136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500"/>
              <a:buNone/>
              <a:defRPr>
                <a:solidFill>
                  <a:schemeClr val="lt1"/>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
        <p:nvSpPr>
          <p:cNvPr id="89" name="Google Shape;89;p9"/>
          <p:cNvSpPr/>
          <p:nvPr>
            <p:ph idx="3" type="pic"/>
          </p:nvPr>
        </p:nvSpPr>
        <p:spPr>
          <a:xfrm>
            <a:off x="0" y="0"/>
            <a:ext cx="12192000" cy="3606831"/>
          </a:xfrm>
          <a:prstGeom prst="rect">
            <a:avLst/>
          </a:prstGeom>
          <a:solidFill>
            <a:srgbClr val="BFBFBF"/>
          </a:solid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1pPr>
            <a:lvl2pPr lvl="1" marR="0" rtl="0" algn="l">
              <a:lnSpc>
                <a:spcPct val="115000"/>
              </a:lnSpc>
              <a:spcBef>
                <a:spcPts val="0"/>
              </a:spcBef>
              <a:spcAft>
                <a:spcPts val="0"/>
              </a:spcAft>
              <a:buClr>
                <a:srgbClr val="595959"/>
              </a:buClr>
              <a:buSzPts val="1500"/>
              <a:buFont typeface="Noto Sans Symbols"/>
              <a:buChar char="−"/>
              <a:defRPr b="0" i="0" sz="1500" u="none" cap="none" strike="noStrike">
                <a:solidFill>
                  <a:srgbClr val="595959"/>
                </a:solidFill>
                <a:latin typeface="Arial"/>
                <a:ea typeface="Arial"/>
                <a:cs typeface="Arial"/>
                <a:sym typeface="Arial"/>
              </a:defRPr>
            </a:lvl2pPr>
            <a:lvl3pPr lvl="2"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lvl="6"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lvl="7"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lvl="8"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ernate 2" showMasterSp="0">
  <p:cSld name="Title Slide Alternate 2">
    <p:bg>
      <p:bgPr>
        <a:noFill/>
      </p:bgPr>
    </p:bg>
    <p:spTree>
      <p:nvGrpSpPr>
        <p:cNvPr id="90" name="Shape 90"/>
        <p:cNvGrpSpPr/>
        <p:nvPr/>
      </p:nvGrpSpPr>
      <p:grpSpPr>
        <a:xfrm>
          <a:off x="0" y="0"/>
          <a:ext cx="0" cy="0"/>
          <a:chOff x="0" y="0"/>
          <a:chExt cx="0" cy="0"/>
        </a:xfrm>
      </p:grpSpPr>
      <p:sp>
        <p:nvSpPr>
          <p:cNvPr id="91" name="Google Shape;91;p10"/>
          <p:cNvSpPr/>
          <p:nvPr/>
        </p:nvSpPr>
        <p:spPr>
          <a:xfrm>
            <a:off x="0" y="3625065"/>
            <a:ext cx="12192000" cy="323295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nvGrpSpPr>
          <p:cNvPr id="92" name="Google Shape;92;p10"/>
          <p:cNvGrpSpPr/>
          <p:nvPr/>
        </p:nvGrpSpPr>
        <p:grpSpPr>
          <a:xfrm>
            <a:off x="5430" y="3606831"/>
            <a:ext cx="12192000" cy="61997"/>
            <a:chOff x="3" y="1195"/>
            <a:chExt cx="6736" cy="68"/>
          </a:xfrm>
        </p:grpSpPr>
        <p:sp>
          <p:nvSpPr>
            <p:cNvPr id="93" name="Google Shape;93;p10"/>
            <p:cNvSpPr/>
            <p:nvPr/>
          </p:nvSpPr>
          <p:spPr>
            <a:xfrm>
              <a:off x="3" y="1195"/>
              <a:ext cx="6733" cy="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94" name="Google Shape;94;p10"/>
            <p:cNvSpPr/>
            <p:nvPr/>
          </p:nvSpPr>
          <p:spPr>
            <a:xfrm>
              <a:off x="1829" y="1195"/>
              <a:ext cx="4910" cy="6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sp>
        <p:nvSpPr>
          <p:cNvPr id="95" name="Google Shape;95;p10"/>
          <p:cNvSpPr txBox="1"/>
          <p:nvPr>
            <p:ph type="ctrTitle"/>
          </p:nvPr>
        </p:nvSpPr>
        <p:spPr>
          <a:xfrm>
            <a:off x="3305016" y="4048064"/>
            <a:ext cx="6031344" cy="871200"/>
          </a:xfrm>
          <a:prstGeom prst="rect">
            <a:avLst/>
          </a:prstGeom>
          <a:noFill/>
          <a:ln>
            <a:noFill/>
          </a:ln>
        </p:spPr>
        <p:txBody>
          <a:bodyPr anchorCtr="0" anchor="t" bIns="0" lIns="0" spcFirstLastPara="1" rIns="0" wrap="square" tIns="0">
            <a:noAutofit/>
          </a:bodyPr>
          <a:lstStyle>
            <a:lvl1pPr lvl="0" algn="l">
              <a:lnSpc>
                <a:spcPct val="105000"/>
              </a:lnSpc>
              <a:spcBef>
                <a:spcPts val="0"/>
              </a:spcBef>
              <a:spcAft>
                <a:spcPts val="0"/>
              </a:spcAft>
              <a:buSzPts val="1400"/>
              <a:buNone/>
              <a:defRPr sz="3000">
                <a:solidFill>
                  <a:schemeClr val="lt1"/>
                </a:solidFill>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96" name="Google Shape;96;p10"/>
          <p:cNvSpPr txBox="1"/>
          <p:nvPr>
            <p:ph idx="1" type="subTitle"/>
          </p:nvPr>
        </p:nvSpPr>
        <p:spPr>
          <a:xfrm>
            <a:off x="3305016" y="4982727"/>
            <a:ext cx="6031344" cy="67852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l">
              <a:lnSpc>
                <a:spcPct val="115000"/>
              </a:lnSpc>
              <a:spcBef>
                <a:spcPts val="0"/>
              </a:spcBef>
              <a:spcAft>
                <a:spcPts val="0"/>
              </a:spcAft>
              <a:buClr>
                <a:srgbClr val="595959"/>
              </a:buClr>
              <a:buSzPts val="1800"/>
              <a:buChar char="−"/>
              <a:defRPr/>
            </a:lvl2pPr>
            <a:lvl3pPr lvl="2" algn="l">
              <a:lnSpc>
                <a:spcPct val="115000"/>
              </a:lnSpc>
              <a:spcBef>
                <a:spcPts val="0"/>
              </a:spcBef>
              <a:spcAft>
                <a:spcPts val="0"/>
              </a:spcAft>
              <a:buClr>
                <a:srgbClr val="595959"/>
              </a:buClr>
              <a:buSzPts val="1800"/>
              <a:buChar char="–"/>
              <a:defRPr/>
            </a:lvl3pPr>
            <a:lvl4pPr lvl="3" algn="l">
              <a:lnSpc>
                <a:spcPct val="115000"/>
              </a:lnSpc>
              <a:spcBef>
                <a:spcPts val="0"/>
              </a:spcBef>
              <a:spcAft>
                <a:spcPts val="0"/>
              </a:spcAft>
              <a:buClr>
                <a:srgbClr val="595959"/>
              </a:buClr>
              <a:buSzPts val="1800"/>
              <a:buChar char="–"/>
              <a:defRPr/>
            </a:lvl4pPr>
            <a:lvl5pPr lvl="4" algn="l">
              <a:lnSpc>
                <a:spcPct val="115000"/>
              </a:lnSpc>
              <a:spcBef>
                <a:spcPts val="0"/>
              </a:spcBef>
              <a:spcAft>
                <a:spcPts val="0"/>
              </a:spcAft>
              <a:buClr>
                <a:srgbClr val="595959"/>
              </a:buClr>
              <a:buSzPts val="1800"/>
              <a:buChar char="–"/>
              <a:defRPr/>
            </a:lvl5pPr>
            <a:lvl6pPr lvl="5" algn="l">
              <a:lnSpc>
                <a:spcPct val="115000"/>
              </a:lnSpc>
              <a:spcBef>
                <a:spcPts val="0"/>
              </a:spcBef>
              <a:spcAft>
                <a:spcPts val="0"/>
              </a:spcAft>
              <a:buClr>
                <a:schemeClr val="dk1"/>
              </a:buClr>
              <a:buSzPts val="1800"/>
              <a:buChar char="–"/>
              <a:defRPr/>
            </a:lvl6pPr>
            <a:lvl7pPr lvl="6" algn="l">
              <a:lnSpc>
                <a:spcPct val="115000"/>
              </a:lnSpc>
              <a:spcBef>
                <a:spcPts val="0"/>
              </a:spcBef>
              <a:spcAft>
                <a:spcPts val="0"/>
              </a:spcAft>
              <a:buClr>
                <a:schemeClr val="dk1"/>
              </a:buClr>
              <a:buSzPts val="1800"/>
              <a:buChar char="–"/>
              <a:defRPr/>
            </a:lvl7pPr>
            <a:lvl8pPr lvl="7" algn="l">
              <a:lnSpc>
                <a:spcPct val="115000"/>
              </a:lnSpc>
              <a:spcBef>
                <a:spcPts val="0"/>
              </a:spcBef>
              <a:spcAft>
                <a:spcPts val="0"/>
              </a:spcAft>
              <a:buClr>
                <a:schemeClr val="dk1"/>
              </a:buClr>
              <a:buSzPts val="1800"/>
              <a:buChar char="–"/>
              <a:defRPr/>
            </a:lvl8pPr>
            <a:lvl9pPr lvl="8" algn="l">
              <a:lnSpc>
                <a:spcPct val="115000"/>
              </a:lnSpc>
              <a:spcBef>
                <a:spcPts val="0"/>
              </a:spcBef>
              <a:spcAft>
                <a:spcPts val="0"/>
              </a:spcAft>
              <a:buClr>
                <a:schemeClr val="dk1"/>
              </a:buClr>
              <a:buSzPts val="1800"/>
              <a:buChar char="–"/>
              <a:defRPr/>
            </a:lvl9pPr>
          </a:lstStyle>
          <a:p/>
        </p:txBody>
      </p:sp>
      <p:sp>
        <p:nvSpPr>
          <p:cNvPr descr="AIRBUS_WHITE.png" id="97" name="Google Shape;97;p10"/>
          <p:cNvSpPr/>
          <p:nvPr/>
        </p:nvSpPr>
        <p:spPr>
          <a:xfrm>
            <a:off x="10560496" y="6165304"/>
            <a:ext cx="1440160" cy="360040"/>
          </a:xfrm>
          <a:prstGeom prst="rect">
            <a:avLst/>
          </a:prstGeom>
          <a:noFill/>
          <a:ln>
            <a:noFill/>
          </a:ln>
        </p:spPr>
      </p:sp>
      <p:sp>
        <p:nvSpPr>
          <p:cNvPr id="98" name="Google Shape;98;p10"/>
          <p:cNvSpPr txBox="1"/>
          <p:nvPr>
            <p:ph idx="2" type="body"/>
          </p:nvPr>
        </p:nvSpPr>
        <p:spPr>
          <a:xfrm>
            <a:off x="3305016" y="6048000"/>
            <a:ext cx="6031344" cy="62136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500"/>
              <a:buNone/>
              <a:defRPr>
                <a:solidFill>
                  <a:schemeClr val="lt1"/>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99" name="Shape 99"/>
        <p:cNvGrpSpPr/>
        <p:nvPr/>
      </p:nvGrpSpPr>
      <p:grpSpPr>
        <a:xfrm>
          <a:off x="0" y="0"/>
          <a:ext cx="0" cy="0"/>
          <a:chOff x="0" y="0"/>
          <a:chExt cx="0" cy="0"/>
        </a:xfrm>
      </p:grpSpPr>
      <p:sp>
        <p:nvSpPr>
          <p:cNvPr id="100" name="Google Shape;100;p11"/>
          <p:cNvSpPr txBox="1"/>
          <p:nvPr>
            <p:ph type="title"/>
          </p:nvPr>
        </p:nvSpPr>
        <p:spPr>
          <a:xfrm>
            <a:off x="469901" y="653692"/>
            <a:ext cx="11249698" cy="881187"/>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SzPts val="1400"/>
              <a:buNone/>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101" name="Google Shape;101;p11"/>
          <p:cNvSpPr txBox="1"/>
          <p:nvPr>
            <p:ph idx="1" type="body"/>
          </p:nvPr>
        </p:nvSpPr>
        <p:spPr>
          <a:xfrm>
            <a:off x="472407" y="1566000"/>
            <a:ext cx="11247192" cy="428643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Clr>
                <a:srgbClr val="595959"/>
              </a:buClr>
              <a:buSzPts val="1800"/>
              <a:buChar char="•"/>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
        <p:nvSpPr>
          <p:cNvPr id="102" name="Google Shape;102;p11"/>
          <p:cNvSpPr txBox="1"/>
          <p:nvPr>
            <p:ph idx="10" type="dt"/>
          </p:nvPr>
        </p:nvSpPr>
        <p:spPr>
          <a:xfrm>
            <a:off x="777600" y="6444000"/>
            <a:ext cx="1159100" cy="216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1"/>
          <p:cNvSpPr txBox="1"/>
          <p:nvPr>
            <p:ph idx="11" type="ftr"/>
          </p:nvPr>
        </p:nvSpPr>
        <p:spPr>
          <a:xfrm>
            <a:off x="2236498" y="6444000"/>
            <a:ext cx="8296104" cy="216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1"/>
          <p:cNvSpPr txBox="1"/>
          <p:nvPr>
            <p:ph idx="12" type="sldNum"/>
          </p:nvPr>
        </p:nvSpPr>
        <p:spPr>
          <a:xfrm>
            <a:off x="472407" y="6444000"/>
            <a:ext cx="295001" cy="216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a:lvl1pPr>
            <a:lvl2pPr indent="0" lvl="1" marL="0" algn="l">
              <a:lnSpc>
                <a:spcPct val="100000"/>
              </a:lnSpc>
              <a:spcBef>
                <a:spcPts val="0"/>
              </a:spcBef>
              <a:spcAft>
                <a:spcPts val="0"/>
              </a:spcAft>
              <a:buNone/>
              <a:defRPr/>
            </a:lvl2pPr>
            <a:lvl3pPr indent="0" lvl="2" marL="0" algn="l">
              <a:lnSpc>
                <a:spcPct val="100000"/>
              </a:lnSpc>
              <a:spcBef>
                <a:spcPts val="0"/>
              </a:spcBef>
              <a:spcAft>
                <a:spcPts val="0"/>
              </a:spcAft>
              <a:buNone/>
              <a:defRPr/>
            </a:lvl3pPr>
            <a:lvl4pPr indent="0" lvl="3" marL="0" algn="l">
              <a:lnSpc>
                <a:spcPct val="100000"/>
              </a:lnSpc>
              <a:spcBef>
                <a:spcPts val="0"/>
              </a:spcBef>
              <a:spcAft>
                <a:spcPts val="0"/>
              </a:spcAft>
              <a:buNone/>
              <a:defRPr/>
            </a:lvl4pPr>
            <a:lvl5pPr indent="0" lvl="4" marL="0" algn="l">
              <a:lnSpc>
                <a:spcPct val="100000"/>
              </a:lnSpc>
              <a:spcBef>
                <a:spcPts val="0"/>
              </a:spcBef>
              <a:spcAft>
                <a:spcPts val="0"/>
              </a:spcAft>
              <a:buNone/>
              <a:defRPr/>
            </a:lvl5pPr>
            <a:lvl6pPr indent="0" lvl="5" marL="0" algn="l">
              <a:lnSpc>
                <a:spcPct val="100000"/>
              </a:lnSpc>
              <a:spcBef>
                <a:spcPts val="0"/>
              </a:spcBef>
              <a:spcAft>
                <a:spcPts val="0"/>
              </a:spcAft>
              <a:buNone/>
              <a:defRPr/>
            </a:lvl6pPr>
            <a:lvl7pPr indent="0" lvl="6" marL="0" algn="l">
              <a:lnSpc>
                <a:spcPct val="100000"/>
              </a:lnSpc>
              <a:spcBef>
                <a:spcPts val="0"/>
              </a:spcBef>
              <a:spcAft>
                <a:spcPts val="0"/>
              </a:spcAft>
              <a:buNone/>
              <a:defRPr/>
            </a:lvl7pPr>
            <a:lvl8pPr indent="0" lvl="7" marL="0" algn="l">
              <a:lnSpc>
                <a:spcPct val="100000"/>
              </a:lnSpc>
              <a:spcBef>
                <a:spcPts val="0"/>
              </a:spcBef>
              <a:spcAft>
                <a:spcPts val="0"/>
              </a:spcAft>
              <a:buNone/>
              <a:defRPr/>
            </a:lvl8pPr>
            <a:lvl9pPr indent="0" lvl="8" marL="0" algn="l">
              <a:lnSpc>
                <a:spcPct val="100000"/>
              </a:lnSpc>
              <a:spcBef>
                <a:spcPts val="0"/>
              </a:spcBef>
              <a:spcAft>
                <a:spcPts val="0"/>
              </a:spcAft>
              <a:buNone/>
              <a:defRPr/>
            </a:lvl9pPr>
          </a:lstStyle>
          <a:p>
            <a:pPr indent="0" lvl="0" marL="0" rtl="0" algn="l">
              <a:spcBef>
                <a:spcPts val="0"/>
              </a:spcBef>
              <a:spcAft>
                <a:spcPts val="0"/>
              </a:spcAft>
              <a:buNone/>
            </a:pPr>
            <a:fld id="{00000000-1234-1234-1234-123412341234}" type="slidenum">
              <a:rPr lang="fr-FR"/>
              <a:t>‹#›</a:t>
            </a:fld>
            <a:endParaRPr/>
          </a:p>
        </p:txBody>
      </p:sp>
      <p:sp>
        <p:nvSpPr>
          <p:cNvPr id="105" name="Google Shape;105;p11"/>
          <p:cNvSpPr txBox="1"/>
          <p:nvPr>
            <p:ph idx="2" type="body"/>
          </p:nvPr>
        </p:nvSpPr>
        <p:spPr>
          <a:xfrm>
            <a:off x="8649337" y="332209"/>
            <a:ext cx="3266785" cy="144463"/>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800"/>
              <a:buNone/>
              <a:defRPr sz="800">
                <a:solidFill>
                  <a:srgbClr val="FF0000"/>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Image">
  <p:cSld name="Content and Image">
    <p:spTree>
      <p:nvGrpSpPr>
        <p:cNvPr id="106" name="Shape 106"/>
        <p:cNvGrpSpPr/>
        <p:nvPr/>
      </p:nvGrpSpPr>
      <p:grpSpPr>
        <a:xfrm>
          <a:off x="0" y="0"/>
          <a:ext cx="0" cy="0"/>
          <a:chOff x="0" y="0"/>
          <a:chExt cx="0" cy="0"/>
        </a:xfrm>
      </p:grpSpPr>
      <p:sp>
        <p:nvSpPr>
          <p:cNvPr id="107" name="Google Shape;107;p12"/>
          <p:cNvSpPr txBox="1"/>
          <p:nvPr>
            <p:ph type="title"/>
          </p:nvPr>
        </p:nvSpPr>
        <p:spPr>
          <a:xfrm>
            <a:off x="469901" y="653692"/>
            <a:ext cx="11249698" cy="881187"/>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SzPts val="1400"/>
              <a:buNone/>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108" name="Google Shape;108;p12"/>
          <p:cNvSpPr txBox="1"/>
          <p:nvPr>
            <p:ph idx="1" type="body"/>
          </p:nvPr>
        </p:nvSpPr>
        <p:spPr>
          <a:xfrm>
            <a:off x="472404" y="1566000"/>
            <a:ext cx="5418347" cy="428643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Clr>
                <a:srgbClr val="595959"/>
              </a:buClr>
              <a:buSzPts val="1800"/>
              <a:buChar char="•"/>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
        <p:nvSpPr>
          <p:cNvPr id="109" name="Google Shape;109;p12"/>
          <p:cNvSpPr txBox="1"/>
          <p:nvPr>
            <p:ph idx="10" type="dt"/>
          </p:nvPr>
        </p:nvSpPr>
        <p:spPr>
          <a:xfrm>
            <a:off x="777600" y="6444000"/>
            <a:ext cx="1159100" cy="216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2"/>
          <p:cNvSpPr txBox="1"/>
          <p:nvPr>
            <p:ph idx="11" type="ftr"/>
          </p:nvPr>
        </p:nvSpPr>
        <p:spPr>
          <a:xfrm>
            <a:off x="2236498" y="6444000"/>
            <a:ext cx="8296104" cy="216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2"/>
          <p:cNvSpPr txBox="1"/>
          <p:nvPr>
            <p:ph idx="12" type="sldNum"/>
          </p:nvPr>
        </p:nvSpPr>
        <p:spPr>
          <a:xfrm>
            <a:off x="472407" y="6444000"/>
            <a:ext cx="295001" cy="216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a:lvl1pPr>
            <a:lvl2pPr indent="0" lvl="1" marL="0" algn="l">
              <a:lnSpc>
                <a:spcPct val="100000"/>
              </a:lnSpc>
              <a:spcBef>
                <a:spcPts val="0"/>
              </a:spcBef>
              <a:spcAft>
                <a:spcPts val="0"/>
              </a:spcAft>
              <a:buNone/>
              <a:defRPr/>
            </a:lvl2pPr>
            <a:lvl3pPr indent="0" lvl="2" marL="0" algn="l">
              <a:lnSpc>
                <a:spcPct val="100000"/>
              </a:lnSpc>
              <a:spcBef>
                <a:spcPts val="0"/>
              </a:spcBef>
              <a:spcAft>
                <a:spcPts val="0"/>
              </a:spcAft>
              <a:buNone/>
              <a:defRPr/>
            </a:lvl3pPr>
            <a:lvl4pPr indent="0" lvl="3" marL="0" algn="l">
              <a:lnSpc>
                <a:spcPct val="100000"/>
              </a:lnSpc>
              <a:spcBef>
                <a:spcPts val="0"/>
              </a:spcBef>
              <a:spcAft>
                <a:spcPts val="0"/>
              </a:spcAft>
              <a:buNone/>
              <a:defRPr/>
            </a:lvl4pPr>
            <a:lvl5pPr indent="0" lvl="4" marL="0" algn="l">
              <a:lnSpc>
                <a:spcPct val="100000"/>
              </a:lnSpc>
              <a:spcBef>
                <a:spcPts val="0"/>
              </a:spcBef>
              <a:spcAft>
                <a:spcPts val="0"/>
              </a:spcAft>
              <a:buNone/>
              <a:defRPr/>
            </a:lvl5pPr>
            <a:lvl6pPr indent="0" lvl="5" marL="0" algn="l">
              <a:lnSpc>
                <a:spcPct val="100000"/>
              </a:lnSpc>
              <a:spcBef>
                <a:spcPts val="0"/>
              </a:spcBef>
              <a:spcAft>
                <a:spcPts val="0"/>
              </a:spcAft>
              <a:buNone/>
              <a:defRPr/>
            </a:lvl6pPr>
            <a:lvl7pPr indent="0" lvl="6" marL="0" algn="l">
              <a:lnSpc>
                <a:spcPct val="100000"/>
              </a:lnSpc>
              <a:spcBef>
                <a:spcPts val="0"/>
              </a:spcBef>
              <a:spcAft>
                <a:spcPts val="0"/>
              </a:spcAft>
              <a:buNone/>
              <a:defRPr/>
            </a:lvl7pPr>
            <a:lvl8pPr indent="0" lvl="7" marL="0" algn="l">
              <a:lnSpc>
                <a:spcPct val="100000"/>
              </a:lnSpc>
              <a:spcBef>
                <a:spcPts val="0"/>
              </a:spcBef>
              <a:spcAft>
                <a:spcPts val="0"/>
              </a:spcAft>
              <a:buNone/>
              <a:defRPr/>
            </a:lvl8pPr>
            <a:lvl9pPr indent="0" lvl="8" marL="0" algn="l">
              <a:lnSpc>
                <a:spcPct val="100000"/>
              </a:lnSpc>
              <a:spcBef>
                <a:spcPts val="0"/>
              </a:spcBef>
              <a:spcAft>
                <a:spcPts val="0"/>
              </a:spcAft>
              <a:buNone/>
              <a:defRPr/>
            </a:lvl9pPr>
          </a:lstStyle>
          <a:p>
            <a:pPr indent="0" lvl="0" marL="0" rtl="0" algn="l">
              <a:spcBef>
                <a:spcPts val="0"/>
              </a:spcBef>
              <a:spcAft>
                <a:spcPts val="0"/>
              </a:spcAft>
              <a:buNone/>
            </a:pPr>
            <a:fld id="{00000000-1234-1234-1234-123412341234}" type="slidenum">
              <a:rPr lang="fr-FR"/>
              <a:t>‹#›</a:t>
            </a:fld>
            <a:endParaRPr/>
          </a:p>
        </p:txBody>
      </p:sp>
      <p:sp>
        <p:nvSpPr>
          <p:cNvPr id="112" name="Google Shape;112;p12"/>
          <p:cNvSpPr/>
          <p:nvPr>
            <p:ph idx="2" type="pic"/>
          </p:nvPr>
        </p:nvSpPr>
        <p:spPr>
          <a:xfrm>
            <a:off x="6156000" y="1565999"/>
            <a:ext cx="5508000" cy="32868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1pPr>
            <a:lvl2pPr lvl="1" marR="0" rtl="0" algn="l">
              <a:lnSpc>
                <a:spcPct val="115000"/>
              </a:lnSpc>
              <a:spcBef>
                <a:spcPts val="0"/>
              </a:spcBef>
              <a:spcAft>
                <a:spcPts val="0"/>
              </a:spcAft>
              <a:buClr>
                <a:srgbClr val="595959"/>
              </a:buClr>
              <a:buSzPts val="1500"/>
              <a:buFont typeface="Noto Sans Symbols"/>
              <a:buChar char="−"/>
              <a:defRPr b="0" i="0" sz="1500" u="none" cap="none" strike="noStrike">
                <a:solidFill>
                  <a:srgbClr val="595959"/>
                </a:solidFill>
                <a:latin typeface="Arial"/>
                <a:ea typeface="Arial"/>
                <a:cs typeface="Arial"/>
                <a:sym typeface="Arial"/>
              </a:defRPr>
            </a:lvl2pPr>
            <a:lvl3pPr lvl="2"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lvl="6"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lvl="7"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lvl="8"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3" name="Google Shape;113;p12"/>
          <p:cNvSpPr txBox="1"/>
          <p:nvPr>
            <p:ph idx="3" type="body"/>
          </p:nvPr>
        </p:nvSpPr>
        <p:spPr>
          <a:xfrm>
            <a:off x="8649337" y="332209"/>
            <a:ext cx="3266785" cy="144463"/>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800"/>
              <a:buNone/>
              <a:defRPr sz="800">
                <a:solidFill>
                  <a:srgbClr val="FF0000"/>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bg>
      <p:bgPr>
        <a:noFill/>
      </p:bgPr>
    </p:bg>
    <p:spTree>
      <p:nvGrpSpPr>
        <p:cNvPr id="114" name="Shape 114"/>
        <p:cNvGrpSpPr/>
        <p:nvPr/>
      </p:nvGrpSpPr>
      <p:grpSpPr>
        <a:xfrm>
          <a:off x="0" y="0"/>
          <a:ext cx="0" cy="0"/>
          <a:chOff x="0" y="0"/>
          <a:chExt cx="0" cy="0"/>
        </a:xfrm>
      </p:grpSpPr>
      <p:sp>
        <p:nvSpPr>
          <p:cNvPr id="115" name="Google Shape;115;p13"/>
          <p:cNvSpPr txBox="1"/>
          <p:nvPr>
            <p:ph type="title"/>
          </p:nvPr>
        </p:nvSpPr>
        <p:spPr>
          <a:xfrm>
            <a:off x="3905794" y="2054627"/>
            <a:ext cx="7158758" cy="1372321"/>
          </a:xfrm>
          <a:prstGeom prst="rect">
            <a:avLst/>
          </a:prstGeom>
          <a:noFill/>
          <a:ln>
            <a:noFill/>
          </a:ln>
        </p:spPr>
        <p:txBody>
          <a:bodyPr anchorCtr="0" anchor="b" bIns="0" lIns="0" spcFirstLastPara="1" rIns="0" wrap="square" tIns="0">
            <a:noAutofit/>
          </a:bodyPr>
          <a:lstStyle>
            <a:lvl1pPr lvl="0" algn="l">
              <a:lnSpc>
                <a:spcPct val="110000"/>
              </a:lnSpc>
              <a:spcBef>
                <a:spcPts val="0"/>
              </a:spcBef>
              <a:spcAft>
                <a:spcPts val="0"/>
              </a:spcAft>
              <a:buSzPts val="1400"/>
              <a:buNone/>
              <a:defRPr>
                <a:solidFill>
                  <a:schemeClr val="dk2"/>
                </a:solidFill>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116" name="Google Shape;116;p13"/>
          <p:cNvSpPr txBox="1"/>
          <p:nvPr>
            <p:ph idx="10" type="dt"/>
          </p:nvPr>
        </p:nvSpPr>
        <p:spPr>
          <a:xfrm>
            <a:off x="777600" y="6444000"/>
            <a:ext cx="1159100" cy="216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3"/>
          <p:cNvSpPr txBox="1"/>
          <p:nvPr>
            <p:ph idx="11" type="ftr"/>
          </p:nvPr>
        </p:nvSpPr>
        <p:spPr>
          <a:xfrm>
            <a:off x="2236498" y="6444000"/>
            <a:ext cx="8296104" cy="216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3"/>
          <p:cNvSpPr txBox="1"/>
          <p:nvPr>
            <p:ph idx="12" type="sldNum"/>
          </p:nvPr>
        </p:nvSpPr>
        <p:spPr>
          <a:xfrm>
            <a:off x="472407" y="6444000"/>
            <a:ext cx="295001" cy="216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sz="800">
                <a:solidFill>
                  <a:srgbClr val="595959"/>
                </a:solidFill>
                <a:latin typeface="Arial"/>
                <a:ea typeface="Arial"/>
                <a:cs typeface="Arial"/>
                <a:sym typeface="Arial"/>
              </a:defRPr>
            </a:lvl1pPr>
            <a:lvl2pPr indent="0" lvl="1" marL="0" algn="l">
              <a:lnSpc>
                <a:spcPct val="100000"/>
              </a:lnSpc>
              <a:spcBef>
                <a:spcPts val="0"/>
              </a:spcBef>
              <a:spcAft>
                <a:spcPts val="0"/>
              </a:spcAft>
              <a:buNone/>
              <a:defRPr sz="800">
                <a:solidFill>
                  <a:srgbClr val="595959"/>
                </a:solidFill>
                <a:latin typeface="Arial"/>
                <a:ea typeface="Arial"/>
                <a:cs typeface="Arial"/>
                <a:sym typeface="Arial"/>
              </a:defRPr>
            </a:lvl2pPr>
            <a:lvl3pPr indent="0" lvl="2" marL="0" algn="l">
              <a:lnSpc>
                <a:spcPct val="100000"/>
              </a:lnSpc>
              <a:spcBef>
                <a:spcPts val="0"/>
              </a:spcBef>
              <a:spcAft>
                <a:spcPts val="0"/>
              </a:spcAft>
              <a:buNone/>
              <a:defRPr sz="800">
                <a:solidFill>
                  <a:srgbClr val="595959"/>
                </a:solidFill>
                <a:latin typeface="Arial"/>
                <a:ea typeface="Arial"/>
                <a:cs typeface="Arial"/>
                <a:sym typeface="Arial"/>
              </a:defRPr>
            </a:lvl3pPr>
            <a:lvl4pPr indent="0" lvl="3" marL="0" algn="l">
              <a:lnSpc>
                <a:spcPct val="100000"/>
              </a:lnSpc>
              <a:spcBef>
                <a:spcPts val="0"/>
              </a:spcBef>
              <a:spcAft>
                <a:spcPts val="0"/>
              </a:spcAft>
              <a:buNone/>
              <a:defRPr sz="800">
                <a:solidFill>
                  <a:srgbClr val="595959"/>
                </a:solidFill>
                <a:latin typeface="Arial"/>
                <a:ea typeface="Arial"/>
                <a:cs typeface="Arial"/>
                <a:sym typeface="Arial"/>
              </a:defRPr>
            </a:lvl4pPr>
            <a:lvl5pPr indent="0" lvl="4" marL="0" algn="l">
              <a:lnSpc>
                <a:spcPct val="100000"/>
              </a:lnSpc>
              <a:spcBef>
                <a:spcPts val="0"/>
              </a:spcBef>
              <a:spcAft>
                <a:spcPts val="0"/>
              </a:spcAft>
              <a:buNone/>
              <a:defRPr sz="800">
                <a:solidFill>
                  <a:srgbClr val="595959"/>
                </a:solidFill>
                <a:latin typeface="Arial"/>
                <a:ea typeface="Arial"/>
                <a:cs typeface="Arial"/>
                <a:sym typeface="Arial"/>
              </a:defRPr>
            </a:lvl5pPr>
            <a:lvl6pPr indent="0" lvl="5" marL="0" algn="l">
              <a:lnSpc>
                <a:spcPct val="100000"/>
              </a:lnSpc>
              <a:spcBef>
                <a:spcPts val="0"/>
              </a:spcBef>
              <a:spcAft>
                <a:spcPts val="0"/>
              </a:spcAft>
              <a:buNone/>
              <a:defRPr sz="800">
                <a:solidFill>
                  <a:srgbClr val="595959"/>
                </a:solidFill>
                <a:latin typeface="Arial"/>
                <a:ea typeface="Arial"/>
                <a:cs typeface="Arial"/>
                <a:sym typeface="Arial"/>
              </a:defRPr>
            </a:lvl6pPr>
            <a:lvl7pPr indent="0" lvl="6" marL="0" algn="l">
              <a:lnSpc>
                <a:spcPct val="100000"/>
              </a:lnSpc>
              <a:spcBef>
                <a:spcPts val="0"/>
              </a:spcBef>
              <a:spcAft>
                <a:spcPts val="0"/>
              </a:spcAft>
              <a:buNone/>
              <a:defRPr sz="800">
                <a:solidFill>
                  <a:srgbClr val="595959"/>
                </a:solidFill>
                <a:latin typeface="Arial"/>
                <a:ea typeface="Arial"/>
                <a:cs typeface="Arial"/>
                <a:sym typeface="Arial"/>
              </a:defRPr>
            </a:lvl7pPr>
            <a:lvl8pPr indent="0" lvl="7" marL="0" algn="l">
              <a:lnSpc>
                <a:spcPct val="100000"/>
              </a:lnSpc>
              <a:spcBef>
                <a:spcPts val="0"/>
              </a:spcBef>
              <a:spcAft>
                <a:spcPts val="0"/>
              </a:spcAft>
              <a:buNone/>
              <a:defRPr sz="800">
                <a:solidFill>
                  <a:srgbClr val="595959"/>
                </a:solidFill>
                <a:latin typeface="Arial"/>
                <a:ea typeface="Arial"/>
                <a:cs typeface="Arial"/>
                <a:sym typeface="Arial"/>
              </a:defRPr>
            </a:lvl8pPr>
            <a:lvl9pPr indent="0" lvl="8" marL="0" algn="l">
              <a:lnSpc>
                <a:spcPct val="100000"/>
              </a:lnSpc>
              <a:spcBef>
                <a:spcPts val="0"/>
              </a:spcBef>
              <a:spcAft>
                <a:spcPts val="0"/>
              </a:spcAft>
              <a:buNone/>
              <a:defRPr sz="800">
                <a:solidFill>
                  <a:srgbClr val="595959"/>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FR"/>
              <a:t>‹#›</a:t>
            </a:fld>
            <a:endParaRPr/>
          </a:p>
        </p:txBody>
      </p:sp>
      <p:sp>
        <p:nvSpPr>
          <p:cNvPr id="119" name="Google Shape;119;p13"/>
          <p:cNvSpPr txBox="1"/>
          <p:nvPr>
            <p:ph idx="1" type="body"/>
          </p:nvPr>
        </p:nvSpPr>
        <p:spPr>
          <a:xfrm>
            <a:off x="3905794" y="3430829"/>
            <a:ext cx="7156802" cy="70961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2000"/>
              <a:buNone/>
              <a:defRPr sz="2000">
                <a:solidFill>
                  <a:schemeClr val="dk2"/>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
        <p:nvSpPr>
          <p:cNvPr id="120" name="Google Shape;120;p13"/>
          <p:cNvSpPr txBox="1"/>
          <p:nvPr>
            <p:ph idx="2" type="body"/>
          </p:nvPr>
        </p:nvSpPr>
        <p:spPr>
          <a:xfrm>
            <a:off x="8649337" y="332209"/>
            <a:ext cx="3266785" cy="144463"/>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800"/>
              <a:buNone/>
              <a:defRPr sz="800">
                <a:solidFill>
                  <a:srgbClr val="FF0000"/>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dk2"/>
        </a:solidFill>
      </p:bgPr>
    </p:bg>
    <p:spTree>
      <p:nvGrpSpPr>
        <p:cNvPr id="121" name="Shape 121"/>
        <p:cNvGrpSpPr/>
        <p:nvPr/>
      </p:nvGrpSpPr>
      <p:grpSpPr>
        <a:xfrm>
          <a:off x="0" y="0"/>
          <a:ext cx="0" cy="0"/>
          <a:chOff x="0" y="0"/>
          <a:chExt cx="0" cy="0"/>
        </a:xfrm>
      </p:grpSpPr>
      <p:sp>
        <p:nvSpPr>
          <p:cNvPr descr="ThankYou_Grid_Portrait.png" id="122" name="Google Shape;122;p14"/>
          <p:cNvSpPr/>
          <p:nvPr/>
        </p:nvSpPr>
        <p:spPr>
          <a:xfrm>
            <a:off x="0" y="651848"/>
            <a:ext cx="12193201" cy="4672454"/>
          </a:xfrm>
          <a:prstGeom prst="rect">
            <a:avLst/>
          </a:prstGeom>
          <a:noFill/>
          <a:ln>
            <a:noFill/>
          </a:ln>
        </p:spPr>
      </p:sp>
      <p:sp>
        <p:nvSpPr>
          <p:cNvPr descr="AIRBUS_WHITE.png" id="123" name="Google Shape;123;p14"/>
          <p:cNvSpPr/>
          <p:nvPr/>
        </p:nvSpPr>
        <p:spPr>
          <a:xfrm>
            <a:off x="10820765" y="6394091"/>
            <a:ext cx="1152128" cy="288032"/>
          </a:xfrm>
          <a:prstGeom prst="rect">
            <a:avLst/>
          </a:prstGeom>
          <a:noFill/>
          <a:ln>
            <a:noFill/>
          </a:ln>
        </p:spPr>
      </p:sp>
      <p:sp>
        <p:nvSpPr>
          <p:cNvPr id="124" name="Google Shape;124;p14"/>
          <p:cNvSpPr txBox="1"/>
          <p:nvPr>
            <p:ph idx="1" type="body"/>
          </p:nvPr>
        </p:nvSpPr>
        <p:spPr>
          <a:xfrm>
            <a:off x="3886247" y="3812346"/>
            <a:ext cx="6507180" cy="70961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2500"/>
              <a:buNone/>
              <a:defRPr sz="2500">
                <a:solidFill>
                  <a:schemeClr val="lt1"/>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grpSp>
        <p:nvGrpSpPr>
          <p:cNvPr id="125" name="Google Shape;125;p14"/>
          <p:cNvGrpSpPr/>
          <p:nvPr/>
        </p:nvGrpSpPr>
        <p:grpSpPr>
          <a:xfrm>
            <a:off x="0" y="3592800"/>
            <a:ext cx="12193201" cy="61997"/>
            <a:chOff x="0" y="3606831"/>
            <a:chExt cx="12193201" cy="61997"/>
          </a:xfrm>
        </p:grpSpPr>
        <p:sp>
          <p:nvSpPr>
            <p:cNvPr id="126" name="Google Shape;126;p14"/>
            <p:cNvSpPr/>
            <p:nvPr/>
          </p:nvSpPr>
          <p:spPr>
            <a:xfrm>
              <a:off x="0" y="3606831"/>
              <a:ext cx="12193201" cy="209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sp>
          <p:nvSpPr>
            <p:cNvPr id="127" name="Google Shape;127;p14"/>
            <p:cNvSpPr/>
            <p:nvPr/>
          </p:nvSpPr>
          <p:spPr>
            <a:xfrm>
              <a:off x="3886247" y="3606831"/>
              <a:ext cx="8305753" cy="6199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t/>
              </a:r>
              <a:endParaRPr sz="1361">
                <a:solidFill>
                  <a:schemeClr val="dk1"/>
                </a:solidFill>
                <a:latin typeface="Arial"/>
                <a:ea typeface="Arial"/>
                <a:cs typeface="Arial"/>
                <a:sym typeface="Arial"/>
              </a:endParaRPr>
            </a:p>
          </p:txBody>
        </p:sp>
      </p:grpSp>
      <p:sp>
        <p:nvSpPr>
          <p:cNvPr id="128" name="Google Shape;128;p14"/>
          <p:cNvSpPr txBox="1"/>
          <p:nvPr>
            <p:ph idx="2" type="body"/>
          </p:nvPr>
        </p:nvSpPr>
        <p:spPr>
          <a:xfrm>
            <a:off x="469900" y="6394091"/>
            <a:ext cx="4230872" cy="288032"/>
          </a:xfrm>
          <a:prstGeom prst="rect">
            <a:avLst/>
          </a:prstGeom>
          <a:noFill/>
          <a:ln>
            <a:noFill/>
          </a:ln>
        </p:spPr>
        <p:txBody>
          <a:bodyPr anchorCtr="0" anchor="b" bIns="0" lIns="0" spcFirstLastPara="1" rIns="0" wrap="square" tIns="0">
            <a:noAutofit/>
          </a:bodyPr>
          <a:lstStyle>
            <a:lvl1pPr indent="-228600" lvl="0" marL="457200" algn="l">
              <a:lnSpc>
                <a:spcPct val="115000"/>
              </a:lnSpc>
              <a:spcBef>
                <a:spcPts val="0"/>
              </a:spcBef>
              <a:spcAft>
                <a:spcPts val="0"/>
              </a:spcAft>
              <a:buClr>
                <a:schemeClr val="lt1"/>
              </a:buClr>
              <a:buSzPts val="800"/>
              <a:buNone/>
              <a:defRPr sz="800">
                <a:solidFill>
                  <a:schemeClr val="lt1"/>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29" name="Shape 129"/>
        <p:cNvGrpSpPr/>
        <p:nvPr/>
      </p:nvGrpSpPr>
      <p:grpSpPr>
        <a:xfrm>
          <a:off x="0" y="0"/>
          <a:ext cx="0" cy="0"/>
          <a:chOff x="0" y="0"/>
          <a:chExt cx="0" cy="0"/>
        </a:xfrm>
      </p:grpSpPr>
      <p:sp>
        <p:nvSpPr>
          <p:cNvPr id="130" name="Google Shape;130;p15"/>
          <p:cNvSpPr txBox="1"/>
          <p:nvPr>
            <p:ph type="title"/>
          </p:nvPr>
        </p:nvSpPr>
        <p:spPr>
          <a:xfrm>
            <a:off x="469901" y="653692"/>
            <a:ext cx="11249698" cy="881187"/>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SzPts val="1400"/>
              <a:buNone/>
              <a:defRPr/>
            </a:lvl1pPr>
            <a:lvl2pPr lvl="1" algn="l">
              <a:lnSpc>
                <a:spcPct val="110000"/>
              </a:lnSpc>
              <a:spcBef>
                <a:spcPts val="0"/>
              </a:spcBef>
              <a:spcAft>
                <a:spcPts val="0"/>
              </a:spcAft>
              <a:buSzPts val="1400"/>
              <a:buNone/>
              <a:defRPr/>
            </a:lvl2pPr>
            <a:lvl3pPr lvl="2" algn="l">
              <a:lnSpc>
                <a:spcPct val="110000"/>
              </a:lnSpc>
              <a:spcBef>
                <a:spcPts val="0"/>
              </a:spcBef>
              <a:spcAft>
                <a:spcPts val="0"/>
              </a:spcAft>
              <a:buSzPts val="1400"/>
              <a:buNone/>
              <a:defRPr/>
            </a:lvl3pPr>
            <a:lvl4pPr lvl="3" algn="l">
              <a:lnSpc>
                <a:spcPct val="110000"/>
              </a:lnSpc>
              <a:spcBef>
                <a:spcPts val="0"/>
              </a:spcBef>
              <a:spcAft>
                <a:spcPts val="0"/>
              </a:spcAft>
              <a:buSzPts val="1400"/>
              <a:buNone/>
              <a:defRPr/>
            </a:lvl4pPr>
            <a:lvl5pPr lvl="4" algn="l">
              <a:lnSpc>
                <a:spcPct val="110000"/>
              </a:lnSpc>
              <a:spcBef>
                <a:spcPts val="0"/>
              </a:spcBef>
              <a:spcAft>
                <a:spcPts val="0"/>
              </a:spcAft>
              <a:buSzPts val="1400"/>
              <a:buNone/>
              <a:defRPr/>
            </a:lvl5pPr>
            <a:lvl6pPr lvl="5" algn="l">
              <a:lnSpc>
                <a:spcPct val="110000"/>
              </a:lnSpc>
              <a:spcBef>
                <a:spcPts val="0"/>
              </a:spcBef>
              <a:spcAft>
                <a:spcPts val="0"/>
              </a:spcAft>
              <a:buSzPts val="1400"/>
              <a:buNone/>
              <a:defRPr/>
            </a:lvl6pPr>
            <a:lvl7pPr lvl="6" algn="l">
              <a:lnSpc>
                <a:spcPct val="110000"/>
              </a:lnSpc>
              <a:spcBef>
                <a:spcPts val="0"/>
              </a:spcBef>
              <a:spcAft>
                <a:spcPts val="0"/>
              </a:spcAft>
              <a:buSzPts val="1400"/>
              <a:buNone/>
              <a:defRPr/>
            </a:lvl7pPr>
            <a:lvl8pPr lvl="7" algn="l">
              <a:lnSpc>
                <a:spcPct val="110000"/>
              </a:lnSpc>
              <a:spcBef>
                <a:spcPts val="0"/>
              </a:spcBef>
              <a:spcAft>
                <a:spcPts val="0"/>
              </a:spcAft>
              <a:buSzPts val="1400"/>
              <a:buNone/>
              <a:defRPr/>
            </a:lvl8pPr>
            <a:lvl9pPr lvl="8" algn="l">
              <a:lnSpc>
                <a:spcPct val="110000"/>
              </a:lnSpc>
              <a:spcBef>
                <a:spcPts val="0"/>
              </a:spcBef>
              <a:spcAft>
                <a:spcPts val="0"/>
              </a:spcAft>
              <a:buSzPts val="1400"/>
              <a:buNone/>
              <a:defRPr/>
            </a:lvl9pPr>
          </a:lstStyle>
          <a:p/>
        </p:txBody>
      </p:sp>
      <p:sp>
        <p:nvSpPr>
          <p:cNvPr id="131" name="Google Shape;131;p15"/>
          <p:cNvSpPr txBox="1"/>
          <p:nvPr>
            <p:ph idx="10" type="dt"/>
          </p:nvPr>
        </p:nvSpPr>
        <p:spPr>
          <a:xfrm>
            <a:off x="777600" y="6444000"/>
            <a:ext cx="1159100" cy="216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5"/>
          <p:cNvSpPr txBox="1"/>
          <p:nvPr>
            <p:ph idx="11" type="ftr"/>
          </p:nvPr>
        </p:nvSpPr>
        <p:spPr>
          <a:xfrm>
            <a:off x="2236498" y="6444000"/>
            <a:ext cx="8296104" cy="216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5"/>
          <p:cNvSpPr txBox="1"/>
          <p:nvPr>
            <p:ph idx="12" type="sldNum"/>
          </p:nvPr>
        </p:nvSpPr>
        <p:spPr>
          <a:xfrm>
            <a:off x="472407" y="6444000"/>
            <a:ext cx="295001" cy="216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a:lvl1pPr>
            <a:lvl2pPr indent="0" lvl="1" marL="0" algn="l">
              <a:lnSpc>
                <a:spcPct val="100000"/>
              </a:lnSpc>
              <a:spcBef>
                <a:spcPts val="0"/>
              </a:spcBef>
              <a:spcAft>
                <a:spcPts val="0"/>
              </a:spcAft>
              <a:buNone/>
              <a:defRPr/>
            </a:lvl2pPr>
            <a:lvl3pPr indent="0" lvl="2" marL="0" algn="l">
              <a:lnSpc>
                <a:spcPct val="100000"/>
              </a:lnSpc>
              <a:spcBef>
                <a:spcPts val="0"/>
              </a:spcBef>
              <a:spcAft>
                <a:spcPts val="0"/>
              </a:spcAft>
              <a:buNone/>
              <a:defRPr/>
            </a:lvl3pPr>
            <a:lvl4pPr indent="0" lvl="3" marL="0" algn="l">
              <a:lnSpc>
                <a:spcPct val="100000"/>
              </a:lnSpc>
              <a:spcBef>
                <a:spcPts val="0"/>
              </a:spcBef>
              <a:spcAft>
                <a:spcPts val="0"/>
              </a:spcAft>
              <a:buNone/>
              <a:defRPr/>
            </a:lvl4pPr>
            <a:lvl5pPr indent="0" lvl="4" marL="0" algn="l">
              <a:lnSpc>
                <a:spcPct val="100000"/>
              </a:lnSpc>
              <a:spcBef>
                <a:spcPts val="0"/>
              </a:spcBef>
              <a:spcAft>
                <a:spcPts val="0"/>
              </a:spcAft>
              <a:buNone/>
              <a:defRPr/>
            </a:lvl5pPr>
            <a:lvl6pPr indent="0" lvl="5" marL="0" algn="l">
              <a:lnSpc>
                <a:spcPct val="100000"/>
              </a:lnSpc>
              <a:spcBef>
                <a:spcPts val="0"/>
              </a:spcBef>
              <a:spcAft>
                <a:spcPts val="0"/>
              </a:spcAft>
              <a:buNone/>
              <a:defRPr/>
            </a:lvl6pPr>
            <a:lvl7pPr indent="0" lvl="6" marL="0" algn="l">
              <a:lnSpc>
                <a:spcPct val="100000"/>
              </a:lnSpc>
              <a:spcBef>
                <a:spcPts val="0"/>
              </a:spcBef>
              <a:spcAft>
                <a:spcPts val="0"/>
              </a:spcAft>
              <a:buNone/>
              <a:defRPr/>
            </a:lvl7pPr>
            <a:lvl8pPr indent="0" lvl="7" marL="0" algn="l">
              <a:lnSpc>
                <a:spcPct val="100000"/>
              </a:lnSpc>
              <a:spcBef>
                <a:spcPts val="0"/>
              </a:spcBef>
              <a:spcAft>
                <a:spcPts val="0"/>
              </a:spcAft>
              <a:buNone/>
              <a:defRPr/>
            </a:lvl8pPr>
            <a:lvl9pPr indent="0" lvl="8" marL="0" algn="l">
              <a:lnSpc>
                <a:spcPct val="100000"/>
              </a:lnSpc>
              <a:spcBef>
                <a:spcPts val="0"/>
              </a:spcBef>
              <a:spcAft>
                <a:spcPts val="0"/>
              </a:spcAft>
              <a:buNone/>
              <a:defRPr/>
            </a:lvl9pPr>
          </a:lstStyle>
          <a:p>
            <a:pPr indent="0" lvl="0" marL="0" rtl="0" algn="l">
              <a:spcBef>
                <a:spcPts val="0"/>
              </a:spcBef>
              <a:spcAft>
                <a:spcPts val="0"/>
              </a:spcAft>
              <a:buNone/>
            </a:pPr>
            <a:fld id="{00000000-1234-1234-1234-123412341234}" type="slidenum">
              <a:rPr lang="fr-FR"/>
              <a:t>‹#›</a:t>
            </a:fld>
            <a:endParaRPr/>
          </a:p>
        </p:txBody>
      </p:sp>
      <p:sp>
        <p:nvSpPr>
          <p:cNvPr id="134" name="Google Shape;134;p15"/>
          <p:cNvSpPr txBox="1"/>
          <p:nvPr>
            <p:ph idx="1" type="body"/>
          </p:nvPr>
        </p:nvSpPr>
        <p:spPr>
          <a:xfrm>
            <a:off x="8649337" y="332209"/>
            <a:ext cx="3266785" cy="144463"/>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800"/>
              <a:buNone/>
              <a:defRPr sz="800">
                <a:solidFill>
                  <a:srgbClr val="FF0000"/>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35" name="Shape 135"/>
        <p:cNvGrpSpPr/>
        <p:nvPr/>
      </p:nvGrpSpPr>
      <p:grpSpPr>
        <a:xfrm>
          <a:off x="0" y="0"/>
          <a:ext cx="0" cy="0"/>
          <a:chOff x="0" y="0"/>
          <a:chExt cx="0" cy="0"/>
        </a:xfrm>
      </p:grpSpPr>
      <p:sp>
        <p:nvSpPr>
          <p:cNvPr id="136" name="Google Shape;136;p16"/>
          <p:cNvSpPr txBox="1"/>
          <p:nvPr>
            <p:ph idx="10" type="dt"/>
          </p:nvPr>
        </p:nvSpPr>
        <p:spPr>
          <a:xfrm>
            <a:off x="777600" y="6444000"/>
            <a:ext cx="1159100" cy="216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6"/>
          <p:cNvSpPr txBox="1"/>
          <p:nvPr>
            <p:ph idx="11" type="ftr"/>
          </p:nvPr>
        </p:nvSpPr>
        <p:spPr>
          <a:xfrm>
            <a:off x="2236498" y="6444000"/>
            <a:ext cx="8296104" cy="216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6"/>
          <p:cNvSpPr txBox="1"/>
          <p:nvPr>
            <p:ph idx="12" type="sldNum"/>
          </p:nvPr>
        </p:nvSpPr>
        <p:spPr>
          <a:xfrm>
            <a:off x="472407" y="6444000"/>
            <a:ext cx="295001" cy="216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sz="800">
                <a:solidFill>
                  <a:srgbClr val="595959"/>
                </a:solidFill>
                <a:latin typeface="Arial"/>
                <a:ea typeface="Arial"/>
                <a:cs typeface="Arial"/>
                <a:sym typeface="Arial"/>
              </a:defRPr>
            </a:lvl1pPr>
            <a:lvl2pPr indent="0" lvl="1" marL="0" algn="l">
              <a:lnSpc>
                <a:spcPct val="100000"/>
              </a:lnSpc>
              <a:spcBef>
                <a:spcPts val="0"/>
              </a:spcBef>
              <a:spcAft>
                <a:spcPts val="0"/>
              </a:spcAft>
              <a:buNone/>
              <a:defRPr sz="800">
                <a:solidFill>
                  <a:srgbClr val="595959"/>
                </a:solidFill>
                <a:latin typeface="Arial"/>
                <a:ea typeface="Arial"/>
                <a:cs typeface="Arial"/>
                <a:sym typeface="Arial"/>
              </a:defRPr>
            </a:lvl2pPr>
            <a:lvl3pPr indent="0" lvl="2" marL="0" algn="l">
              <a:lnSpc>
                <a:spcPct val="100000"/>
              </a:lnSpc>
              <a:spcBef>
                <a:spcPts val="0"/>
              </a:spcBef>
              <a:spcAft>
                <a:spcPts val="0"/>
              </a:spcAft>
              <a:buNone/>
              <a:defRPr sz="800">
                <a:solidFill>
                  <a:srgbClr val="595959"/>
                </a:solidFill>
                <a:latin typeface="Arial"/>
                <a:ea typeface="Arial"/>
                <a:cs typeface="Arial"/>
                <a:sym typeface="Arial"/>
              </a:defRPr>
            </a:lvl3pPr>
            <a:lvl4pPr indent="0" lvl="3" marL="0" algn="l">
              <a:lnSpc>
                <a:spcPct val="100000"/>
              </a:lnSpc>
              <a:spcBef>
                <a:spcPts val="0"/>
              </a:spcBef>
              <a:spcAft>
                <a:spcPts val="0"/>
              </a:spcAft>
              <a:buNone/>
              <a:defRPr sz="800">
                <a:solidFill>
                  <a:srgbClr val="595959"/>
                </a:solidFill>
                <a:latin typeface="Arial"/>
                <a:ea typeface="Arial"/>
                <a:cs typeface="Arial"/>
                <a:sym typeface="Arial"/>
              </a:defRPr>
            </a:lvl4pPr>
            <a:lvl5pPr indent="0" lvl="4" marL="0" algn="l">
              <a:lnSpc>
                <a:spcPct val="100000"/>
              </a:lnSpc>
              <a:spcBef>
                <a:spcPts val="0"/>
              </a:spcBef>
              <a:spcAft>
                <a:spcPts val="0"/>
              </a:spcAft>
              <a:buNone/>
              <a:defRPr sz="800">
                <a:solidFill>
                  <a:srgbClr val="595959"/>
                </a:solidFill>
                <a:latin typeface="Arial"/>
                <a:ea typeface="Arial"/>
                <a:cs typeface="Arial"/>
                <a:sym typeface="Arial"/>
              </a:defRPr>
            </a:lvl5pPr>
            <a:lvl6pPr indent="0" lvl="5" marL="0" algn="l">
              <a:lnSpc>
                <a:spcPct val="100000"/>
              </a:lnSpc>
              <a:spcBef>
                <a:spcPts val="0"/>
              </a:spcBef>
              <a:spcAft>
                <a:spcPts val="0"/>
              </a:spcAft>
              <a:buNone/>
              <a:defRPr sz="800">
                <a:solidFill>
                  <a:srgbClr val="595959"/>
                </a:solidFill>
                <a:latin typeface="Arial"/>
                <a:ea typeface="Arial"/>
                <a:cs typeface="Arial"/>
                <a:sym typeface="Arial"/>
              </a:defRPr>
            </a:lvl6pPr>
            <a:lvl7pPr indent="0" lvl="6" marL="0" algn="l">
              <a:lnSpc>
                <a:spcPct val="100000"/>
              </a:lnSpc>
              <a:spcBef>
                <a:spcPts val="0"/>
              </a:spcBef>
              <a:spcAft>
                <a:spcPts val="0"/>
              </a:spcAft>
              <a:buNone/>
              <a:defRPr sz="800">
                <a:solidFill>
                  <a:srgbClr val="595959"/>
                </a:solidFill>
                <a:latin typeface="Arial"/>
                <a:ea typeface="Arial"/>
                <a:cs typeface="Arial"/>
                <a:sym typeface="Arial"/>
              </a:defRPr>
            </a:lvl7pPr>
            <a:lvl8pPr indent="0" lvl="7" marL="0" algn="l">
              <a:lnSpc>
                <a:spcPct val="100000"/>
              </a:lnSpc>
              <a:spcBef>
                <a:spcPts val="0"/>
              </a:spcBef>
              <a:spcAft>
                <a:spcPts val="0"/>
              </a:spcAft>
              <a:buNone/>
              <a:defRPr sz="800">
                <a:solidFill>
                  <a:srgbClr val="595959"/>
                </a:solidFill>
                <a:latin typeface="Arial"/>
                <a:ea typeface="Arial"/>
                <a:cs typeface="Arial"/>
                <a:sym typeface="Arial"/>
              </a:defRPr>
            </a:lvl8pPr>
            <a:lvl9pPr indent="0" lvl="8" marL="0" algn="l">
              <a:lnSpc>
                <a:spcPct val="100000"/>
              </a:lnSpc>
              <a:spcBef>
                <a:spcPts val="0"/>
              </a:spcBef>
              <a:spcAft>
                <a:spcPts val="0"/>
              </a:spcAft>
              <a:buNone/>
              <a:defRPr sz="800">
                <a:solidFill>
                  <a:srgbClr val="595959"/>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FR"/>
              <a:t>‹#›</a:t>
            </a:fld>
            <a:endParaRPr/>
          </a:p>
        </p:txBody>
      </p:sp>
      <p:sp>
        <p:nvSpPr>
          <p:cNvPr id="139" name="Google Shape;139;p16"/>
          <p:cNvSpPr txBox="1"/>
          <p:nvPr>
            <p:ph idx="1" type="body"/>
          </p:nvPr>
        </p:nvSpPr>
        <p:spPr>
          <a:xfrm>
            <a:off x="8649337" y="332209"/>
            <a:ext cx="3266785" cy="144463"/>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800"/>
              <a:buNone/>
              <a:defRPr sz="800">
                <a:solidFill>
                  <a:srgbClr val="FF0000"/>
                </a:solidFill>
              </a:defRPr>
            </a:lvl1pPr>
            <a:lvl2pPr indent="-342900" lvl="1" marL="914400" algn="l">
              <a:lnSpc>
                <a:spcPct val="115000"/>
              </a:lnSpc>
              <a:spcBef>
                <a:spcPts val="0"/>
              </a:spcBef>
              <a:spcAft>
                <a:spcPts val="0"/>
              </a:spcAft>
              <a:buClr>
                <a:srgbClr val="595959"/>
              </a:buClr>
              <a:buSzPts val="1800"/>
              <a:buChar char="−"/>
              <a:defRPr/>
            </a:lvl2pPr>
            <a:lvl3pPr indent="-342900" lvl="2" marL="1371600" algn="l">
              <a:lnSpc>
                <a:spcPct val="115000"/>
              </a:lnSpc>
              <a:spcBef>
                <a:spcPts val="0"/>
              </a:spcBef>
              <a:spcAft>
                <a:spcPts val="0"/>
              </a:spcAft>
              <a:buClr>
                <a:srgbClr val="595959"/>
              </a:buClr>
              <a:buSzPts val="1800"/>
              <a:buChar char="–"/>
              <a:defRPr/>
            </a:lvl3pPr>
            <a:lvl4pPr indent="-342900" lvl="3" marL="1828800" algn="l">
              <a:lnSpc>
                <a:spcPct val="115000"/>
              </a:lnSpc>
              <a:spcBef>
                <a:spcPts val="0"/>
              </a:spcBef>
              <a:spcAft>
                <a:spcPts val="0"/>
              </a:spcAft>
              <a:buClr>
                <a:srgbClr val="595959"/>
              </a:buClr>
              <a:buSzPts val="1800"/>
              <a:buChar char="–"/>
              <a:defRPr/>
            </a:lvl4pPr>
            <a:lvl5pPr indent="-342900" lvl="4" marL="2286000" algn="l">
              <a:lnSpc>
                <a:spcPct val="115000"/>
              </a:lnSpc>
              <a:spcBef>
                <a:spcPts val="0"/>
              </a:spcBef>
              <a:spcAft>
                <a:spcPts val="0"/>
              </a:spcAft>
              <a:buClr>
                <a:srgbClr val="595959"/>
              </a:buClr>
              <a:buSzPts val="1800"/>
              <a:buChar char="–"/>
              <a:defRPr/>
            </a:lvl5pPr>
            <a:lvl6pPr indent="-342900" lvl="5" marL="2743200" algn="l">
              <a:lnSpc>
                <a:spcPct val="115000"/>
              </a:lnSpc>
              <a:spcBef>
                <a:spcPts val="0"/>
              </a:spcBef>
              <a:spcAft>
                <a:spcPts val="0"/>
              </a:spcAft>
              <a:buClr>
                <a:schemeClr val="dk1"/>
              </a:buClr>
              <a:buSzPts val="1800"/>
              <a:buChar char="–"/>
              <a:defRPr/>
            </a:lvl6pPr>
            <a:lvl7pPr indent="-342900" lvl="6" marL="3200400" algn="l">
              <a:lnSpc>
                <a:spcPct val="115000"/>
              </a:lnSpc>
              <a:spcBef>
                <a:spcPts val="0"/>
              </a:spcBef>
              <a:spcAft>
                <a:spcPts val="0"/>
              </a:spcAft>
              <a:buClr>
                <a:schemeClr val="dk1"/>
              </a:buClr>
              <a:buSzPts val="1800"/>
              <a:buChar char="–"/>
              <a:defRPr/>
            </a:lvl7pPr>
            <a:lvl8pPr indent="-342900" lvl="7" marL="3657600" algn="l">
              <a:lnSpc>
                <a:spcPct val="115000"/>
              </a:lnSpc>
              <a:spcBef>
                <a:spcPts val="0"/>
              </a:spcBef>
              <a:spcAft>
                <a:spcPts val="0"/>
              </a:spcAft>
              <a:buClr>
                <a:schemeClr val="dk1"/>
              </a:buClr>
              <a:buSzPts val="1800"/>
              <a:buChar char="–"/>
              <a:defRPr/>
            </a:lvl8pPr>
            <a:lvl9pPr indent="-342900" lvl="8" marL="4114800" algn="l">
              <a:lnSpc>
                <a:spcPct val="115000"/>
              </a:lnSpc>
              <a:spcBef>
                <a:spcPts val="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content">
  <p:cSld name="Header and content">
    <p:spTree>
      <p:nvGrpSpPr>
        <p:cNvPr id="140" name="Shape 140"/>
        <p:cNvGrpSpPr/>
        <p:nvPr/>
      </p:nvGrpSpPr>
      <p:grpSpPr>
        <a:xfrm>
          <a:off x="0" y="0"/>
          <a:ext cx="0" cy="0"/>
          <a:chOff x="0" y="0"/>
          <a:chExt cx="0" cy="0"/>
        </a:xfrm>
      </p:grpSpPr>
      <p:sp>
        <p:nvSpPr>
          <p:cNvPr id="141" name="Google Shape;141;p17"/>
          <p:cNvSpPr txBox="1"/>
          <p:nvPr>
            <p:ph type="title"/>
          </p:nvPr>
        </p:nvSpPr>
        <p:spPr>
          <a:xfrm>
            <a:off x="478800" y="655200"/>
            <a:ext cx="11232000" cy="900000"/>
          </a:xfrm>
          <a:prstGeom prst="rect">
            <a:avLst/>
          </a:prstGeom>
          <a:noFill/>
          <a:ln>
            <a:noFill/>
          </a:ln>
        </p:spPr>
        <p:txBody>
          <a:bodyPr anchorCtr="0" anchor="t" bIns="0" lIns="0" spcFirstLastPara="1" rIns="0" wrap="square" tIns="0">
            <a:noAutofit/>
          </a:bodyPr>
          <a:lstStyle>
            <a:lvl1pPr lvl="0" rtl="0" algn="l">
              <a:lnSpc>
                <a:spcPct val="110000"/>
              </a:lnSpc>
              <a:spcBef>
                <a:spcPts val="0"/>
              </a:spcBef>
              <a:spcAft>
                <a:spcPts val="0"/>
              </a:spcAft>
              <a:buClr>
                <a:schemeClr val="dk2"/>
              </a:buClr>
              <a:buSzPts val="25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2" name="Google Shape;142;p17"/>
          <p:cNvSpPr txBox="1"/>
          <p:nvPr>
            <p:ph idx="1" type="body"/>
          </p:nvPr>
        </p:nvSpPr>
        <p:spPr>
          <a:xfrm>
            <a:off x="478800" y="1558800"/>
            <a:ext cx="11232000" cy="4351200"/>
          </a:xfrm>
          <a:prstGeom prst="rect">
            <a:avLst/>
          </a:prstGeom>
          <a:noFill/>
          <a:ln>
            <a:noFill/>
          </a:ln>
        </p:spPr>
        <p:txBody>
          <a:bodyPr anchorCtr="0" anchor="t" bIns="0" lIns="0" spcFirstLastPara="1" rIns="0" wrap="square" tIns="0">
            <a:noAutofit/>
          </a:bodyPr>
          <a:lstStyle>
            <a:lvl1pPr indent="-342900" lvl="0" marL="457200" rtl="0" algn="l">
              <a:lnSpc>
                <a:spcPct val="113000"/>
              </a:lnSpc>
              <a:spcBef>
                <a:spcPts val="0"/>
              </a:spcBef>
              <a:spcAft>
                <a:spcPts val="0"/>
              </a:spcAft>
              <a:buClr>
                <a:srgbClr val="595959"/>
              </a:buClr>
              <a:buSzPts val="1800"/>
              <a:buChar char="•"/>
              <a:defRPr/>
            </a:lvl1pPr>
            <a:lvl2pPr indent="-342900" lvl="1" marL="914400" rtl="0" algn="l">
              <a:lnSpc>
                <a:spcPct val="113000"/>
              </a:lnSpc>
              <a:spcBef>
                <a:spcPts val="0"/>
              </a:spcBef>
              <a:spcAft>
                <a:spcPts val="0"/>
              </a:spcAft>
              <a:buClr>
                <a:srgbClr val="595959"/>
              </a:buClr>
              <a:buSzPts val="1800"/>
              <a:buChar char="−"/>
              <a:defRPr/>
            </a:lvl2pPr>
            <a:lvl3pPr indent="-342900" lvl="2" marL="1371600" rtl="0" algn="l">
              <a:lnSpc>
                <a:spcPct val="113000"/>
              </a:lnSpc>
              <a:spcBef>
                <a:spcPts val="0"/>
              </a:spcBef>
              <a:spcAft>
                <a:spcPts val="0"/>
              </a:spcAft>
              <a:buClr>
                <a:srgbClr val="595959"/>
              </a:buClr>
              <a:buSzPts val="1800"/>
              <a:buChar char="–"/>
              <a:defRPr/>
            </a:lvl3pPr>
            <a:lvl4pPr indent="-342900" lvl="3" marL="1828800" rtl="0" algn="l">
              <a:lnSpc>
                <a:spcPct val="113000"/>
              </a:lnSpc>
              <a:spcBef>
                <a:spcPts val="0"/>
              </a:spcBef>
              <a:spcAft>
                <a:spcPts val="0"/>
              </a:spcAft>
              <a:buClr>
                <a:srgbClr val="595959"/>
              </a:buClr>
              <a:buSzPts val="1800"/>
              <a:buChar char="–"/>
              <a:defRPr/>
            </a:lvl4pPr>
            <a:lvl5pPr indent="-342900" lvl="4" marL="2286000" rtl="0" algn="l">
              <a:lnSpc>
                <a:spcPct val="113000"/>
              </a:lnSpc>
              <a:spcBef>
                <a:spcPts val="0"/>
              </a:spcBef>
              <a:spcAft>
                <a:spcPts val="0"/>
              </a:spcAft>
              <a:buClr>
                <a:srgbClr val="595959"/>
              </a:buClr>
              <a:buSzPts val="1800"/>
              <a:buChar char="–"/>
              <a:defRPr/>
            </a:lvl5pPr>
            <a:lvl6pPr indent="-342900" lvl="5" marL="2743200" rtl="0" algn="l">
              <a:lnSpc>
                <a:spcPct val="113000"/>
              </a:lnSpc>
              <a:spcBef>
                <a:spcPts val="0"/>
              </a:spcBef>
              <a:spcAft>
                <a:spcPts val="0"/>
              </a:spcAft>
              <a:buClr>
                <a:srgbClr val="595959"/>
              </a:buClr>
              <a:buSzPts val="1800"/>
              <a:buChar char="–"/>
              <a:defRPr/>
            </a:lvl6pPr>
            <a:lvl7pPr indent="-342900" lvl="6" marL="3200400" rtl="0" algn="l">
              <a:lnSpc>
                <a:spcPct val="113000"/>
              </a:lnSpc>
              <a:spcBef>
                <a:spcPts val="0"/>
              </a:spcBef>
              <a:spcAft>
                <a:spcPts val="0"/>
              </a:spcAft>
              <a:buClr>
                <a:srgbClr val="595959"/>
              </a:buClr>
              <a:buSzPts val="1800"/>
              <a:buChar char="–"/>
              <a:defRPr/>
            </a:lvl7pPr>
            <a:lvl8pPr indent="-342900" lvl="7" marL="3657600" rtl="0" algn="l">
              <a:lnSpc>
                <a:spcPct val="113000"/>
              </a:lnSpc>
              <a:spcBef>
                <a:spcPts val="0"/>
              </a:spcBef>
              <a:spcAft>
                <a:spcPts val="0"/>
              </a:spcAft>
              <a:buClr>
                <a:srgbClr val="595959"/>
              </a:buClr>
              <a:buSzPts val="1800"/>
              <a:buChar char="–"/>
              <a:defRPr/>
            </a:lvl8pPr>
            <a:lvl9pPr indent="-342900" lvl="8" marL="4114800" rtl="0" algn="l">
              <a:lnSpc>
                <a:spcPct val="113000"/>
              </a:lnSpc>
              <a:spcBef>
                <a:spcPts val="0"/>
              </a:spcBef>
              <a:spcAft>
                <a:spcPts val="0"/>
              </a:spcAft>
              <a:buClr>
                <a:srgbClr val="595959"/>
              </a:buClr>
              <a:buSzPts val="1800"/>
              <a:buChar char="–"/>
              <a:defRPr/>
            </a:lvl9pPr>
          </a:lstStyle>
          <a:p/>
        </p:txBody>
      </p:sp>
      <p:sp>
        <p:nvSpPr>
          <p:cNvPr id="143" name="Google Shape;143;p17"/>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 name="Google Shape;144;p17"/>
          <p:cNvSpPr txBox="1"/>
          <p:nvPr>
            <p:ph idx="11" type="ftr"/>
          </p:nvPr>
        </p:nvSpPr>
        <p:spPr>
          <a:xfrm>
            <a:off x="2237888" y="6444000"/>
            <a:ext cx="8301600" cy="2160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5" name="Google Shape;145;p17"/>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rtl="0" algn="l">
              <a:lnSpc>
                <a:spcPct val="100000"/>
              </a:lnSpc>
              <a:spcBef>
                <a:spcPts val="0"/>
              </a:spcBef>
              <a:buNone/>
              <a:defRPr/>
            </a:lvl1pPr>
            <a:lvl2pPr indent="0" lvl="1" marL="0" rtl="0" algn="l">
              <a:lnSpc>
                <a:spcPct val="100000"/>
              </a:lnSpc>
              <a:spcBef>
                <a:spcPts val="0"/>
              </a:spcBef>
              <a:buNone/>
              <a:defRPr/>
            </a:lvl2pPr>
            <a:lvl3pPr indent="0" lvl="2" marL="0" rtl="0" algn="l">
              <a:lnSpc>
                <a:spcPct val="100000"/>
              </a:lnSpc>
              <a:spcBef>
                <a:spcPts val="0"/>
              </a:spcBef>
              <a:buNone/>
              <a:defRPr/>
            </a:lvl3pPr>
            <a:lvl4pPr indent="0" lvl="3" marL="0" rtl="0" algn="l">
              <a:lnSpc>
                <a:spcPct val="100000"/>
              </a:lnSpc>
              <a:spcBef>
                <a:spcPts val="0"/>
              </a:spcBef>
              <a:buNone/>
              <a:defRPr/>
            </a:lvl4pPr>
            <a:lvl5pPr indent="0" lvl="4" marL="0" rtl="0" algn="l">
              <a:lnSpc>
                <a:spcPct val="100000"/>
              </a:lnSpc>
              <a:spcBef>
                <a:spcPts val="0"/>
              </a:spcBef>
              <a:buNone/>
              <a:defRPr/>
            </a:lvl5pPr>
            <a:lvl6pPr indent="0" lvl="5" marL="0" rtl="0" algn="l">
              <a:lnSpc>
                <a:spcPct val="100000"/>
              </a:lnSpc>
              <a:spcBef>
                <a:spcPts val="0"/>
              </a:spcBef>
              <a:buNone/>
              <a:defRPr/>
            </a:lvl6pPr>
            <a:lvl7pPr indent="0" lvl="6" marL="0" rtl="0" algn="l">
              <a:lnSpc>
                <a:spcPct val="100000"/>
              </a:lnSpc>
              <a:spcBef>
                <a:spcPts val="0"/>
              </a:spcBef>
              <a:buNone/>
              <a:defRPr/>
            </a:lvl7pPr>
            <a:lvl8pPr indent="0" lvl="7" marL="0" rtl="0" algn="l">
              <a:lnSpc>
                <a:spcPct val="100000"/>
              </a:lnSpc>
              <a:spcBef>
                <a:spcPts val="0"/>
              </a:spcBef>
              <a:buNone/>
              <a:defRPr/>
            </a:lvl8pPr>
            <a:lvl9pPr indent="0" lvl="8" marL="0" rt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146" name="Google Shape;146;p17"/>
          <p:cNvSpPr txBox="1"/>
          <p:nvPr>
            <p:ph idx="2"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rtl="0" algn="r">
              <a:lnSpc>
                <a:spcPct val="113000"/>
              </a:lnSpc>
              <a:spcBef>
                <a:spcPts val="0"/>
              </a:spcBef>
              <a:spcAft>
                <a:spcPts val="0"/>
              </a:spcAft>
              <a:buClr>
                <a:srgbClr val="FF0000"/>
              </a:buClr>
              <a:buSzPts val="800"/>
              <a:buNone/>
              <a:defRPr sz="800">
                <a:solidFill>
                  <a:srgbClr val="FF0000"/>
                </a:solidFill>
              </a:defRPr>
            </a:lvl1pPr>
            <a:lvl2pPr indent="-342900" lvl="1" marL="914400" rtl="0" algn="l">
              <a:lnSpc>
                <a:spcPct val="113000"/>
              </a:lnSpc>
              <a:spcBef>
                <a:spcPts val="0"/>
              </a:spcBef>
              <a:spcAft>
                <a:spcPts val="0"/>
              </a:spcAft>
              <a:buClr>
                <a:srgbClr val="595959"/>
              </a:buClr>
              <a:buSzPts val="1800"/>
              <a:buChar char="−"/>
              <a:defRPr/>
            </a:lvl2pPr>
            <a:lvl3pPr indent="-342900" lvl="2" marL="1371600" rtl="0" algn="l">
              <a:lnSpc>
                <a:spcPct val="113000"/>
              </a:lnSpc>
              <a:spcBef>
                <a:spcPts val="0"/>
              </a:spcBef>
              <a:spcAft>
                <a:spcPts val="0"/>
              </a:spcAft>
              <a:buClr>
                <a:srgbClr val="595959"/>
              </a:buClr>
              <a:buSzPts val="1800"/>
              <a:buChar char="–"/>
              <a:defRPr/>
            </a:lvl3pPr>
            <a:lvl4pPr indent="-342900" lvl="3" marL="1828800" rtl="0" algn="l">
              <a:lnSpc>
                <a:spcPct val="113000"/>
              </a:lnSpc>
              <a:spcBef>
                <a:spcPts val="0"/>
              </a:spcBef>
              <a:spcAft>
                <a:spcPts val="0"/>
              </a:spcAft>
              <a:buClr>
                <a:srgbClr val="595959"/>
              </a:buClr>
              <a:buSzPts val="1800"/>
              <a:buChar char="–"/>
              <a:defRPr/>
            </a:lvl4pPr>
            <a:lvl5pPr indent="-342900" lvl="4" marL="2286000" rtl="0" algn="l">
              <a:lnSpc>
                <a:spcPct val="113000"/>
              </a:lnSpc>
              <a:spcBef>
                <a:spcPts val="0"/>
              </a:spcBef>
              <a:spcAft>
                <a:spcPts val="0"/>
              </a:spcAft>
              <a:buClr>
                <a:srgbClr val="595959"/>
              </a:buClr>
              <a:buSzPts val="1800"/>
              <a:buChar char="–"/>
              <a:defRPr/>
            </a:lvl5pPr>
            <a:lvl6pPr indent="-342900" lvl="5" marL="2743200" rtl="0" algn="l">
              <a:lnSpc>
                <a:spcPct val="113000"/>
              </a:lnSpc>
              <a:spcBef>
                <a:spcPts val="0"/>
              </a:spcBef>
              <a:spcAft>
                <a:spcPts val="0"/>
              </a:spcAft>
              <a:buClr>
                <a:srgbClr val="595959"/>
              </a:buClr>
              <a:buSzPts val="1800"/>
              <a:buChar char="–"/>
              <a:defRPr/>
            </a:lvl6pPr>
            <a:lvl7pPr indent="-342900" lvl="6" marL="3200400" rtl="0" algn="l">
              <a:lnSpc>
                <a:spcPct val="113000"/>
              </a:lnSpc>
              <a:spcBef>
                <a:spcPts val="0"/>
              </a:spcBef>
              <a:spcAft>
                <a:spcPts val="0"/>
              </a:spcAft>
              <a:buClr>
                <a:srgbClr val="595959"/>
              </a:buClr>
              <a:buSzPts val="1800"/>
              <a:buChar char="–"/>
              <a:defRPr/>
            </a:lvl7pPr>
            <a:lvl8pPr indent="-342900" lvl="7" marL="3657600" rtl="0" algn="l">
              <a:lnSpc>
                <a:spcPct val="113000"/>
              </a:lnSpc>
              <a:spcBef>
                <a:spcPts val="0"/>
              </a:spcBef>
              <a:spcAft>
                <a:spcPts val="0"/>
              </a:spcAft>
              <a:buClr>
                <a:srgbClr val="595959"/>
              </a:buClr>
              <a:buSzPts val="1800"/>
              <a:buChar char="–"/>
              <a:defRPr/>
            </a:lvl8pPr>
            <a:lvl9pPr indent="-342900" lvl="8" marL="4114800" rtl="0" algn="l">
              <a:lnSpc>
                <a:spcPct val="113000"/>
              </a:lnSpc>
              <a:spcBef>
                <a:spcPts val="0"/>
              </a:spcBef>
              <a:spcAft>
                <a:spcPts val="0"/>
              </a:spcAft>
              <a:buClr>
                <a:srgbClr val="595959"/>
              </a:buClr>
              <a:buSzPts val="1800"/>
              <a:buChar char="–"/>
              <a:defRPr/>
            </a:lvl9pPr>
          </a:lstStyle>
          <a:p/>
        </p:txBody>
      </p:sp>
      <p:grpSp>
        <p:nvGrpSpPr>
          <p:cNvPr id="147" name="Google Shape;147;p17"/>
          <p:cNvGrpSpPr/>
          <p:nvPr/>
        </p:nvGrpSpPr>
        <p:grpSpPr>
          <a:xfrm>
            <a:off x="10851366" y="6463515"/>
            <a:ext cx="1080272" cy="199994"/>
            <a:chOff x="830300" y="1716088"/>
            <a:chExt cx="10058401" cy="1862137"/>
          </a:xfrm>
        </p:grpSpPr>
        <p:sp>
          <p:nvSpPr>
            <p:cNvPr id="148" name="Google Shape;148;p17"/>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17"/>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17"/>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17"/>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 name="Google Shape;152;p17"/>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 name="Google Shape;153;p17"/>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two columns">
  <p:cSld name="Header and two columns">
    <p:spTree>
      <p:nvGrpSpPr>
        <p:cNvPr id="154" name="Shape 154"/>
        <p:cNvGrpSpPr/>
        <p:nvPr/>
      </p:nvGrpSpPr>
      <p:grpSpPr>
        <a:xfrm>
          <a:off x="0" y="0"/>
          <a:ext cx="0" cy="0"/>
          <a:chOff x="0" y="0"/>
          <a:chExt cx="0" cy="0"/>
        </a:xfrm>
      </p:grpSpPr>
      <p:sp>
        <p:nvSpPr>
          <p:cNvPr id="155" name="Google Shape;155;p18"/>
          <p:cNvSpPr txBox="1"/>
          <p:nvPr>
            <p:ph type="title"/>
          </p:nvPr>
        </p:nvSpPr>
        <p:spPr>
          <a:xfrm>
            <a:off x="478800" y="655200"/>
            <a:ext cx="11232000" cy="900000"/>
          </a:xfrm>
          <a:prstGeom prst="rect">
            <a:avLst/>
          </a:prstGeom>
          <a:noFill/>
          <a:ln>
            <a:noFill/>
          </a:ln>
        </p:spPr>
        <p:txBody>
          <a:bodyPr anchorCtr="0" anchor="t" bIns="0" lIns="0" spcFirstLastPara="1" rIns="0" wrap="square" tIns="0">
            <a:noAutofit/>
          </a:bodyPr>
          <a:lstStyle>
            <a:lvl1pPr lvl="0" rtl="0" algn="l">
              <a:lnSpc>
                <a:spcPct val="110000"/>
              </a:lnSpc>
              <a:spcBef>
                <a:spcPts val="0"/>
              </a:spcBef>
              <a:spcAft>
                <a:spcPts val="0"/>
              </a:spcAft>
              <a:buClr>
                <a:schemeClr val="dk2"/>
              </a:buClr>
              <a:buSzPts val="25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6" name="Google Shape;156;p18"/>
          <p:cNvSpPr txBox="1"/>
          <p:nvPr>
            <p:ph idx="1" type="body"/>
          </p:nvPr>
        </p:nvSpPr>
        <p:spPr>
          <a:xfrm>
            <a:off x="479425" y="1565999"/>
            <a:ext cx="5418300" cy="4311000"/>
          </a:xfrm>
          <a:prstGeom prst="rect">
            <a:avLst/>
          </a:prstGeom>
          <a:noFill/>
          <a:ln>
            <a:noFill/>
          </a:ln>
        </p:spPr>
        <p:txBody>
          <a:bodyPr anchorCtr="0" anchor="t" bIns="0" lIns="0" spcFirstLastPara="1" rIns="0" wrap="square" tIns="0">
            <a:noAutofit/>
          </a:bodyPr>
          <a:lstStyle>
            <a:lvl1pPr indent="-342900" lvl="0" marL="457200" rtl="0" algn="l">
              <a:lnSpc>
                <a:spcPct val="113000"/>
              </a:lnSpc>
              <a:spcBef>
                <a:spcPts val="0"/>
              </a:spcBef>
              <a:spcAft>
                <a:spcPts val="0"/>
              </a:spcAft>
              <a:buClr>
                <a:srgbClr val="595959"/>
              </a:buClr>
              <a:buSzPts val="1800"/>
              <a:buChar char="•"/>
              <a:defRPr/>
            </a:lvl1pPr>
            <a:lvl2pPr indent="-342900" lvl="1" marL="914400" rtl="0" algn="l">
              <a:lnSpc>
                <a:spcPct val="113000"/>
              </a:lnSpc>
              <a:spcBef>
                <a:spcPts val="0"/>
              </a:spcBef>
              <a:spcAft>
                <a:spcPts val="0"/>
              </a:spcAft>
              <a:buClr>
                <a:srgbClr val="595959"/>
              </a:buClr>
              <a:buSzPts val="1800"/>
              <a:buChar char="−"/>
              <a:defRPr/>
            </a:lvl2pPr>
            <a:lvl3pPr indent="-342900" lvl="2" marL="1371600" rtl="0" algn="l">
              <a:lnSpc>
                <a:spcPct val="113000"/>
              </a:lnSpc>
              <a:spcBef>
                <a:spcPts val="0"/>
              </a:spcBef>
              <a:spcAft>
                <a:spcPts val="0"/>
              </a:spcAft>
              <a:buClr>
                <a:srgbClr val="595959"/>
              </a:buClr>
              <a:buSzPts val="1800"/>
              <a:buChar char="–"/>
              <a:defRPr/>
            </a:lvl3pPr>
            <a:lvl4pPr indent="-342900" lvl="3" marL="1828800" rtl="0" algn="l">
              <a:lnSpc>
                <a:spcPct val="113000"/>
              </a:lnSpc>
              <a:spcBef>
                <a:spcPts val="0"/>
              </a:spcBef>
              <a:spcAft>
                <a:spcPts val="0"/>
              </a:spcAft>
              <a:buClr>
                <a:srgbClr val="595959"/>
              </a:buClr>
              <a:buSzPts val="1800"/>
              <a:buChar char="–"/>
              <a:defRPr/>
            </a:lvl4pPr>
            <a:lvl5pPr indent="-342900" lvl="4" marL="2286000" rtl="0" algn="l">
              <a:lnSpc>
                <a:spcPct val="113000"/>
              </a:lnSpc>
              <a:spcBef>
                <a:spcPts val="0"/>
              </a:spcBef>
              <a:spcAft>
                <a:spcPts val="0"/>
              </a:spcAft>
              <a:buClr>
                <a:srgbClr val="595959"/>
              </a:buClr>
              <a:buSzPts val="1800"/>
              <a:buChar char="–"/>
              <a:defRPr/>
            </a:lvl5pPr>
            <a:lvl6pPr indent="-342900" lvl="5" marL="2743200" rtl="0" algn="l">
              <a:lnSpc>
                <a:spcPct val="113000"/>
              </a:lnSpc>
              <a:spcBef>
                <a:spcPts val="0"/>
              </a:spcBef>
              <a:spcAft>
                <a:spcPts val="0"/>
              </a:spcAft>
              <a:buClr>
                <a:srgbClr val="595959"/>
              </a:buClr>
              <a:buSzPts val="1800"/>
              <a:buChar char="–"/>
              <a:defRPr/>
            </a:lvl6pPr>
            <a:lvl7pPr indent="-342900" lvl="6" marL="3200400" rtl="0" algn="l">
              <a:lnSpc>
                <a:spcPct val="113000"/>
              </a:lnSpc>
              <a:spcBef>
                <a:spcPts val="0"/>
              </a:spcBef>
              <a:spcAft>
                <a:spcPts val="0"/>
              </a:spcAft>
              <a:buClr>
                <a:srgbClr val="595959"/>
              </a:buClr>
              <a:buSzPts val="1800"/>
              <a:buChar char="–"/>
              <a:defRPr/>
            </a:lvl7pPr>
            <a:lvl8pPr indent="-342900" lvl="7" marL="3657600" rtl="0" algn="l">
              <a:lnSpc>
                <a:spcPct val="113000"/>
              </a:lnSpc>
              <a:spcBef>
                <a:spcPts val="0"/>
              </a:spcBef>
              <a:spcAft>
                <a:spcPts val="0"/>
              </a:spcAft>
              <a:buClr>
                <a:srgbClr val="595959"/>
              </a:buClr>
              <a:buSzPts val="1800"/>
              <a:buChar char="–"/>
              <a:defRPr/>
            </a:lvl8pPr>
            <a:lvl9pPr indent="-342900" lvl="8" marL="4114800" rtl="0" algn="l">
              <a:lnSpc>
                <a:spcPct val="113000"/>
              </a:lnSpc>
              <a:spcBef>
                <a:spcPts val="0"/>
              </a:spcBef>
              <a:spcAft>
                <a:spcPts val="0"/>
              </a:spcAft>
              <a:buClr>
                <a:srgbClr val="595959"/>
              </a:buClr>
              <a:buSzPts val="1800"/>
              <a:buChar char="–"/>
              <a:defRPr/>
            </a:lvl9pPr>
          </a:lstStyle>
          <a:p/>
        </p:txBody>
      </p:sp>
      <p:sp>
        <p:nvSpPr>
          <p:cNvPr id="157" name="Google Shape;157;p18"/>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8" name="Google Shape;158;p18"/>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9" name="Google Shape;159;p18"/>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rtl="0" algn="l">
              <a:lnSpc>
                <a:spcPct val="100000"/>
              </a:lnSpc>
              <a:spcBef>
                <a:spcPts val="0"/>
              </a:spcBef>
              <a:buNone/>
              <a:defRPr/>
            </a:lvl1pPr>
            <a:lvl2pPr indent="0" lvl="1" marL="0" rtl="0" algn="l">
              <a:lnSpc>
                <a:spcPct val="100000"/>
              </a:lnSpc>
              <a:spcBef>
                <a:spcPts val="0"/>
              </a:spcBef>
              <a:buNone/>
              <a:defRPr/>
            </a:lvl2pPr>
            <a:lvl3pPr indent="0" lvl="2" marL="0" rtl="0" algn="l">
              <a:lnSpc>
                <a:spcPct val="100000"/>
              </a:lnSpc>
              <a:spcBef>
                <a:spcPts val="0"/>
              </a:spcBef>
              <a:buNone/>
              <a:defRPr/>
            </a:lvl3pPr>
            <a:lvl4pPr indent="0" lvl="3" marL="0" rtl="0" algn="l">
              <a:lnSpc>
                <a:spcPct val="100000"/>
              </a:lnSpc>
              <a:spcBef>
                <a:spcPts val="0"/>
              </a:spcBef>
              <a:buNone/>
              <a:defRPr/>
            </a:lvl4pPr>
            <a:lvl5pPr indent="0" lvl="4" marL="0" rtl="0" algn="l">
              <a:lnSpc>
                <a:spcPct val="100000"/>
              </a:lnSpc>
              <a:spcBef>
                <a:spcPts val="0"/>
              </a:spcBef>
              <a:buNone/>
              <a:defRPr/>
            </a:lvl5pPr>
            <a:lvl6pPr indent="0" lvl="5" marL="0" rtl="0" algn="l">
              <a:lnSpc>
                <a:spcPct val="100000"/>
              </a:lnSpc>
              <a:spcBef>
                <a:spcPts val="0"/>
              </a:spcBef>
              <a:buNone/>
              <a:defRPr/>
            </a:lvl6pPr>
            <a:lvl7pPr indent="0" lvl="6" marL="0" rtl="0" algn="l">
              <a:lnSpc>
                <a:spcPct val="100000"/>
              </a:lnSpc>
              <a:spcBef>
                <a:spcPts val="0"/>
              </a:spcBef>
              <a:buNone/>
              <a:defRPr/>
            </a:lvl7pPr>
            <a:lvl8pPr indent="0" lvl="7" marL="0" rtl="0" algn="l">
              <a:lnSpc>
                <a:spcPct val="100000"/>
              </a:lnSpc>
              <a:spcBef>
                <a:spcPts val="0"/>
              </a:spcBef>
              <a:buNone/>
              <a:defRPr/>
            </a:lvl8pPr>
            <a:lvl9pPr indent="0" lvl="8" marL="0" rt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160" name="Google Shape;160;p18"/>
          <p:cNvSpPr txBox="1"/>
          <p:nvPr>
            <p:ph idx="2" type="body"/>
          </p:nvPr>
        </p:nvSpPr>
        <p:spPr>
          <a:xfrm>
            <a:off x="6301252" y="1565999"/>
            <a:ext cx="5418300" cy="4311000"/>
          </a:xfrm>
          <a:prstGeom prst="rect">
            <a:avLst/>
          </a:prstGeom>
          <a:noFill/>
          <a:ln>
            <a:noFill/>
          </a:ln>
        </p:spPr>
        <p:txBody>
          <a:bodyPr anchorCtr="0" anchor="t" bIns="0" lIns="0" spcFirstLastPara="1" rIns="0" wrap="square" tIns="0">
            <a:noAutofit/>
          </a:bodyPr>
          <a:lstStyle>
            <a:lvl1pPr indent="-342900" lvl="0" marL="457200" rtl="0" algn="l">
              <a:lnSpc>
                <a:spcPct val="113000"/>
              </a:lnSpc>
              <a:spcBef>
                <a:spcPts val="0"/>
              </a:spcBef>
              <a:spcAft>
                <a:spcPts val="0"/>
              </a:spcAft>
              <a:buClr>
                <a:srgbClr val="595959"/>
              </a:buClr>
              <a:buSzPts val="1800"/>
              <a:buChar char="•"/>
              <a:defRPr/>
            </a:lvl1pPr>
            <a:lvl2pPr indent="-342900" lvl="1" marL="914400" rtl="0" algn="l">
              <a:lnSpc>
                <a:spcPct val="113000"/>
              </a:lnSpc>
              <a:spcBef>
                <a:spcPts val="0"/>
              </a:spcBef>
              <a:spcAft>
                <a:spcPts val="0"/>
              </a:spcAft>
              <a:buClr>
                <a:srgbClr val="595959"/>
              </a:buClr>
              <a:buSzPts val="1800"/>
              <a:buChar char="−"/>
              <a:defRPr/>
            </a:lvl2pPr>
            <a:lvl3pPr indent="-342900" lvl="2" marL="1371600" rtl="0" algn="l">
              <a:lnSpc>
                <a:spcPct val="113000"/>
              </a:lnSpc>
              <a:spcBef>
                <a:spcPts val="0"/>
              </a:spcBef>
              <a:spcAft>
                <a:spcPts val="0"/>
              </a:spcAft>
              <a:buClr>
                <a:srgbClr val="595959"/>
              </a:buClr>
              <a:buSzPts val="1800"/>
              <a:buChar char="–"/>
              <a:defRPr/>
            </a:lvl3pPr>
            <a:lvl4pPr indent="-342900" lvl="3" marL="1828800" rtl="0" algn="l">
              <a:lnSpc>
                <a:spcPct val="113000"/>
              </a:lnSpc>
              <a:spcBef>
                <a:spcPts val="0"/>
              </a:spcBef>
              <a:spcAft>
                <a:spcPts val="0"/>
              </a:spcAft>
              <a:buClr>
                <a:srgbClr val="595959"/>
              </a:buClr>
              <a:buSzPts val="1800"/>
              <a:buChar char="–"/>
              <a:defRPr/>
            </a:lvl4pPr>
            <a:lvl5pPr indent="-342900" lvl="4" marL="2286000" rtl="0" algn="l">
              <a:lnSpc>
                <a:spcPct val="113000"/>
              </a:lnSpc>
              <a:spcBef>
                <a:spcPts val="0"/>
              </a:spcBef>
              <a:spcAft>
                <a:spcPts val="0"/>
              </a:spcAft>
              <a:buClr>
                <a:srgbClr val="595959"/>
              </a:buClr>
              <a:buSzPts val="1800"/>
              <a:buChar char="–"/>
              <a:defRPr/>
            </a:lvl5pPr>
            <a:lvl6pPr indent="-342900" lvl="5" marL="2743200" rtl="0" algn="l">
              <a:lnSpc>
                <a:spcPct val="113000"/>
              </a:lnSpc>
              <a:spcBef>
                <a:spcPts val="0"/>
              </a:spcBef>
              <a:spcAft>
                <a:spcPts val="0"/>
              </a:spcAft>
              <a:buClr>
                <a:srgbClr val="595959"/>
              </a:buClr>
              <a:buSzPts val="1800"/>
              <a:buChar char="–"/>
              <a:defRPr/>
            </a:lvl6pPr>
            <a:lvl7pPr indent="-342900" lvl="6" marL="3200400" rtl="0" algn="l">
              <a:lnSpc>
                <a:spcPct val="113000"/>
              </a:lnSpc>
              <a:spcBef>
                <a:spcPts val="0"/>
              </a:spcBef>
              <a:spcAft>
                <a:spcPts val="0"/>
              </a:spcAft>
              <a:buClr>
                <a:srgbClr val="595959"/>
              </a:buClr>
              <a:buSzPts val="1800"/>
              <a:buChar char="–"/>
              <a:defRPr/>
            </a:lvl7pPr>
            <a:lvl8pPr indent="-342900" lvl="7" marL="3657600" rtl="0" algn="l">
              <a:lnSpc>
                <a:spcPct val="113000"/>
              </a:lnSpc>
              <a:spcBef>
                <a:spcPts val="0"/>
              </a:spcBef>
              <a:spcAft>
                <a:spcPts val="0"/>
              </a:spcAft>
              <a:buClr>
                <a:srgbClr val="595959"/>
              </a:buClr>
              <a:buSzPts val="1800"/>
              <a:buChar char="–"/>
              <a:defRPr/>
            </a:lvl8pPr>
            <a:lvl9pPr indent="-342900" lvl="8" marL="4114800" rtl="0" algn="l">
              <a:lnSpc>
                <a:spcPct val="113000"/>
              </a:lnSpc>
              <a:spcBef>
                <a:spcPts val="0"/>
              </a:spcBef>
              <a:spcAft>
                <a:spcPts val="0"/>
              </a:spcAft>
              <a:buClr>
                <a:srgbClr val="595959"/>
              </a:buClr>
              <a:buSzPts val="1800"/>
              <a:buChar char="–"/>
              <a:defRPr/>
            </a:lvl9pPr>
          </a:lstStyle>
          <a:p/>
        </p:txBody>
      </p:sp>
      <p:sp>
        <p:nvSpPr>
          <p:cNvPr id="161" name="Google Shape;161;p18"/>
          <p:cNvSpPr txBox="1"/>
          <p:nvPr>
            <p:ph idx="3"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rtl="0" algn="r">
              <a:lnSpc>
                <a:spcPct val="113000"/>
              </a:lnSpc>
              <a:spcBef>
                <a:spcPts val="0"/>
              </a:spcBef>
              <a:spcAft>
                <a:spcPts val="0"/>
              </a:spcAft>
              <a:buClr>
                <a:srgbClr val="FF0000"/>
              </a:buClr>
              <a:buSzPts val="800"/>
              <a:buNone/>
              <a:defRPr sz="800">
                <a:solidFill>
                  <a:srgbClr val="FF0000"/>
                </a:solidFill>
              </a:defRPr>
            </a:lvl1pPr>
            <a:lvl2pPr indent="-342900" lvl="1" marL="914400" rtl="0" algn="l">
              <a:lnSpc>
                <a:spcPct val="113000"/>
              </a:lnSpc>
              <a:spcBef>
                <a:spcPts val="0"/>
              </a:spcBef>
              <a:spcAft>
                <a:spcPts val="0"/>
              </a:spcAft>
              <a:buClr>
                <a:srgbClr val="595959"/>
              </a:buClr>
              <a:buSzPts val="1800"/>
              <a:buChar char="−"/>
              <a:defRPr/>
            </a:lvl2pPr>
            <a:lvl3pPr indent="-342900" lvl="2" marL="1371600" rtl="0" algn="l">
              <a:lnSpc>
                <a:spcPct val="113000"/>
              </a:lnSpc>
              <a:spcBef>
                <a:spcPts val="0"/>
              </a:spcBef>
              <a:spcAft>
                <a:spcPts val="0"/>
              </a:spcAft>
              <a:buClr>
                <a:srgbClr val="595959"/>
              </a:buClr>
              <a:buSzPts val="1800"/>
              <a:buChar char="–"/>
              <a:defRPr/>
            </a:lvl3pPr>
            <a:lvl4pPr indent="-342900" lvl="3" marL="1828800" rtl="0" algn="l">
              <a:lnSpc>
                <a:spcPct val="113000"/>
              </a:lnSpc>
              <a:spcBef>
                <a:spcPts val="0"/>
              </a:spcBef>
              <a:spcAft>
                <a:spcPts val="0"/>
              </a:spcAft>
              <a:buClr>
                <a:srgbClr val="595959"/>
              </a:buClr>
              <a:buSzPts val="1800"/>
              <a:buChar char="–"/>
              <a:defRPr/>
            </a:lvl4pPr>
            <a:lvl5pPr indent="-342900" lvl="4" marL="2286000" rtl="0" algn="l">
              <a:lnSpc>
                <a:spcPct val="113000"/>
              </a:lnSpc>
              <a:spcBef>
                <a:spcPts val="0"/>
              </a:spcBef>
              <a:spcAft>
                <a:spcPts val="0"/>
              </a:spcAft>
              <a:buClr>
                <a:srgbClr val="595959"/>
              </a:buClr>
              <a:buSzPts val="1800"/>
              <a:buChar char="–"/>
              <a:defRPr/>
            </a:lvl5pPr>
            <a:lvl6pPr indent="-342900" lvl="5" marL="2743200" rtl="0" algn="l">
              <a:lnSpc>
                <a:spcPct val="113000"/>
              </a:lnSpc>
              <a:spcBef>
                <a:spcPts val="0"/>
              </a:spcBef>
              <a:spcAft>
                <a:spcPts val="0"/>
              </a:spcAft>
              <a:buClr>
                <a:srgbClr val="595959"/>
              </a:buClr>
              <a:buSzPts val="1800"/>
              <a:buChar char="–"/>
              <a:defRPr/>
            </a:lvl6pPr>
            <a:lvl7pPr indent="-342900" lvl="6" marL="3200400" rtl="0" algn="l">
              <a:lnSpc>
                <a:spcPct val="113000"/>
              </a:lnSpc>
              <a:spcBef>
                <a:spcPts val="0"/>
              </a:spcBef>
              <a:spcAft>
                <a:spcPts val="0"/>
              </a:spcAft>
              <a:buClr>
                <a:srgbClr val="595959"/>
              </a:buClr>
              <a:buSzPts val="1800"/>
              <a:buChar char="–"/>
              <a:defRPr/>
            </a:lvl7pPr>
            <a:lvl8pPr indent="-342900" lvl="7" marL="3657600" rtl="0" algn="l">
              <a:lnSpc>
                <a:spcPct val="113000"/>
              </a:lnSpc>
              <a:spcBef>
                <a:spcPts val="0"/>
              </a:spcBef>
              <a:spcAft>
                <a:spcPts val="0"/>
              </a:spcAft>
              <a:buClr>
                <a:srgbClr val="595959"/>
              </a:buClr>
              <a:buSzPts val="1800"/>
              <a:buChar char="–"/>
              <a:defRPr/>
            </a:lvl8pPr>
            <a:lvl9pPr indent="-342900" lvl="8" marL="4114800" rtl="0" algn="l">
              <a:lnSpc>
                <a:spcPct val="113000"/>
              </a:lnSpc>
              <a:spcBef>
                <a:spcPts val="0"/>
              </a:spcBef>
              <a:spcAft>
                <a:spcPts val="0"/>
              </a:spcAft>
              <a:buClr>
                <a:srgbClr val="595959"/>
              </a:buClr>
              <a:buSzPts val="1800"/>
              <a:buChar char="–"/>
              <a:defRPr/>
            </a:lvl9pPr>
          </a:lstStyle>
          <a:p/>
        </p:txBody>
      </p:sp>
      <p:grpSp>
        <p:nvGrpSpPr>
          <p:cNvPr id="162" name="Google Shape;162;p18"/>
          <p:cNvGrpSpPr/>
          <p:nvPr/>
        </p:nvGrpSpPr>
        <p:grpSpPr>
          <a:xfrm>
            <a:off x="10851366" y="6463515"/>
            <a:ext cx="1080272" cy="199994"/>
            <a:chOff x="830300" y="1716088"/>
            <a:chExt cx="10058401" cy="1862137"/>
          </a:xfrm>
        </p:grpSpPr>
        <p:sp>
          <p:nvSpPr>
            <p:cNvPr id="163" name="Google Shape;163;p18"/>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 name="Google Shape;164;p18"/>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 name="Google Shape;165;p18"/>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 name="Google Shape;166;p18"/>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18"/>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 name="Google Shape;168;p18"/>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e de titre">
  <p:cSld name="1_Diapositive de titre">
    <p:bg>
      <p:bgPr>
        <a:blipFill>
          <a:blip r:embed="rId2">
            <a:alphaModFix/>
          </a:blip>
          <a:stretch>
            <a:fillRect/>
          </a:stretch>
        </a:blipFill>
      </p:bgPr>
    </p:bg>
    <p:spTree>
      <p:nvGrpSpPr>
        <p:cNvPr id="175" name="Shape 175"/>
        <p:cNvGrpSpPr/>
        <p:nvPr/>
      </p:nvGrpSpPr>
      <p:grpSpPr>
        <a:xfrm>
          <a:off x="0" y="0"/>
          <a:ext cx="0" cy="0"/>
          <a:chOff x="0" y="0"/>
          <a:chExt cx="0" cy="0"/>
        </a:xfrm>
      </p:grpSpPr>
      <p:grpSp>
        <p:nvGrpSpPr>
          <p:cNvPr id="176" name="Google Shape;176;p20"/>
          <p:cNvGrpSpPr/>
          <p:nvPr/>
        </p:nvGrpSpPr>
        <p:grpSpPr>
          <a:xfrm>
            <a:off x="10614554" y="6254410"/>
            <a:ext cx="1331732" cy="246547"/>
            <a:chOff x="830300" y="1716088"/>
            <a:chExt cx="10058401" cy="1862137"/>
          </a:xfrm>
        </p:grpSpPr>
        <p:sp>
          <p:nvSpPr>
            <p:cNvPr id="177" name="Google Shape;177;p20"/>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8" name="Google Shape;178;p20"/>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20"/>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 name="Google Shape;180;p20"/>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 name="Google Shape;181;p20"/>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20"/>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3" name="Google Shape;183;p20"/>
          <p:cNvSpPr txBox="1"/>
          <p:nvPr>
            <p:ph type="ctrTitle"/>
          </p:nvPr>
        </p:nvSpPr>
        <p:spPr>
          <a:xfrm>
            <a:off x="5915232" y="3513720"/>
            <a:ext cx="6031200" cy="871200"/>
          </a:xfrm>
          <a:prstGeom prst="rect">
            <a:avLst/>
          </a:prstGeom>
          <a:solidFill>
            <a:srgbClr val="00205B">
              <a:alpha val="80000"/>
            </a:srgbClr>
          </a:solidFill>
          <a:ln>
            <a:noFill/>
          </a:ln>
        </p:spPr>
        <p:txBody>
          <a:bodyPr anchorCtr="0" anchor="b" bIns="0" lIns="0" spcFirstLastPara="1" rIns="0" wrap="square" tIns="0">
            <a:noAutofit/>
          </a:bodyPr>
          <a:lstStyle>
            <a:lvl1pPr lvl="0" algn="l">
              <a:lnSpc>
                <a:spcPct val="105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20"/>
          <p:cNvSpPr txBox="1"/>
          <p:nvPr>
            <p:ph idx="1" type="subTitle"/>
          </p:nvPr>
        </p:nvSpPr>
        <p:spPr>
          <a:xfrm>
            <a:off x="5915232" y="4448383"/>
            <a:ext cx="6031200" cy="678600"/>
          </a:xfrm>
          <a:prstGeom prst="rect">
            <a:avLst/>
          </a:prstGeom>
          <a:solidFill>
            <a:srgbClr val="00205B">
              <a:alpha val="80000"/>
            </a:srgbClr>
          </a:solid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l">
              <a:lnSpc>
                <a:spcPct val="113000"/>
              </a:lnSpc>
              <a:spcBef>
                <a:spcPts val="0"/>
              </a:spcBef>
              <a:spcAft>
                <a:spcPts val="0"/>
              </a:spcAft>
              <a:buClr>
                <a:srgbClr val="595959"/>
              </a:buClr>
              <a:buSzPts val="1800"/>
              <a:buChar char="–"/>
              <a:defRPr/>
            </a:lvl2pPr>
            <a:lvl3pPr lvl="2" algn="l">
              <a:lnSpc>
                <a:spcPct val="113000"/>
              </a:lnSpc>
              <a:spcBef>
                <a:spcPts val="0"/>
              </a:spcBef>
              <a:spcAft>
                <a:spcPts val="0"/>
              </a:spcAft>
              <a:buClr>
                <a:srgbClr val="595959"/>
              </a:buClr>
              <a:buSzPts val="1800"/>
              <a:buChar char="–"/>
              <a:defRPr/>
            </a:lvl3pPr>
            <a:lvl4pPr lvl="3" algn="l">
              <a:lnSpc>
                <a:spcPct val="113000"/>
              </a:lnSpc>
              <a:spcBef>
                <a:spcPts val="0"/>
              </a:spcBef>
              <a:spcAft>
                <a:spcPts val="0"/>
              </a:spcAft>
              <a:buClr>
                <a:srgbClr val="595959"/>
              </a:buClr>
              <a:buSzPts val="1800"/>
              <a:buChar char="–"/>
              <a:defRPr/>
            </a:lvl4pPr>
            <a:lvl5pPr lvl="4" algn="l">
              <a:lnSpc>
                <a:spcPct val="113000"/>
              </a:lnSpc>
              <a:spcBef>
                <a:spcPts val="0"/>
              </a:spcBef>
              <a:spcAft>
                <a:spcPts val="0"/>
              </a:spcAft>
              <a:buClr>
                <a:srgbClr val="595959"/>
              </a:buClr>
              <a:buSzPts val="1800"/>
              <a:buChar char="–"/>
              <a:defRPr/>
            </a:lvl5pPr>
            <a:lvl6pPr lvl="5" algn="l">
              <a:lnSpc>
                <a:spcPct val="113000"/>
              </a:lnSpc>
              <a:spcBef>
                <a:spcPts val="0"/>
              </a:spcBef>
              <a:spcAft>
                <a:spcPts val="0"/>
              </a:spcAft>
              <a:buClr>
                <a:srgbClr val="595959"/>
              </a:buClr>
              <a:buSzPts val="1800"/>
              <a:buChar char="–"/>
              <a:defRPr/>
            </a:lvl6pPr>
            <a:lvl7pPr lvl="6" algn="l">
              <a:lnSpc>
                <a:spcPct val="113000"/>
              </a:lnSpc>
              <a:spcBef>
                <a:spcPts val="0"/>
              </a:spcBef>
              <a:spcAft>
                <a:spcPts val="0"/>
              </a:spcAft>
              <a:buClr>
                <a:srgbClr val="595959"/>
              </a:buClr>
              <a:buSzPts val="1800"/>
              <a:buChar char="–"/>
              <a:defRPr/>
            </a:lvl7pPr>
            <a:lvl8pPr lvl="7" algn="l">
              <a:lnSpc>
                <a:spcPct val="113000"/>
              </a:lnSpc>
              <a:spcBef>
                <a:spcPts val="0"/>
              </a:spcBef>
              <a:spcAft>
                <a:spcPts val="0"/>
              </a:spcAft>
              <a:buClr>
                <a:srgbClr val="595959"/>
              </a:buClr>
              <a:buSzPts val="1800"/>
              <a:buChar char="–"/>
              <a:defRPr/>
            </a:lvl8pPr>
            <a:lvl9pPr lvl="8" algn="l">
              <a:lnSpc>
                <a:spcPct val="113000"/>
              </a:lnSpc>
              <a:spcBef>
                <a:spcPts val="0"/>
              </a:spcBef>
              <a:spcAft>
                <a:spcPts val="0"/>
              </a:spcAft>
              <a:buClr>
                <a:srgbClr val="595959"/>
              </a:buClr>
              <a:buSzPts val="1800"/>
              <a:buChar char="–"/>
              <a:defRPr/>
            </a:lvl9pPr>
          </a:lstStyle>
          <a:p/>
        </p:txBody>
      </p:sp>
      <p:sp>
        <p:nvSpPr>
          <p:cNvPr id="185" name="Google Shape;185;p20"/>
          <p:cNvSpPr txBox="1"/>
          <p:nvPr>
            <p:ph idx="2" type="body"/>
          </p:nvPr>
        </p:nvSpPr>
        <p:spPr>
          <a:xfrm>
            <a:off x="5915232" y="5690478"/>
            <a:ext cx="6031200" cy="434100"/>
          </a:xfrm>
          <a:prstGeom prst="rect">
            <a:avLst/>
          </a:prstGeom>
          <a:solidFill>
            <a:srgbClr val="00205B">
              <a:alpha val="80000"/>
            </a:srgbClr>
          </a:solid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chemeClr val="lt1"/>
              </a:buClr>
              <a:buSzPts val="1300"/>
              <a:buNone/>
              <a:defRPr sz="1300">
                <a:solidFill>
                  <a:schemeClr val="lt1"/>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186" name="Google Shape;186;p20"/>
          <p:cNvSpPr/>
          <p:nvPr/>
        </p:nvSpPr>
        <p:spPr>
          <a:xfrm>
            <a:off x="5915232" y="3438170"/>
            <a:ext cx="2081100" cy="78900"/>
          </a:xfrm>
          <a:prstGeom prst="rect">
            <a:avLst/>
          </a:prstGeom>
          <a:solidFill>
            <a:srgbClr val="00205B">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content">
  <p:cSld name="Header and content">
    <p:spTree>
      <p:nvGrpSpPr>
        <p:cNvPr id="187" name="Shape 187"/>
        <p:cNvGrpSpPr/>
        <p:nvPr/>
      </p:nvGrpSpPr>
      <p:grpSpPr>
        <a:xfrm>
          <a:off x="0" y="0"/>
          <a:ext cx="0" cy="0"/>
          <a:chOff x="0" y="0"/>
          <a:chExt cx="0" cy="0"/>
        </a:xfrm>
      </p:grpSpPr>
      <p:sp>
        <p:nvSpPr>
          <p:cNvPr id="188" name="Google Shape;188;p21"/>
          <p:cNvSpPr txBox="1"/>
          <p:nvPr>
            <p:ph type="title"/>
          </p:nvPr>
        </p:nvSpPr>
        <p:spPr>
          <a:xfrm>
            <a:off x="478800" y="655200"/>
            <a:ext cx="11232000" cy="900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25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21"/>
          <p:cNvSpPr txBox="1"/>
          <p:nvPr>
            <p:ph idx="1" type="body"/>
          </p:nvPr>
        </p:nvSpPr>
        <p:spPr>
          <a:xfrm>
            <a:off x="478800" y="1558800"/>
            <a:ext cx="11232000" cy="43512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190" name="Google Shape;190;p21"/>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21"/>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21"/>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193" name="Google Shape;193;p21"/>
          <p:cNvSpPr txBox="1"/>
          <p:nvPr>
            <p:ph idx="2"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grpSp>
        <p:nvGrpSpPr>
          <p:cNvPr id="194" name="Google Shape;194;p21"/>
          <p:cNvGrpSpPr/>
          <p:nvPr/>
        </p:nvGrpSpPr>
        <p:grpSpPr>
          <a:xfrm>
            <a:off x="10851366" y="6463515"/>
            <a:ext cx="1080272" cy="199994"/>
            <a:chOff x="830300" y="1716088"/>
            <a:chExt cx="10058401" cy="1862137"/>
          </a:xfrm>
        </p:grpSpPr>
        <p:sp>
          <p:nvSpPr>
            <p:cNvPr id="195" name="Google Shape;195;p21"/>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 name="Google Shape;196;p21"/>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7" name="Google Shape;197;p21"/>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 name="Google Shape;198;p21"/>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 name="Google Shape;199;p21"/>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 name="Google Shape;200;p21"/>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01" name="Google Shape;201;p21"/>
          <p:cNvSpPr txBox="1"/>
          <p:nvPr/>
        </p:nvSpPr>
        <p:spPr>
          <a:xfrm>
            <a:off x="4266675" y="6363850"/>
            <a:ext cx="3848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chemeClr val="dk1"/>
                </a:solidFill>
              </a:rPr>
              <a:t>Model Feasibility Review Template </a:t>
            </a:r>
            <a:r>
              <a:rPr lang="fr-FR" sz="1000">
                <a:solidFill>
                  <a:schemeClr val="dk1"/>
                </a:solidFill>
              </a:rPr>
              <a:t>reference: FM2200683 v1.0</a:t>
            </a:r>
            <a:endParaRPr sz="1000">
              <a:solidFill>
                <a:schemeClr val="dk1"/>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with copyright/disclaimer">
  <p:cSld name="Closing slide with copyright/disclaimer">
    <p:bg>
      <p:bgPr>
        <a:solidFill>
          <a:schemeClr val="dk2"/>
        </a:solidFill>
      </p:bgPr>
    </p:bg>
    <p:spTree>
      <p:nvGrpSpPr>
        <p:cNvPr id="202" name="Shape 202"/>
        <p:cNvGrpSpPr/>
        <p:nvPr/>
      </p:nvGrpSpPr>
      <p:grpSpPr>
        <a:xfrm>
          <a:off x="0" y="0"/>
          <a:ext cx="0" cy="0"/>
          <a:chOff x="0" y="0"/>
          <a:chExt cx="0" cy="0"/>
        </a:xfrm>
      </p:grpSpPr>
      <p:pic>
        <p:nvPicPr>
          <p:cNvPr descr="ThankYou_Grid_Portrait.png" id="203" name="Google Shape;203;p22"/>
          <p:cNvPicPr preferRelativeResize="0"/>
          <p:nvPr/>
        </p:nvPicPr>
        <p:blipFill rotWithShape="1">
          <a:blip r:embed="rId2">
            <a:alphaModFix/>
          </a:blip>
          <a:srcRect b="0" l="0" r="0" t="0"/>
          <a:stretch/>
        </p:blipFill>
        <p:spPr>
          <a:xfrm>
            <a:off x="0" y="651848"/>
            <a:ext cx="12193201" cy="4672455"/>
          </a:xfrm>
          <a:prstGeom prst="rect">
            <a:avLst/>
          </a:prstGeom>
          <a:noFill/>
          <a:ln>
            <a:noFill/>
          </a:ln>
        </p:spPr>
      </p:pic>
      <p:sp>
        <p:nvSpPr>
          <p:cNvPr id="204" name="Google Shape;204;p22"/>
          <p:cNvSpPr txBox="1"/>
          <p:nvPr>
            <p:ph idx="1" type="body"/>
          </p:nvPr>
        </p:nvSpPr>
        <p:spPr>
          <a:xfrm>
            <a:off x="3886247" y="3812346"/>
            <a:ext cx="6507300" cy="2064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2500"/>
              <a:buNone/>
              <a:defRPr sz="2500">
                <a:solidFill>
                  <a:schemeClr val="lt1"/>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grpSp>
        <p:nvGrpSpPr>
          <p:cNvPr id="205" name="Google Shape;205;p22"/>
          <p:cNvGrpSpPr/>
          <p:nvPr/>
        </p:nvGrpSpPr>
        <p:grpSpPr>
          <a:xfrm>
            <a:off x="0" y="3592800"/>
            <a:ext cx="12193200" cy="62100"/>
            <a:chOff x="0" y="3606831"/>
            <a:chExt cx="12193200" cy="62100"/>
          </a:xfrm>
        </p:grpSpPr>
        <p:sp>
          <p:nvSpPr>
            <p:cNvPr id="206" name="Google Shape;206;p22"/>
            <p:cNvSpPr/>
            <p:nvPr/>
          </p:nvSpPr>
          <p:spPr>
            <a:xfrm>
              <a:off x="0" y="3606831"/>
              <a:ext cx="12193200" cy="2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sp>
          <p:nvSpPr>
            <p:cNvPr id="207" name="Google Shape;207;p22"/>
            <p:cNvSpPr/>
            <p:nvPr/>
          </p:nvSpPr>
          <p:spPr>
            <a:xfrm>
              <a:off x="3886247" y="3606831"/>
              <a:ext cx="8305800" cy="62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grpSp>
      <p:grpSp>
        <p:nvGrpSpPr>
          <p:cNvPr id="208" name="Google Shape;208;p22"/>
          <p:cNvGrpSpPr/>
          <p:nvPr/>
        </p:nvGrpSpPr>
        <p:grpSpPr>
          <a:xfrm>
            <a:off x="10851366" y="6463515"/>
            <a:ext cx="1080272" cy="199994"/>
            <a:chOff x="830300" y="1716088"/>
            <a:chExt cx="10058401" cy="1862137"/>
          </a:xfrm>
        </p:grpSpPr>
        <p:sp>
          <p:nvSpPr>
            <p:cNvPr id="209" name="Google Shape;209;p22"/>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22"/>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22"/>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22"/>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22"/>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22"/>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5" name="Google Shape;215;p22"/>
          <p:cNvSpPr txBox="1"/>
          <p:nvPr/>
        </p:nvSpPr>
        <p:spPr>
          <a:xfrm>
            <a:off x="469900" y="6394091"/>
            <a:ext cx="9226500" cy="288000"/>
          </a:xfrm>
          <a:prstGeom prst="rect">
            <a:avLst/>
          </a:prstGeom>
          <a:noFill/>
          <a:ln>
            <a:noFill/>
          </a:ln>
        </p:spPr>
        <p:txBody>
          <a:bodyPr anchorCtr="0" anchor="b" bIns="0" lIns="0" spcFirstLastPara="1" rIns="0" wrap="square" tIns="0">
            <a:noAutofit/>
          </a:bodyPr>
          <a:lstStyle/>
          <a:p>
            <a:pPr indent="0" lvl="0" marL="0" marR="0" rtl="0" algn="just">
              <a:lnSpc>
                <a:spcPct val="115000"/>
              </a:lnSpc>
              <a:spcBef>
                <a:spcPts val="0"/>
              </a:spcBef>
              <a:spcAft>
                <a:spcPts val="0"/>
              </a:spcAft>
              <a:buClr>
                <a:srgbClr val="FFFFFF"/>
              </a:buClr>
              <a:buSzPts val="700"/>
              <a:buFont typeface="Arial"/>
              <a:buNone/>
            </a:pPr>
            <a:r>
              <a:rPr b="0" i="0" lang="fr-FR" sz="700" u="none" cap="none" strike="noStrike">
                <a:solidFill>
                  <a:srgbClr val="FFFFFF"/>
                </a:solidFill>
                <a:latin typeface="Arial"/>
                <a:ea typeface="Arial"/>
                <a:cs typeface="Arial"/>
                <a:sym typeface="Arial"/>
              </a:rPr>
              <a:t>© AIRBUS Operations S.A.S. All rights reserved. Confidential and proprietary document. This document and all information contained herein is the sole property of AIRBUS Operations S.A.S. No intellectual property rights are granted by the delivery of this document or the disclosure of its content. This document shall not be reproduced or disclosed to a third party without the express written consent of  AIRBUS Operations S.A.S.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AIRBUS Operations S.A.S will be pleased to explain the basis thereof. AIRBUS, its logo, A300, A310, A318, A319, A320, A321, A330, A340, A350, A380, A400M are registered trademarks.</a:t>
            </a:r>
            <a:endParaRPr b="0" i="0" sz="700" u="none" cap="none" strike="noStrike">
              <a:solidFill>
                <a:srgbClr val="FFFFFF"/>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p:cSld name="Diapositive de titre">
    <p:bg>
      <p:bgPr>
        <a:blipFill>
          <a:blip r:embed="rId2">
            <a:alphaModFix/>
          </a:blip>
          <a:stretch>
            <a:fillRect/>
          </a:stretch>
        </a:blipFill>
      </p:bgPr>
    </p:bg>
    <p:spTree>
      <p:nvGrpSpPr>
        <p:cNvPr id="216" name="Shape 216"/>
        <p:cNvGrpSpPr/>
        <p:nvPr/>
      </p:nvGrpSpPr>
      <p:grpSpPr>
        <a:xfrm>
          <a:off x="0" y="0"/>
          <a:ext cx="0" cy="0"/>
          <a:chOff x="0" y="0"/>
          <a:chExt cx="0" cy="0"/>
        </a:xfrm>
      </p:grpSpPr>
      <p:sp>
        <p:nvSpPr>
          <p:cNvPr id="217" name="Google Shape;217;p23"/>
          <p:cNvSpPr/>
          <p:nvPr>
            <p:ph idx="2" type="pic"/>
          </p:nvPr>
        </p:nvSpPr>
        <p:spPr>
          <a:xfrm>
            <a:off x="0" y="0"/>
            <a:ext cx="12192000" cy="5424600"/>
          </a:xfrm>
          <a:prstGeom prst="rect">
            <a:avLst/>
          </a:prstGeom>
          <a:noFill/>
          <a:ln>
            <a:noFill/>
          </a:ln>
        </p:spPr>
        <p:txBody>
          <a:bodyPr anchorCtr="0" anchor="t" bIns="0" lIns="0" spcFirstLastPara="1" rIns="0" wrap="square" tIns="0">
            <a:noAutofit/>
          </a:bodyPr>
          <a:lstStyle>
            <a:lvl1pPr lvl="0" marR="0" rtl="0" algn="ctr">
              <a:lnSpc>
                <a:spcPct val="113000"/>
              </a:lnSpc>
              <a:spcBef>
                <a:spcPts val="0"/>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218" name="Google Shape;218;p23"/>
          <p:cNvSpPr/>
          <p:nvPr/>
        </p:nvSpPr>
        <p:spPr>
          <a:xfrm>
            <a:off x="0" y="5424787"/>
            <a:ext cx="12192000" cy="14331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grpSp>
        <p:nvGrpSpPr>
          <p:cNvPr id="219" name="Google Shape;219;p23"/>
          <p:cNvGrpSpPr/>
          <p:nvPr/>
        </p:nvGrpSpPr>
        <p:grpSpPr>
          <a:xfrm>
            <a:off x="0" y="5412023"/>
            <a:ext cx="11992902" cy="0"/>
            <a:chOff x="0" y="3175"/>
            <a:chExt cx="6626" cy="0"/>
          </a:xfrm>
        </p:grpSpPr>
        <p:sp>
          <p:nvSpPr>
            <p:cNvPr id="220" name="Google Shape;220;p23"/>
            <p:cNvSpPr/>
            <p:nvPr/>
          </p:nvSpPr>
          <p:spPr>
            <a:xfrm>
              <a:off x="0" y="3175"/>
              <a:ext cx="6600" cy="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sp>
          <p:nvSpPr>
            <p:cNvPr id="221" name="Google Shape;221;p23"/>
            <p:cNvSpPr/>
            <p:nvPr/>
          </p:nvSpPr>
          <p:spPr>
            <a:xfrm>
              <a:off x="1826" y="3175"/>
              <a:ext cx="4800" cy="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grpSp>
      <p:sp>
        <p:nvSpPr>
          <p:cNvPr id="222" name="Google Shape;222;p23"/>
          <p:cNvSpPr txBox="1"/>
          <p:nvPr>
            <p:ph idx="1" type="body"/>
          </p:nvPr>
        </p:nvSpPr>
        <p:spPr>
          <a:xfrm>
            <a:off x="3305016" y="5937980"/>
            <a:ext cx="6031200" cy="7935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chemeClr val="lt1"/>
              </a:buClr>
              <a:buSzPts val="1300"/>
              <a:buNone/>
              <a:defRPr sz="1300">
                <a:solidFill>
                  <a:schemeClr val="lt1"/>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223" name="Google Shape;223;p23"/>
          <p:cNvSpPr txBox="1"/>
          <p:nvPr>
            <p:ph type="ctrTitle"/>
          </p:nvPr>
        </p:nvSpPr>
        <p:spPr>
          <a:xfrm>
            <a:off x="3305016" y="3136668"/>
            <a:ext cx="6031200" cy="13848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23"/>
          <p:cNvSpPr txBox="1"/>
          <p:nvPr>
            <p:ph idx="3" type="subTitle"/>
          </p:nvPr>
        </p:nvSpPr>
        <p:spPr>
          <a:xfrm>
            <a:off x="3305016" y="4561676"/>
            <a:ext cx="6031200" cy="863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000"/>
              <a:buNone/>
              <a:defRPr sz="2000">
                <a:solidFill>
                  <a:schemeClr val="dk2"/>
                </a:solidFill>
              </a:defRPr>
            </a:lvl1pPr>
            <a:lvl2pPr lvl="1" algn="l">
              <a:lnSpc>
                <a:spcPct val="113000"/>
              </a:lnSpc>
              <a:spcBef>
                <a:spcPts val="0"/>
              </a:spcBef>
              <a:spcAft>
                <a:spcPts val="0"/>
              </a:spcAft>
              <a:buClr>
                <a:srgbClr val="595959"/>
              </a:buClr>
              <a:buSzPts val="1800"/>
              <a:buChar char="–"/>
              <a:defRPr/>
            </a:lvl2pPr>
            <a:lvl3pPr lvl="2" algn="l">
              <a:lnSpc>
                <a:spcPct val="113000"/>
              </a:lnSpc>
              <a:spcBef>
                <a:spcPts val="0"/>
              </a:spcBef>
              <a:spcAft>
                <a:spcPts val="0"/>
              </a:spcAft>
              <a:buClr>
                <a:srgbClr val="595959"/>
              </a:buClr>
              <a:buSzPts val="1800"/>
              <a:buChar char="–"/>
              <a:defRPr/>
            </a:lvl3pPr>
            <a:lvl4pPr lvl="3" algn="l">
              <a:lnSpc>
                <a:spcPct val="113000"/>
              </a:lnSpc>
              <a:spcBef>
                <a:spcPts val="0"/>
              </a:spcBef>
              <a:spcAft>
                <a:spcPts val="0"/>
              </a:spcAft>
              <a:buClr>
                <a:srgbClr val="595959"/>
              </a:buClr>
              <a:buSzPts val="1800"/>
              <a:buChar char="–"/>
              <a:defRPr/>
            </a:lvl4pPr>
            <a:lvl5pPr lvl="4" algn="l">
              <a:lnSpc>
                <a:spcPct val="113000"/>
              </a:lnSpc>
              <a:spcBef>
                <a:spcPts val="0"/>
              </a:spcBef>
              <a:spcAft>
                <a:spcPts val="0"/>
              </a:spcAft>
              <a:buClr>
                <a:srgbClr val="595959"/>
              </a:buClr>
              <a:buSzPts val="1800"/>
              <a:buChar char="–"/>
              <a:defRPr/>
            </a:lvl5pPr>
            <a:lvl6pPr lvl="5" algn="l">
              <a:lnSpc>
                <a:spcPct val="113000"/>
              </a:lnSpc>
              <a:spcBef>
                <a:spcPts val="0"/>
              </a:spcBef>
              <a:spcAft>
                <a:spcPts val="0"/>
              </a:spcAft>
              <a:buClr>
                <a:srgbClr val="595959"/>
              </a:buClr>
              <a:buSzPts val="1800"/>
              <a:buChar char="–"/>
              <a:defRPr/>
            </a:lvl6pPr>
            <a:lvl7pPr lvl="6" algn="l">
              <a:lnSpc>
                <a:spcPct val="113000"/>
              </a:lnSpc>
              <a:spcBef>
                <a:spcPts val="0"/>
              </a:spcBef>
              <a:spcAft>
                <a:spcPts val="0"/>
              </a:spcAft>
              <a:buClr>
                <a:srgbClr val="595959"/>
              </a:buClr>
              <a:buSzPts val="1800"/>
              <a:buChar char="–"/>
              <a:defRPr/>
            </a:lvl7pPr>
            <a:lvl8pPr lvl="7" algn="l">
              <a:lnSpc>
                <a:spcPct val="113000"/>
              </a:lnSpc>
              <a:spcBef>
                <a:spcPts val="0"/>
              </a:spcBef>
              <a:spcAft>
                <a:spcPts val="0"/>
              </a:spcAft>
              <a:buClr>
                <a:srgbClr val="595959"/>
              </a:buClr>
              <a:buSzPts val="1800"/>
              <a:buChar char="–"/>
              <a:defRPr/>
            </a:lvl8pPr>
            <a:lvl9pPr lvl="8" algn="l">
              <a:lnSpc>
                <a:spcPct val="113000"/>
              </a:lnSpc>
              <a:spcBef>
                <a:spcPts val="0"/>
              </a:spcBef>
              <a:spcAft>
                <a:spcPts val="0"/>
              </a:spcAft>
              <a:buClr>
                <a:srgbClr val="595959"/>
              </a:buClr>
              <a:buSzPts val="1800"/>
              <a:buChar char="–"/>
              <a:defRPr/>
            </a:lvl9pPr>
          </a:lstStyle>
          <a:p/>
        </p:txBody>
      </p:sp>
      <p:grpSp>
        <p:nvGrpSpPr>
          <p:cNvPr id="225" name="Google Shape;225;p23"/>
          <p:cNvGrpSpPr/>
          <p:nvPr/>
        </p:nvGrpSpPr>
        <p:grpSpPr>
          <a:xfrm>
            <a:off x="10614554" y="6254410"/>
            <a:ext cx="1331732" cy="246547"/>
            <a:chOff x="830300" y="1716088"/>
            <a:chExt cx="10058401" cy="1862137"/>
          </a:xfrm>
        </p:grpSpPr>
        <p:sp>
          <p:nvSpPr>
            <p:cNvPr id="226" name="Google Shape;226;p23"/>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23"/>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23"/>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23"/>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23"/>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1" name="Google Shape;231;p23"/>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e de titre">
  <p:cSld name="2_Diapositive de titre">
    <p:bg>
      <p:bgPr>
        <a:blipFill>
          <a:blip r:embed="rId2">
            <a:alphaModFix/>
          </a:blip>
          <a:stretch>
            <a:fillRect/>
          </a:stretch>
        </a:blipFill>
      </p:bgPr>
    </p:bg>
    <p:spTree>
      <p:nvGrpSpPr>
        <p:cNvPr id="232" name="Shape 232"/>
        <p:cNvGrpSpPr/>
        <p:nvPr/>
      </p:nvGrpSpPr>
      <p:grpSpPr>
        <a:xfrm>
          <a:off x="0" y="0"/>
          <a:ext cx="0" cy="0"/>
          <a:chOff x="0" y="0"/>
          <a:chExt cx="0" cy="0"/>
        </a:xfrm>
      </p:grpSpPr>
      <p:grpSp>
        <p:nvGrpSpPr>
          <p:cNvPr id="233" name="Google Shape;233;p24"/>
          <p:cNvGrpSpPr/>
          <p:nvPr/>
        </p:nvGrpSpPr>
        <p:grpSpPr>
          <a:xfrm>
            <a:off x="10614554" y="6254410"/>
            <a:ext cx="1331732" cy="246547"/>
            <a:chOff x="830300" y="1716088"/>
            <a:chExt cx="10058401" cy="1862137"/>
          </a:xfrm>
        </p:grpSpPr>
        <p:sp>
          <p:nvSpPr>
            <p:cNvPr id="234" name="Google Shape;234;p24"/>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24"/>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6" name="Google Shape;236;p24"/>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 name="Google Shape;237;p24"/>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 name="Google Shape;238;p24"/>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 name="Google Shape;239;p24"/>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apositive de titre">
  <p:cSld name="3_Diapositive de titre">
    <p:bg>
      <p:bgPr>
        <a:blipFill>
          <a:blip r:embed="rId2">
            <a:alphaModFix/>
          </a:blip>
          <a:stretch>
            <a:fillRect/>
          </a:stretch>
        </a:blipFill>
      </p:bgPr>
    </p:bg>
    <p:spTree>
      <p:nvGrpSpPr>
        <p:cNvPr id="240" name="Shape 240"/>
        <p:cNvGrpSpPr/>
        <p:nvPr/>
      </p:nvGrpSpPr>
      <p:grpSpPr>
        <a:xfrm>
          <a:off x="0" y="0"/>
          <a:ext cx="0" cy="0"/>
          <a:chOff x="0" y="0"/>
          <a:chExt cx="0" cy="0"/>
        </a:xfrm>
      </p:grpSpPr>
      <p:grpSp>
        <p:nvGrpSpPr>
          <p:cNvPr id="241" name="Google Shape;241;p25"/>
          <p:cNvGrpSpPr/>
          <p:nvPr/>
        </p:nvGrpSpPr>
        <p:grpSpPr>
          <a:xfrm>
            <a:off x="10614554" y="6254410"/>
            <a:ext cx="1331732" cy="246547"/>
            <a:chOff x="830300" y="1716088"/>
            <a:chExt cx="10058401" cy="1862137"/>
          </a:xfrm>
        </p:grpSpPr>
        <p:sp>
          <p:nvSpPr>
            <p:cNvPr id="242" name="Google Shape;242;p25"/>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 name="Google Shape;243;p25"/>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 name="Google Shape;244;p25"/>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5" name="Google Shape;245;p25"/>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6" name="Google Shape;246;p25"/>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7" name="Google Shape;247;p25"/>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48" name="Google Shape;248;p25"/>
          <p:cNvSpPr txBox="1"/>
          <p:nvPr>
            <p:ph type="ctrTitle"/>
          </p:nvPr>
        </p:nvSpPr>
        <p:spPr>
          <a:xfrm>
            <a:off x="5915232" y="3513720"/>
            <a:ext cx="6031200" cy="871200"/>
          </a:xfrm>
          <a:prstGeom prst="rect">
            <a:avLst/>
          </a:prstGeom>
          <a:solidFill>
            <a:srgbClr val="00205B">
              <a:alpha val="80000"/>
            </a:srgbClr>
          </a:solidFill>
          <a:ln>
            <a:noFill/>
          </a:ln>
        </p:spPr>
        <p:txBody>
          <a:bodyPr anchorCtr="0" anchor="b" bIns="0" lIns="0" spcFirstLastPara="1" rIns="0" wrap="square" tIns="0">
            <a:noAutofit/>
          </a:bodyPr>
          <a:lstStyle>
            <a:lvl1pPr lvl="0" algn="l">
              <a:lnSpc>
                <a:spcPct val="105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25"/>
          <p:cNvSpPr txBox="1"/>
          <p:nvPr>
            <p:ph idx="1" type="subTitle"/>
          </p:nvPr>
        </p:nvSpPr>
        <p:spPr>
          <a:xfrm>
            <a:off x="5915232" y="4448383"/>
            <a:ext cx="6031200" cy="678600"/>
          </a:xfrm>
          <a:prstGeom prst="rect">
            <a:avLst/>
          </a:prstGeom>
          <a:solidFill>
            <a:srgbClr val="00205B">
              <a:alpha val="80000"/>
            </a:srgbClr>
          </a:solid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l">
              <a:lnSpc>
                <a:spcPct val="113000"/>
              </a:lnSpc>
              <a:spcBef>
                <a:spcPts val="0"/>
              </a:spcBef>
              <a:spcAft>
                <a:spcPts val="0"/>
              </a:spcAft>
              <a:buClr>
                <a:srgbClr val="595959"/>
              </a:buClr>
              <a:buSzPts val="1800"/>
              <a:buChar char="–"/>
              <a:defRPr/>
            </a:lvl2pPr>
            <a:lvl3pPr lvl="2" algn="l">
              <a:lnSpc>
                <a:spcPct val="113000"/>
              </a:lnSpc>
              <a:spcBef>
                <a:spcPts val="0"/>
              </a:spcBef>
              <a:spcAft>
                <a:spcPts val="0"/>
              </a:spcAft>
              <a:buClr>
                <a:srgbClr val="595959"/>
              </a:buClr>
              <a:buSzPts val="1800"/>
              <a:buChar char="–"/>
              <a:defRPr/>
            </a:lvl3pPr>
            <a:lvl4pPr lvl="3" algn="l">
              <a:lnSpc>
                <a:spcPct val="113000"/>
              </a:lnSpc>
              <a:spcBef>
                <a:spcPts val="0"/>
              </a:spcBef>
              <a:spcAft>
                <a:spcPts val="0"/>
              </a:spcAft>
              <a:buClr>
                <a:srgbClr val="595959"/>
              </a:buClr>
              <a:buSzPts val="1800"/>
              <a:buChar char="–"/>
              <a:defRPr/>
            </a:lvl4pPr>
            <a:lvl5pPr lvl="4" algn="l">
              <a:lnSpc>
                <a:spcPct val="113000"/>
              </a:lnSpc>
              <a:spcBef>
                <a:spcPts val="0"/>
              </a:spcBef>
              <a:spcAft>
                <a:spcPts val="0"/>
              </a:spcAft>
              <a:buClr>
                <a:srgbClr val="595959"/>
              </a:buClr>
              <a:buSzPts val="1800"/>
              <a:buChar char="–"/>
              <a:defRPr/>
            </a:lvl5pPr>
            <a:lvl6pPr lvl="5" algn="l">
              <a:lnSpc>
                <a:spcPct val="113000"/>
              </a:lnSpc>
              <a:spcBef>
                <a:spcPts val="0"/>
              </a:spcBef>
              <a:spcAft>
                <a:spcPts val="0"/>
              </a:spcAft>
              <a:buClr>
                <a:srgbClr val="595959"/>
              </a:buClr>
              <a:buSzPts val="1800"/>
              <a:buChar char="–"/>
              <a:defRPr/>
            </a:lvl6pPr>
            <a:lvl7pPr lvl="6" algn="l">
              <a:lnSpc>
                <a:spcPct val="113000"/>
              </a:lnSpc>
              <a:spcBef>
                <a:spcPts val="0"/>
              </a:spcBef>
              <a:spcAft>
                <a:spcPts val="0"/>
              </a:spcAft>
              <a:buClr>
                <a:srgbClr val="595959"/>
              </a:buClr>
              <a:buSzPts val="1800"/>
              <a:buChar char="–"/>
              <a:defRPr/>
            </a:lvl7pPr>
            <a:lvl8pPr lvl="7" algn="l">
              <a:lnSpc>
                <a:spcPct val="113000"/>
              </a:lnSpc>
              <a:spcBef>
                <a:spcPts val="0"/>
              </a:spcBef>
              <a:spcAft>
                <a:spcPts val="0"/>
              </a:spcAft>
              <a:buClr>
                <a:srgbClr val="595959"/>
              </a:buClr>
              <a:buSzPts val="1800"/>
              <a:buChar char="–"/>
              <a:defRPr/>
            </a:lvl8pPr>
            <a:lvl9pPr lvl="8" algn="l">
              <a:lnSpc>
                <a:spcPct val="113000"/>
              </a:lnSpc>
              <a:spcBef>
                <a:spcPts val="0"/>
              </a:spcBef>
              <a:spcAft>
                <a:spcPts val="0"/>
              </a:spcAft>
              <a:buClr>
                <a:srgbClr val="595959"/>
              </a:buClr>
              <a:buSzPts val="1800"/>
              <a:buChar char="–"/>
              <a:defRPr/>
            </a:lvl9pPr>
          </a:lstStyle>
          <a:p/>
        </p:txBody>
      </p:sp>
      <p:sp>
        <p:nvSpPr>
          <p:cNvPr id="250" name="Google Shape;250;p25"/>
          <p:cNvSpPr txBox="1"/>
          <p:nvPr>
            <p:ph idx="2" type="body"/>
          </p:nvPr>
        </p:nvSpPr>
        <p:spPr>
          <a:xfrm>
            <a:off x="5915232" y="5680953"/>
            <a:ext cx="6031200" cy="434100"/>
          </a:xfrm>
          <a:prstGeom prst="rect">
            <a:avLst/>
          </a:prstGeom>
          <a:solidFill>
            <a:srgbClr val="00205B">
              <a:alpha val="80000"/>
            </a:srgbClr>
          </a:solid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chemeClr val="lt1"/>
              </a:buClr>
              <a:buSzPts val="1300"/>
              <a:buNone/>
              <a:defRPr sz="1300">
                <a:solidFill>
                  <a:schemeClr val="lt1"/>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customisable">
  <p:cSld name="Title slide alt customisable">
    <p:bg>
      <p:bgPr>
        <a:blipFill>
          <a:blip r:embed="rId2">
            <a:alphaModFix/>
          </a:blip>
          <a:stretch>
            <a:fillRect/>
          </a:stretch>
        </a:blipFill>
      </p:bgPr>
    </p:bg>
    <p:spTree>
      <p:nvGrpSpPr>
        <p:cNvPr id="251" name="Shape 251"/>
        <p:cNvGrpSpPr/>
        <p:nvPr/>
      </p:nvGrpSpPr>
      <p:grpSpPr>
        <a:xfrm>
          <a:off x="0" y="0"/>
          <a:ext cx="0" cy="0"/>
          <a:chOff x="0" y="0"/>
          <a:chExt cx="0" cy="0"/>
        </a:xfrm>
      </p:grpSpPr>
      <p:sp>
        <p:nvSpPr>
          <p:cNvPr id="252" name="Google Shape;252;p26"/>
          <p:cNvSpPr/>
          <p:nvPr/>
        </p:nvSpPr>
        <p:spPr>
          <a:xfrm>
            <a:off x="0" y="3625065"/>
            <a:ext cx="12192000" cy="32331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grpSp>
        <p:nvGrpSpPr>
          <p:cNvPr id="253" name="Google Shape;253;p26"/>
          <p:cNvGrpSpPr/>
          <p:nvPr/>
        </p:nvGrpSpPr>
        <p:grpSpPr>
          <a:xfrm>
            <a:off x="5430" y="3606831"/>
            <a:ext cx="11992902" cy="0"/>
            <a:chOff x="3" y="1195"/>
            <a:chExt cx="6626" cy="0"/>
          </a:xfrm>
        </p:grpSpPr>
        <p:sp>
          <p:nvSpPr>
            <p:cNvPr id="254" name="Google Shape;254;p26"/>
            <p:cNvSpPr/>
            <p:nvPr/>
          </p:nvSpPr>
          <p:spPr>
            <a:xfrm>
              <a:off x="3" y="1195"/>
              <a:ext cx="6600" cy="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sp>
          <p:nvSpPr>
            <p:cNvPr id="255" name="Google Shape;255;p26"/>
            <p:cNvSpPr/>
            <p:nvPr/>
          </p:nvSpPr>
          <p:spPr>
            <a:xfrm>
              <a:off x="1829" y="1195"/>
              <a:ext cx="4800" cy="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grpSp>
      <p:sp>
        <p:nvSpPr>
          <p:cNvPr id="256" name="Google Shape;256;p26"/>
          <p:cNvSpPr txBox="1"/>
          <p:nvPr>
            <p:ph type="ctrTitle"/>
          </p:nvPr>
        </p:nvSpPr>
        <p:spPr>
          <a:xfrm>
            <a:off x="3305016" y="4143314"/>
            <a:ext cx="6031200" cy="8712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26"/>
          <p:cNvSpPr txBox="1"/>
          <p:nvPr>
            <p:ph idx="1" type="subTitle"/>
          </p:nvPr>
        </p:nvSpPr>
        <p:spPr>
          <a:xfrm>
            <a:off x="3305016" y="5077977"/>
            <a:ext cx="6031200" cy="67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l">
              <a:lnSpc>
                <a:spcPct val="113000"/>
              </a:lnSpc>
              <a:spcBef>
                <a:spcPts val="0"/>
              </a:spcBef>
              <a:spcAft>
                <a:spcPts val="0"/>
              </a:spcAft>
              <a:buClr>
                <a:srgbClr val="595959"/>
              </a:buClr>
              <a:buSzPts val="1800"/>
              <a:buChar char="–"/>
              <a:defRPr/>
            </a:lvl2pPr>
            <a:lvl3pPr lvl="2" algn="l">
              <a:lnSpc>
                <a:spcPct val="113000"/>
              </a:lnSpc>
              <a:spcBef>
                <a:spcPts val="0"/>
              </a:spcBef>
              <a:spcAft>
                <a:spcPts val="0"/>
              </a:spcAft>
              <a:buClr>
                <a:srgbClr val="595959"/>
              </a:buClr>
              <a:buSzPts val="1800"/>
              <a:buChar char="–"/>
              <a:defRPr/>
            </a:lvl3pPr>
            <a:lvl4pPr lvl="3" algn="l">
              <a:lnSpc>
                <a:spcPct val="113000"/>
              </a:lnSpc>
              <a:spcBef>
                <a:spcPts val="0"/>
              </a:spcBef>
              <a:spcAft>
                <a:spcPts val="0"/>
              </a:spcAft>
              <a:buClr>
                <a:srgbClr val="595959"/>
              </a:buClr>
              <a:buSzPts val="1800"/>
              <a:buChar char="–"/>
              <a:defRPr/>
            </a:lvl4pPr>
            <a:lvl5pPr lvl="4" algn="l">
              <a:lnSpc>
                <a:spcPct val="113000"/>
              </a:lnSpc>
              <a:spcBef>
                <a:spcPts val="0"/>
              </a:spcBef>
              <a:spcAft>
                <a:spcPts val="0"/>
              </a:spcAft>
              <a:buClr>
                <a:srgbClr val="595959"/>
              </a:buClr>
              <a:buSzPts val="1800"/>
              <a:buChar char="–"/>
              <a:defRPr/>
            </a:lvl5pPr>
            <a:lvl6pPr lvl="5" algn="l">
              <a:lnSpc>
                <a:spcPct val="113000"/>
              </a:lnSpc>
              <a:spcBef>
                <a:spcPts val="0"/>
              </a:spcBef>
              <a:spcAft>
                <a:spcPts val="0"/>
              </a:spcAft>
              <a:buClr>
                <a:srgbClr val="595959"/>
              </a:buClr>
              <a:buSzPts val="1800"/>
              <a:buChar char="–"/>
              <a:defRPr/>
            </a:lvl6pPr>
            <a:lvl7pPr lvl="6" algn="l">
              <a:lnSpc>
                <a:spcPct val="113000"/>
              </a:lnSpc>
              <a:spcBef>
                <a:spcPts val="0"/>
              </a:spcBef>
              <a:spcAft>
                <a:spcPts val="0"/>
              </a:spcAft>
              <a:buClr>
                <a:srgbClr val="595959"/>
              </a:buClr>
              <a:buSzPts val="1800"/>
              <a:buChar char="–"/>
              <a:defRPr/>
            </a:lvl7pPr>
            <a:lvl8pPr lvl="7" algn="l">
              <a:lnSpc>
                <a:spcPct val="113000"/>
              </a:lnSpc>
              <a:spcBef>
                <a:spcPts val="0"/>
              </a:spcBef>
              <a:spcAft>
                <a:spcPts val="0"/>
              </a:spcAft>
              <a:buClr>
                <a:srgbClr val="595959"/>
              </a:buClr>
              <a:buSzPts val="1800"/>
              <a:buChar char="–"/>
              <a:defRPr/>
            </a:lvl8pPr>
            <a:lvl9pPr lvl="8" algn="l">
              <a:lnSpc>
                <a:spcPct val="113000"/>
              </a:lnSpc>
              <a:spcBef>
                <a:spcPts val="0"/>
              </a:spcBef>
              <a:spcAft>
                <a:spcPts val="0"/>
              </a:spcAft>
              <a:buClr>
                <a:srgbClr val="595959"/>
              </a:buClr>
              <a:buSzPts val="1800"/>
              <a:buChar char="–"/>
              <a:defRPr/>
            </a:lvl9pPr>
          </a:lstStyle>
          <a:p/>
        </p:txBody>
      </p:sp>
      <p:sp>
        <p:nvSpPr>
          <p:cNvPr id="258" name="Google Shape;258;p26"/>
          <p:cNvSpPr txBox="1"/>
          <p:nvPr>
            <p:ph idx="2" type="body"/>
          </p:nvPr>
        </p:nvSpPr>
        <p:spPr>
          <a:xfrm>
            <a:off x="3305016" y="5936400"/>
            <a:ext cx="6031200" cy="7920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chemeClr val="lt1"/>
              </a:buClr>
              <a:buSzPts val="1300"/>
              <a:buNone/>
              <a:defRPr sz="1300">
                <a:solidFill>
                  <a:schemeClr val="lt1"/>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259" name="Google Shape;259;p26"/>
          <p:cNvSpPr/>
          <p:nvPr>
            <p:ph idx="3" type="pic"/>
          </p:nvPr>
        </p:nvSpPr>
        <p:spPr>
          <a:xfrm>
            <a:off x="0" y="0"/>
            <a:ext cx="12192000" cy="3606900"/>
          </a:xfrm>
          <a:prstGeom prst="rect">
            <a:avLst/>
          </a:prstGeom>
          <a:noFill/>
          <a:ln>
            <a:noFill/>
          </a:ln>
        </p:spPr>
        <p:txBody>
          <a:bodyPr anchorCtr="0" anchor="t" bIns="0" lIns="0" spcFirstLastPara="1" rIns="0" wrap="square" tIns="0">
            <a:noAutofit/>
          </a:bodyPr>
          <a:lstStyle>
            <a:lvl1pPr lvl="0" marR="0" rtl="0" algn="ctr">
              <a:lnSpc>
                <a:spcPct val="113000"/>
              </a:lnSpc>
              <a:spcBef>
                <a:spcPts val="0"/>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grpSp>
        <p:nvGrpSpPr>
          <p:cNvPr id="260" name="Google Shape;260;p26"/>
          <p:cNvGrpSpPr/>
          <p:nvPr/>
        </p:nvGrpSpPr>
        <p:grpSpPr>
          <a:xfrm>
            <a:off x="10614554" y="6254410"/>
            <a:ext cx="1331732" cy="246547"/>
            <a:chOff x="830300" y="1716088"/>
            <a:chExt cx="10058401" cy="1862137"/>
          </a:xfrm>
        </p:grpSpPr>
        <p:sp>
          <p:nvSpPr>
            <p:cNvPr id="261" name="Google Shape;261;p26"/>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2" name="Google Shape;262;p26"/>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3" name="Google Shape;263;p26"/>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 name="Google Shape;264;p26"/>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5" name="Google Shape;265;p26"/>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 name="Google Shape;266;p26"/>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hite">
  <p:cSld name="Title slide white">
    <p:bg>
      <p:bgPr>
        <a:solidFill>
          <a:schemeClr val="lt1"/>
        </a:solidFill>
      </p:bgPr>
    </p:bg>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69" name="Google Shape;269;p27"/>
          <p:cNvSpPr/>
          <p:nvPr/>
        </p:nvSpPr>
        <p:spPr>
          <a:xfrm>
            <a:off x="0" y="5424787"/>
            <a:ext cx="12192000" cy="14331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grpSp>
        <p:nvGrpSpPr>
          <p:cNvPr id="270" name="Google Shape;270;p27"/>
          <p:cNvGrpSpPr/>
          <p:nvPr/>
        </p:nvGrpSpPr>
        <p:grpSpPr>
          <a:xfrm>
            <a:off x="0" y="5412023"/>
            <a:ext cx="11992902" cy="0"/>
            <a:chOff x="0" y="3175"/>
            <a:chExt cx="6626" cy="0"/>
          </a:xfrm>
        </p:grpSpPr>
        <p:sp>
          <p:nvSpPr>
            <p:cNvPr id="271" name="Google Shape;271;p27"/>
            <p:cNvSpPr/>
            <p:nvPr/>
          </p:nvSpPr>
          <p:spPr>
            <a:xfrm>
              <a:off x="0" y="3175"/>
              <a:ext cx="6600" cy="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sp>
          <p:nvSpPr>
            <p:cNvPr id="272" name="Google Shape;272;p27"/>
            <p:cNvSpPr/>
            <p:nvPr/>
          </p:nvSpPr>
          <p:spPr>
            <a:xfrm>
              <a:off x="1826" y="3175"/>
              <a:ext cx="4800" cy="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61">
                <a:solidFill>
                  <a:srgbClr val="000000"/>
                </a:solidFill>
                <a:latin typeface="Arial"/>
                <a:ea typeface="Arial"/>
                <a:cs typeface="Arial"/>
                <a:sym typeface="Arial"/>
              </a:endParaRPr>
            </a:p>
          </p:txBody>
        </p:sp>
      </p:grpSp>
      <p:sp>
        <p:nvSpPr>
          <p:cNvPr id="273" name="Google Shape;273;p27"/>
          <p:cNvSpPr txBox="1"/>
          <p:nvPr>
            <p:ph type="ctrTitle"/>
          </p:nvPr>
        </p:nvSpPr>
        <p:spPr>
          <a:xfrm>
            <a:off x="3305016" y="3177694"/>
            <a:ext cx="6031200" cy="13440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 name="Google Shape;274;p27"/>
          <p:cNvSpPr txBox="1"/>
          <p:nvPr>
            <p:ph idx="1" type="subTitle"/>
          </p:nvPr>
        </p:nvSpPr>
        <p:spPr>
          <a:xfrm>
            <a:off x="3305016" y="4561676"/>
            <a:ext cx="6031200" cy="863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000"/>
              <a:buNone/>
              <a:defRPr sz="2000">
                <a:solidFill>
                  <a:schemeClr val="dk2"/>
                </a:solidFill>
              </a:defRPr>
            </a:lvl1pPr>
            <a:lvl2pPr lvl="1" algn="l">
              <a:lnSpc>
                <a:spcPct val="113000"/>
              </a:lnSpc>
              <a:spcBef>
                <a:spcPts val="0"/>
              </a:spcBef>
              <a:spcAft>
                <a:spcPts val="0"/>
              </a:spcAft>
              <a:buClr>
                <a:srgbClr val="595959"/>
              </a:buClr>
              <a:buSzPts val="1800"/>
              <a:buChar char="–"/>
              <a:defRPr/>
            </a:lvl2pPr>
            <a:lvl3pPr lvl="2" algn="l">
              <a:lnSpc>
                <a:spcPct val="113000"/>
              </a:lnSpc>
              <a:spcBef>
                <a:spcPts val="0"/>
              </a:spcBef>
              <a:spcAft>
                <a:spcPts val="0"/>
              </a:spcAft>
              <a:buClr>
                <a:srgbClr val="595959"/>
              </a:buClr>
              <a:buSzPts val="1800"/>
              <a:buChar char="–"/>
              <a:defRPr/>
            </a:lvl3pPr>
            <a:lvl4pPr lvl="3" algn="l">
              <a:lnSpc>
                <a:spcPct val="113000"/>
              </a:lnSpc>
              <a:spcBef>
                <a:spcPts val="0"/>
              </a:spcBef>
              <a:spcAft>
                <a:spcPts val="0"/>
              </a:spcAft>
              <a:buClr>
                <a:srgbClr val="595959"/>
              </a:buClr>
              <a:buSzPts val="1800"/>
              <a:buChar char="–"/>
              <a:defRPr/>
            </a:lvl4pPr>
            <a:lvl5pPr lvl="4" algn="l">
              <a:lnSpc>
                <a:spcPct val="113000"/>
              </a:lnSpc>
              <a:spcBef>
                <a:spcPts val="0"/>
              </a:spcBef>
              <a:spcAft>
                <a:spcPts val="0"/>
              </a:spcAft>
              <a:buClr>
                <a:srgbClr val="595959"/>
              </a:buClr>
              <a:buSzPts val="1800"/>
              <a:buChar char="–"/>
              <a:defRPr/>
            </a:lvl5pPr>
            <a:lvl6pPr lvl="5" algn="l">
              <a:lnSpc>
                <a:spcPct val="113000"/>
              </a:lnSpc>
              <a:spcBef>
                <a:spcPts val="0"/>
              </a:spcBef>
              <a:spcAft>
                <a:spcPts val="0"/>
              </a:spcAft>
              <a:buClr>
                <a:srgbClr val="595959"/>
              </a:buClr>
              <a:buSzPts val="1800"/>
              <a:buChar char="–"/>
              <a:defRPr/>
            </a:lvl6pPr>
            <a:lvl7pPr lvl="6" algn="l">
              <a:lnSpc>
                <a:spcPct val="113000"/>
              </a:lnSpc>
              <a:spcBef>
                <a:spcPts val="0"/>
              </a:spcBef>
              <a:spcAft>
                <a:spcPts val="0"/>
              </a:spcAft>
              <a:buClr>
                <a:srgbClr val="595959"/>
              </a:buClr>
              <a:buSzPts val="1800"/>
              <a:buChar char="–"/>
              <a:defRPr/>
            </a:lvl7pPr>
            <a:lvl8pPr lvl="7" algn="l">
              <a:lnSpc>
                <a:spcPct val="113000"/>
              </a:lnSpc>
              <a:spcBef>
                <a:spcPts val="0"/>
              </a:spcBef>
              <a:spcAft>
                <a:spcPts val="0"/>
              </a:spcAft>
              <a:buClr>
                <a:srgbClr val="595959"/>
              </a:buClr>
              <a:buSzPts val="1800"/>
              <a:buChar char="–"/>
              <a:defRPr/>
            </a:lvl8pPr>
            <a:lvl9pPr lvl="8" algn="l">
              <a:lnSpc>
                <a:spcPct val="113000"/>
              </a:lnSpc>
              <a:spcBef>
                <a:spcPts val="0"/>
              </a:spcBef>
              <a:spcAft>
                <a:spcPts val="0"/>
              </a:spcAft>
              <a:buClr>
                <a:srgbClr val="595959"/>
              </a:buClr>
              <a:buSzPts val="1800"/>
              <a:buChar char="–"/>
              <a:defRPr/>
            </a:lvl9pPr>
          </a:lstStyle>
          <a:p/>
        </p:txBody>
      </p:sp>
      <p:sp>
        <p:nvSpPr>
          <p:cNvPr id="275" name="Google Shape;275;p27"/>
          <p:cNvSpPr txBox="1"/>
          <p:nvPr>
            <p:ph idx="2" type="body"/>
          </p:nvPr>
        </p:nvSpPr>
        <p:spPr>
          <a:xfrm>
            <a:off x="3305016" y="5937980"/>
            <a:ext cx="6031200" cy="7935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chemeClr val="lt1"/>
              </a:buClr>
              <a:buSzPts val="1300"/>
              <a:buNone/>
              <a:defRPr sz="1300">
                <a:solidFill>
                  <a:schemeClr val="lt1"/>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grpSp>
        <p:nvGrpSpPr>
          <p:cNvPr id="276" name="Google Shape;276;p27"/>
          <p:cNvGrpSpPr/>
          <p:nvPr/>
        </p:nvGrpSpPr>
        <p:grpSpPr>
          <a:xfrm>
            <a:off x="10614554" y="6254410"/>
            <a:ext cx="1331732" cy="246547"/>
            <a:chOff x="830300" y="1716088"/>
            <a:chExt cx="10058401" cy="1862137"/>
          </a:xfrm>
        </p:grpSpPr>
        <p:sp>
          <p:nvSpPr>
            <p:cNvPr id="277" name="Google Shape;277;p27"/>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 name="Google Shape;278;p27"/>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 name="Google Shape;279;p27"/>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0" name="Google Shape;280;p27"/>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 name="Google Shape;281;p27"/>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2" name="Google Shape;282;p27"/>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chemeClr val="lt1"/>
        </a:solidFill>
      </p:bgPr>
    </p:bg>
    <p:spTree>
      <p:nvGrpSpPr>
        <p:cNvPr id="283" name="Shape 283"/>
        <p:cNvGrpSpPr/>
        <p:nvPr/>
      </p:nvGrpSpPr>
      <p:grpSpPr>
        <a:xfrm>
          <a:off x="0" y="0"/>
          <a:ext cx="0" cy="0"/>
          <a:chOff x="0" y="0"/>
          <a:chExt cx="0" cy="0"/>
        </a:xfrm>
      </p:grpSpPr>
      <p:pic>
        <p:nvPicPr>
          <p:cNvPr id="284" name="Google Shape;284;p28"/>
          <p:cNvPicPr preferRelativeResize="0"/>
          <p:nvPr/>
        </p:nvPicPr>
        <p:blipFill rotWithShape="1">
          <a:blip r:embed="rId2">
            <a:alphaModFix/>
          </a:blip>
          <a:srcRect b="0" l="0" r="0" t="0"/>
          <a:stretch/>
        </p:blipFill>
        <p:spPr>
          <a:xfrm>
            <a:off x="9144" y="6096"/>
            <a:ext cx="12195394" cy="6858001"/>
          </a:xfrm>
          <a:prstGeom prst="rect">
            <a:avLst/>
          </a:prstGeom>
          <a:noFill/>
          <a:ln>
            <a:noFill/>
          </a:ln>
        </p:spPr>
      </p:pic>
      <p:sp>
        <p:nvSpPr>
          <p:cNvPr id="285" name="Google Shape;285;p28"/>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28"/>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28"/>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sz="800">
                <a:solidFill>
                  <a:srgbClr val="888888"/>
                </a:solidFill>
                <a:latin typeface="Arial"/>
                <a:ea typeface="Arial"/>
                <a:cs typeface="Arial"/>
                <a:sym typeface="Arial"/>
              </a:defRPr>
            </a:lvl1pPr>
            <a:lvl2pPr indent="0" lvl="1" marL="0" algn="l">
              <a:lnSpc>
                <a:spcPct val="100000"/>
              </a:lnSpc>
              <a:spcBef>
                <a:spcPts val="0"/>
              </a:spcBef>
              <a:buNone/>
              <a:defRPr sz="800">
                <a:solidFill>
                  <a:srgbClr val="888888"/>
                </a:solidFill>
                <a:latin typeface="Arial"/>
                <a:ea typeface="Arial"/>
                <a:cs typeface="Arial"/>
                <a:sym typeface="Arial"/>
              </a:defRPr>
            </a:lvl2pPr>
            <a:lvl3pPr indent="0" lvl="2" marL="0" algn="l">
              <a:lnSpc>
                <a:spcPct val="100000"/>
              </a:lnSpc>
              <a:spcBef>
                <a:spcPts val="0"/>
              </a:spcBef>
              <a:buNone/>
              <a:defRPr sz="800">
                <a:solidFill>
                  <a:srgbClr val="888888"/>
                </a:solidFill>
                <a:latin typeface="Arial"/>
                <a:ea typeface="Arial"/>
                <a:cs typeface="Arial"/>
                <a:sym typeface="Arial"/>
              </a:defRPr>
            </a:lvl3pPr>
            <a:lvl4pPr indent="0" lvl="3" marL="0" algn="l">
              <a:lnSpc>
                <a:spcPct val="100000"/>
              </a:lnSpc>
              <a:spcBef>
                <a:spcPts val="0"/>
              </a:spcBef>
              <a:buNone/>
              <a:defRPr sz="800">
                <a:solidFill>
                  <a:srgbClr val="888888"/>
                </a:solidFill>
                <a:latin typeface="Arial"/>
                <a:ea typeface="Arial"/>
                <a:cs typeface="Arial"/>
                <a:sym typeface="Arial"/>
              </a:defRPr>
            </a:lvl4pPr>
            <a:lvl5pPr indent="0" lvl="4" marL="0" algn="l">
              <a:lnSpc>
                <a:spcPct val="100000"/>
              </a:lnSpc>
              <a:spcBef>
                <a:spcPts val="0"/>
              </a:spcBef>
              <a:buNone/>
              <a:defRPr sz="800">
                <a:solidFill>
                  <a:srgbClr val="888888"/>
                </a:solidFill>
                <a:latin typeface="Arial"/>
                <a:ea typeface="Arial"/>
                <a:cs typeface="Arial"/>
                <a:sym typeface="Arial"/>
              </a:defRPr>
            </a:lvl5pPr>
            <a:lvl6pPr indent="0" lvl="5" marL="0" algn="l">
              <a:lnSpc>
                <a:spcPct val="100000"/>
              </a:lnSpc>
              <a:spcBef>
                <a:spcPts val="0"/>
              </a:spcBef>
              <a:buNone/>
              <a:defRPr sz="800">
                <a:solidFill>
                  <a:srgbClr val="888888"/>
                </a:solidFill>
                <a:latin typeface="Arial"/>
                <a:ea typeface="Arial"/>
                <a:cs typeface="Arial"/>
                <a:sym typeface="Arial"/>
              </a:defRPr>
            </a:lvl6pPr>
            <a:lvl7pPr indent="0" lvl="6" marL="0" algn="l">
              <a:lnSpc>
                <a:spcPct val="100000"/>
              </a:lnSpc>
              <a:spcBef>
                <a:spcPts val="0"/>
              </a:spcBef>
              <a:buNone/>
              <a:defRPr sz="800">
                <a:solidFill>
                  <a:srgbClr val="888888"/>
                </a:solidFill>
                <a:latin typeface="Arial"/>
                <a:ea typeface="Arial"/>
                <a:cs typeface="Arial"/>
                <a:sym typeface="Arial"/>
              </a:defRPr>
            </a:lvl7pPr>
            <a:lvl8pPr indent="0" lvl="7" marL="0" algn="l">
              <a:lnSpc>
                <a:spcPct val="100000"/>
              </a:lnSpc>
              <a:spcBef>
                <a:spcPts val="0"/>
              </a:spcBef>
              <a:buNone/>
              <a:defRPr sz="800">
                <a:solidFill>
                  <a:srgbClr val="888888"/>
                </a:solidFill>
                <a:latin typeface="Arial"/>
                <a:ea typeface="Arial"/>
                <a:cs typeface="Arial"/>
                <a:sym typeface="Arial"/>
              </a:defRPr>
            </a:lvl8pPr>
            <a:lvl9pPr indent="0" lvl="8" marL="0" algn="l">
              <a:lnSpc>
                <a:spcPct val="100000"/>
              </a:lnSpc>
              <a:spcBef>
                <a:spcPts val="0"/>
              </a:spcBef>
              <a:buNone/>
              <a:defRPr sz="800">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FR"/>
              <a:t>‹#›</a:t>
            </a:fld>
            <a:endParaRPr/>
          </a:p>
        </p:txBody>
      </p:sp>
      <p:sp>
        <p:nvSpPr>
          <p:cNvPr id="288" name="Google Shape;288;p28"/>
          <p:cNvSpPr txBox="1"/>
          <p:nvPr>
            <p:ph type="title"/>
          </p:nvPr>
        </p:nvSpPr>
        <p:spPr>
          <a:xfrm>
            <a:off x="479425" y="653691"/>
            <a:ext cx="11240100" cy="900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25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28"/>
          <p:cNvSpPr txBox="1"/>
          <p:nvPr>
            <p:ph idx="1"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290" name="Google Shape;290;p28"/>
          <p:cNvSpPr txBox="1"/>
          <p:nvPr>
            <p:ph idx="2" type="body"/>
          </p:nvPr>
        </p:nvSpPr>
        <p:spPr>
          <a:xfrm>
            <a:off x="479425" y="1565998"/>
            <a:ext cx="5418300" cy="4347300"/>
          </a:xfrm>
          <a:prstGeom prst="rect">
            <a:avLst/>
          </a:prstGeom>
          <a:noFill/>
          <a:ln>
            <a:noFill/>
          </a:ln>
        </p:spPr>
        <p:txBody>
          <a:bodyPr anchorCtr="0" anchor="t" bIns="0" lIns="0" spcFirstLastPara="1" rIns="0" wrap="square" tIns="0">
            <a:noAutofit/>
          </a:bodyPr>
          <a:lstStyle>
            <a:lvl1pPr indent="-387350" lvl="0" marL="457200" algn="l">
              <a:lnSpc>
                <a:spcPct val="114000"/>
              </a:lnSpc>
              <a:spcBef>
                <a:spcPts val="0"/>
              </a:spcBef>
              <a:spcAft>
                <a:spcPts val="0"/>
              </a:spcAft>
              <a:buClr>
                <a:srgbClr val="595959"/>
              </a:buClr>
              <a:buSzPts val="2500"/>
              <a:buFont typeface="Arial"/>
              <a:buChar char="–"/>
              <a:defRPr sz="2500"/>
            </a:lvl1pPr>
            <a:lvl2pPr indent="-387350" lvl="1" marL="914400" algn="l">
              <a:lnSpc>
                <a:spcPct val="114000"/>
              </a:lnSpc>
              <a:spcBef>
                <a:spcPts val="0"/>
              </a:spcBef>
              <a:spcAft>
                <a:spcPts val="0"/>
              </a:spcAft>
              <a:buClr>
                <a:srgbClr val="595959"/>
              </a:buClr>
              <a:buSzPts val="2500"/>
              <a:buChar char="–"/>
              <a:defRPr sz="2500"/>
            </a:lvl2pPr>
            <a:lvl3pPr indent="-387350" lvl="2" marL="1371600" algn="l">
              <a:lnSpc>
                <a:spcPct val="114000"/>
              </a:lnSpc>
              <a:spcBef>
                <a:spcPts val="0"/>
              </a:spcBef>
              <a:spcAft>
                <a:spcPts val="0"/>
              </a:spcAft>
              <a:buClr>
                <a:srgbClr val="595959"/>
              </a:buClr>
              <a:buSzPts val="2500"/>
              <a:buChar char="–"/>
              <a:defRPr sz="2500"/>
            </a:lvl3pPr>
            <a:lvl4pPr indent="-387350" lvl="3" marL="1828800" algn="l">
              <a:lnSpc>
                <a:spcPct val="114000"/>
              </a:lnSpc>
              <a:spcBef>
                <a:spcPts val="0"/>
              </a:spcBef>
              <a:spcAft>
                <a:spcPts val="0"/>
              </a:spcAft>
              <a:buClr>
                <a:srgbClr val="595959"/>
              </a:buClr>
              <a:buSzPts val="2500"/>
              <a:buChar char="–"/>
              <a:defRPr sz="2500"/>
            </a:lvl4pPr>
            <a:lvl5pPr indent="-387350" lvl="4" marL="2286000" algn="l">
              <a:lnSpc>
                <a:spcPct val="114000"/>
              </a:lnSpc>
              <a:spcBef>
                <a:spcPts val="0"/>
              </a:spcBef>
              <a:spcAft>
                <a:spcPts val="0"/>
              </a:spcAft>
              <a:buClr>
                <a:srgbClr val="595959"/>
              </a:buClr>
              <a:buSzPts val="2500"/>
              <a:buChar char="–"/>
              <a:defRPr sz="2500"/>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291" name="Google Shape;291;p28"/>
          <p:cNvSpPr txBox="1"/>
          <p:nvPr>
            <p:ph idx="3" type="body"/>
          </p:nvPr>
        </p:nvSpPr>
        <p:spPr>
          <a:xfrm>
            <a:off x="6301252" y="1565999"/>
            <a:ext cx="5418300" cy="4347300"/>
          </a:xfrm>
          <a:prstGeom prst="rect">
            <a:avLst/>
          </a:prstGeom>
          <a:noFill/>
          <a:ln>
            <a:noFill/>
          </a:ln>
        </p:spPr>
        <p:txBody>
          <a:bodyPr anchorCtr="0" anchor="t" bIns="0" lIns="0" spcFirstLastPara="1" rIns="0" wrap="square" tIns="0">
            <a:noAutofit/>
          </a:bodyPr>
          <a:lstStyle>
            <a:lvl1pPr indent="-387350" lvl="0" marL="457200" algn="l">
              <a:lnSpc>
                <a:spcPct val="114000"/>
              </a:lnSpc>
              <a:spcBef>
                <a:spcPts val="0"/>
              </a:spcBef>
              <a:spcAft>
                <a:spcPts val="0"/>
              </a:spcAft>
              <a:buClr>
                <a:srgbClr val="595959"/>
              </a:buClr>
              <a:buSzPts val="2500"/>
              <a:buFont typeface="Arial"/>
              <a:buChar char="–"/>
              <a:defRPr sz="2500"/>
            </a:lvl1pPr>
            <a:lvl2pPr indent="-387350" lvl="1" marL="914400" algn="l">
              <a:lnSpc>
                <a:spcPct val="114000"/>
              </a:lnSpc>
              <a:spcBef>
                <a:spcPts val="0"/>
              </a:spcBef>
              <a:spcAft>
                <a:spcPts val="0"/>
              </a:spcAft>
              <a:buClr>
                <a:srgbClr val="595959"/>
              </a:buClr>
              <a:buSzPts val="2500"/>
              <a:buChar char="–"/>
              <a:defRPr sz="2500"/>
            </a:lvl2pPr>
            <a:lvl3pPr indent="-387350" lvl="2" marL="1371600" algn="l">
              <a:lnSpc>
                <a:spcPct val="114000"/>
              </a:lnSpc>
              <a:spcBef>
                <a:spcPts val="0"/>
              </a:spcBef>
              <a:spcAft>
                <a:spcPts val="0"/>
              </a:spcAft>
              <a:buClr>
                <a:srgbClr val="595959"/>
              </a:buClr>
              <a:buSzPts val="2500"/>
              <a:buChar char="–"/>
              <a:defRPr sz="2500"/>
            </a:lvl3pPr>
            <a:lvl4pPr indent="-387350" lvl="3" marL="1828800" algn="l">
              <a:lnSpc>
                <a:spcPct val="114000"/>
              </a:lnSpc>
              <a:spcBef>
                <a:spcPts val="0"/>
              </a:spcBef>
              <a:spcAft>
                <a:spcPts val="0"/>
              </a:spcAft>
              <a:buClr>
                <a:srgbClr val="595959"/>
              </a:buClr>
              <a:buSzPts val="2500"/>
              <a:buChar char="–"/>
              <a:defRPr sz="2500"/>
            </a:lvl4pPr>
            <a:lvl5pPr indent="-387350" lvl="4" marL="2286000" algn="l">
              <a:lnSpc>
                <a:spcPct val="114000"/>
              </a:lnSpc>
              <a:spcBef>
                <a:spcPts val="0"/>
              </a:spcBef>
              <a:spcAft>
                <a:spcPts val="0"/>
              </a:spcAft>
              <a:buClr>
                <a:srgbClr val="595959"/>
              </a:buClr>
              <a:buSzPts val="2500"/>
              <a:buChar char="–"/>
              <a:defRPr sz="2500"/>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grpSp>
        <p:nvGrpSpPr>
          <p:cNvPr id="292" name="Google Shape;292;p28"/>
          <p:cNvGrpSpPr/>
          <p:nvPr/>
        </p:nvGrpSpPr>
        <p:grpSpPr>
          <a:xfrm>
            <a:off x="10851366" y="6463515"/>
            <a:ext cx="1080272" cy="199994"/>
            <a:chOff x="830300" y="1716088"/>
            <a:chExt cx="10058401" cy="1862137"/>
          </a:xfrm>
        </p:grpSpPr>
        <p:sp>
          <p:nvSpPr>
            <p:cNvPr id="293" name="Google Shape;293;p28"/>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4" name="Google Shape;294;p28"/>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5" name="Google Shape;295;p28"/>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6" name="Google Shape;296;p28"/>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7" name="Google Shape;297;p28"/>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 name="Google Shape;298;p28"/>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two columns">
  <p:cSld name="Header and two columns">
    <p:spTree>
      <p:nvGrpSpPr>
        <p:cNvPr id="299" name="Shape 299"/>
        <p:cNvGrpSpPr/>
        <p:nvPr/>
      </p:nvGrpSpPr>
      <p:grpSpPr>
        <a:xfrm>
          <a:off x="0" y="0"/>
          <a:ext cx="0" cy="0"/>
          <a:chOff x="0" y="0"/>
          <a:chExt cx="0" cy="0"/>
        </a:xfrm>
      </p:grpSpPr>
      <p:sp>
        <p:nvSpPr>
          <p:cNvPr id="300" name="Google Shape;300;p29"/>
          <p:cNvSpPr txBox="1"/>
          <p:nvPr>
            <p:ph type="title"/>
          </p:nvPr>
        </p:nvSpPr>
        <p:spPr>
          <a:xfrm>
            <a:off x="478800" y="655200"/>
            <a:ext cx="11232000" cy="900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25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29"/>
          <p:cNvSpPr txBox="1"/>
          <p:nvPr>
            <p:ph idx="1" type="body"/>
          </p:nvPr>
        </p:nvSpPr>
        <p:spPr>
          <a:xfrm>
            <a:off x="479425" y="1565999"/>
            <a:ext cx="5418300" cy="43110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02" name="Google Shape;302;p29"/>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3" name="Google Shape;303;p29"/>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p29"/>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305" name="Google Shape;305;p29"/>
          <p:cNvSpPr txBox="1"/>
          <p:nvPr>
            <p:ph idx="2" type="body"/>
          </p:nvPr>
        </p:nvSpPr>
        <p:spPr>
          <a:xfrm>
            <a:off x="6301252" y="1565999"/>
            <a:ext cx="5418300" cy="43110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06" name="Google Shape;306;p29"/>
          <p:cNvSpPr txBox="1"/>
          <p:nvPr>
            <p:ph idx="3"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grpSp>
        <p:nvGrpSpPr>
          <p:cNvPr id="307" name="Google Shape;307;p29"/>
          <p:cNvGrpSpPr/>
          <p:nvPr/>
        </p:nvGrpSpPr>
        <p:grpSpPr>
          <a:xfrm>
            <a:off x="10851366" y="6463515"/>
            <a:ext cx="1080272" cy="199994"/>
            <a:chOff x="830300" y="1716088"/>
            <a:chExt cx="10058401" cy="1862137"/>
          </a:xfrm>
        </p:grpSpPr>
        <p:sp>
          <p:nvSpPr>
            <p:cNvPr id="308" name="Google Shape;308;p29"/>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9" name="Google Shape;309;p29"/>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0" name="Google Shape;310;p29"/>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1" name="Google Shape;311;p29"/>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2" name="Google Shape;312;p29"/>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3" name="Google Shape;313;p29"/>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three columns">
  <p:cSld name="Header and three columns">
    <p:spTree>
      <p:nvGrpSpPr>
        <p:cNvPr id="314" name="Shape 314"/>
        <p:cNvGrpSpPr/>
        <p:nvPr/>
      </p:nvGrpSpPr>
      <p:grpSpPr>
        <a:xfrm>
          <a:off x="0" y="0"/>
          <a:ext cx="0" cy="0"/>
          <a:chOff x="0" y="0"/>
          <a:chExt cx="0" cy="0"/>
        </a:xfrm>
      </p:grpSpPr>
      <p:sp>
        <p:nvSpPr>
          <p:cNvPr id="315" name="Google Shape;315;p30"/>
          <p:cNvSpPr txBox="1"/>
          <p:nvPr>
            <p:ph type="title"/>
          </p:nvPr>
        </p:nvSpPr>
        <p:spPr>
          <a:xfrm>
            <a:off x="478800" y="655200"/>
            <a:ext cx="11232000" cy="900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25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6" name="Google Shape;316;p30"/>
          <p:cNvSpPr txBox="1"/>
          <p:nvPr>
            <p:ph idx="1" type="body"/>
          </p:nvPr>
        </p:nvSpPr>
        <p:spPr>
          <a:xfrm>
            <a:off x="479425" y="1565999"/>
            <a:ext cx="3600000" cy="43110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17" name="Google Shape;317;p30"/>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30"/>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9" name="Google Shape;319;p30"/>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320" name="Google Shape;320;p30"/>
          <p:cNvSpPr txBox="1"/>
          <p:nvPr>
            <p:ph idx="2"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21" name="Google Shape;321;p30"/>
          <p:cNvSpPr txBox="1"/>
          <p:nvPr>
            <p:ph idx="3" type="body"/>
          </p:nvPr>
        </p:nvSpPr>
        <p:spPr>
          <a:xfrm>
            <a:off x="4294750" y="1565999"/>
            <a:ext cx="3600000" cy="43110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22" name="Google Shape;322;p30"/>
          <p:cNvSpPr txBox="1"/>
          <p:nvPr>
            <p:ph idx="4" type="body"/>
          </p:nvPr>
        </p:nvSpPr>
        <p:spPr>
          <a:xfrm>
            <a:off x="8117096" y="1569245"/>
            <a:ext cx="3600000" cy="43077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grpSp>
        <p:nvGrpSpPr>
          <p:cNvPr id="323" name="Google Shape;323;p30"/>
          <p:cNvGrpSpPr/>
          <p:nvPr/>
        </p:nvGrpSpPr>
        <p:grpSpPr>
          <a:xfrm>
            <a:off x="10851366" y="6463515"/>
            <a:ext cx="1080272" cy="199994"/>
            <a:chOff x="830300" y="1716088"/>
            <a:chExt cx="10058401" cy="1862137"/>
          </a:xfrm>
        </p:grpSpPr>
        <p:sp>
          <p:nvSpPr>
            <p:cNvPr id="324" name="Google Shape;324;p30"/>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5" name="Google Shape;325;p30"/>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6" name="Google Shape;326;p30"/>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7" name="Google Shape;327;p30"/>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8" name="Google Shape;328;p30"/>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9" name="Google Shape;329;p30"/>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p:cSld name="Picture">
    <p:bg>
      <p:bgPr>
        <a:solidFill>
          <a:srgbClr val="D8D8D8"/>
        </a:solidFill>
      </p:bgPr>
    </p:bg>
    <p:spTree>
      <p:nvGrpSpPr>
        <p:cNvPr id="330" name="Shape 330"/>
        <p:cNvGrpSpPr/>
        <p:nvPr/>
      </p:nvGrpSpPr>
      <p:grpSpPr>
        <a:xfrm>
          <a:off x="0" y="0"/>
          <a:ext cx="0" cy="0"/>
          <a:chOff x="0" y="0"/>
          <a:chExt cx="0" cy="0"/>
        </a:xfrm>
      </p:grpSpPr>
      <p:sp>
        <p:nvSpPr>
          <p:cNvPr id="331" name="Google Shape;331;p31"/>
          <p:cNvSpPr/>
          <p:nvPr>
            <p:ph idx="2" type="pic"/>
          </p:nvPr>
        </p:nvSpPr>
        <p:spPr>
          <a:xfrm>
            <a:off x="0" y="0"/>
            <a:ext cx="12192000" cy="6858000"/>
          </a:xfrm>
          <a:prstGeom prst="rect">
            <a:avLst/>
          </a:prstGeom>
          <a:noFill/>
          <a:ln>
            <a:noFill/>
          </a:ln>
        </p:spPr>
        <p:txBody>
          <a:bodyPr anchorCtr="0" anchor="t" bIns="0" lIns="0" spcFirstLastPara="1" rIns="0" wrap="square" tIns="0">
            <a:noAutofit/>
          </a:bodyPr>
          <a:lstStyle>
            <a:lvl1pPr lvl="0" marR="0" rtl="0" algn="ctr">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332" name="Google Shape;332;p31"/>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3" name="Google Shape;333;p31"/>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4" name="Google Shape;334;p31"/>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335" name="Google Shape;335;p31"/>
          <p:cNvSpPr txBox="1"/>
          <p:nvPr>
            <p:ph idx="1" type="body"/>
          </p:nvPr>
        </p:nvSpPr>
        <p:spPr>
          <a:xfrm>
            <a:off x="10851344" y="6462294"/>
            <a:ext cx="1080000" cy="2016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36" name="Google Shape;336;p31"/>
          <p:cNvSpPr txBox="1"/>
          <p:nvPr>
            <p:ph idx="3"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 white logo">
  <p:cSld name="Picture - white logo">
    <p:bg>
      <p:bgPr>
        <a:solidFill>
          <a:srgbClr val="D8D8D8"/>
        </a:solidFill>
      </p:bgPr>
    </p:bg>
    <p:spTree>
      <p:nvGrpSpPr>
        <p:cNvPr id="337" name="Shape 337"/>
        <p:cNvGrpSpPr/>
        <p:nvPr/>
      </p:nvGrpSpPr>
      <p:grpSpPr>
        <a:xfrm>
          <a:off x="0" y="0"/>
          <a:ext cx="0" cy="0"/>
          <a:chOff x="0" y="0"/>
          <a:chExt cx="0" cy="0"/>
        </a:xfrm>
      </p:grpSpPr>
      <p:sp>
        <p:nvSpPr>
          <p:cNvPr id="338" name="Google Shape;338;p32"/>
          <p:cNvSpPr/>
          <p:nvPr>
            <p:ph idx="2" type="pic"/>
          </p:nvPr>
        </p:nvSpPr>
        <p:spPr>
          <a:xfrm>
            <a:off x="0" y="0"/>
            <a:ext cx="12192000" cy="6858000"/>
          </a:xfrm>
          <a:prstGeom prst="rect">
            <a:avLst/>
          </a:prstGeom>
          <a:noFill/>
          <a:ln>
            <a:noFill/>
          </a:ln>
        </p:spPr>
        <p:txBody>
          <a:bodyPr anchorCtr="0" anchor="t" bIns="0" lIns="0" spcFirstLastPara="1" rIns="0" wrap="square" tIns="0">
            <a:noAutofit/>
          </a:bodyPr>
          <a:lstStyle>
            <a:lvl1pPr lvl="0" marR="0" rtl="0" algn="ctr">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339" name="Google Shape;339;p32"/>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0" name="Google Shape;340;p32"/>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1" name="Google Shape;341;p32"/>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342" name="Google Shape;342;p32"/>
          <p:cNvSpPr txBox="1"/>
          <p:nvPr>
            <p:ph idx="1" type="body"/>
          </p:nvPr>
        </p:nvSpPr>
        <p:spPr>
          <a:xfrm>
            <a:off x="10851344" y="6462294"/>
            <a:ext cx="1080000" cy="2016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43" name="Google Shape;343;p32"/>
          <p:cNvSpPr txBox="1"/>
          <p:nvPr>
            <p:ph idx="3"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ictures with text">
  <p:cSld name="Two pictures with text">
    <p:spTree>
      <p:nvGrpSpPr>
        <p:cNvPr id="344" name="Shape 344"/>
        <p:cNvGrpSpPr/>
        <p:nvPr/>
      </p:nvGrpSpPr>
      <p:grpSpPr>
        <a:xfrm>
          <a:off x="0" y="0"/>
          <a:ext cx="0" cy="0"/>
          <a:chOff x="0" y="0"/>
          <a:chExt cx="0" cy="0"/>
        </a:xfrm>
      </p:grpSpPr>
      <p:sp>
        <p:nvSpPr>
          <p:cNvPr id="345" name="Google Shape;345;p33"/>
          <p:cNvSpPr txBox="1"/>
          <p:nvPr>
            <p:ph type="title"/>
          </p:nvPr>
        </p:nvSpPr>
        <p:spPr>
          <a:xfrm>
            <a:off x="478800" y="655200"/>
            <a:ext cx="11232000" cy="900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25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6" name="Google Shape;346;p33"/>
          <p:cNvSpPr txBox="1"/>
          <p:nvPr>
            <p:ph idx="1" type="body"/>
          </p:nvPr>
        </p:nvSpPr>
        <p:spPr>
          <a:xfrm>
            <a:off x="479425" y="1566001"/>
            <a:ext cx="5418000" cy="4227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b="1"/>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47" name="Google Shape;347;p33"/>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8" name="Google Shape;348;p33"/>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9" name="Google Shape;349;p33"/>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350" name="Google Shape;350;p33"/>
          <p:cNvSpPr txBox="1"/>
          <p:nvPr>
            <p:ph idx="2"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51" name="Google Shape;351;p33"/>
          <p:cNvSpPr txBox="1"/>
          <p:nvPr>
            <p:ph idx="3" type="body"/>
          </p:nvPr>
        </p:nvSpPr>
        <p:spPr>
          <a:xfrm>
            <a:off x="6301252" y="1566000"/>
            <a:ext cx="5418300" cy="4227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b="1"/>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52" name="Google Shape;352;p33"/>
          <p:cNvSpPr/>
          <p:nvPr>
            <p:ph idx="4" type="pic"/>
          </p:nvPr>
        </p:nvSpPr>
        <p:spPr>
          <a:xfrm>
            <a:off x="479423" y="2060849"/>
            <a:ext cx="5418000" cy="3462900"/>
          </a:xfrm>
          <a:prstGeom prst="rect">
            <a:avLst/>
          </a:prstGeom>
          <a:noFill/>
          <a:ln>
            <a:noFill/>
          </a:ln>
        </p:spPr>
        <p:txBody>
          <a:bodyPr anchorCtr="0" anchor="t" bIns="0" lIns="0" spcFirstLastPara="1" rIns="0" wrap="square" tIns="0">
            <a:noAutofit/>
          </a:bodyPr>
          <a:lstStyle>
            <a:lvl1pPr lvl="0" marR="0" rtl="0" algn="l">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353" name="Google Shape;353;p33"/>
          <p:cNvSpPr/>
          <p:nvPr>
            <p:ph idx="5" type="pic"/>
          </p:nvPr>
        </p:nvSpPr>
        <p:spPr>
          <a:xfrm>
            <a:off x="6299397" y="2060848"/>
            <a:ext cx="5418000" cy="3462900"/>
          </a:xfrm>
          <a:prstGeom prst="rect">
            <a:avLst/>
          </a:prstGeom>
          <a:noFill/>
          <a:ln>
            <a:noFill/>
          </a:ln>
        </p:spPr>
        <p:txBody>
          <a:bodyPr anchorCtr="0" anchor="t" bIns="0" lIns="0" spcFirstLastPara="1" rIns="0" wrap="square" tIns="0">
            <a:noAutofit/>
          </a:bodyPr>
          <a:lstStyle>
            <a:lvl1pPr lvl="0" marR="0" rtl="0" algn="l">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grpSp>
        <p:nvGrpSpPr>
          <p:cNvPr id="354" name="Google Shape;354;p33"/>
          <p:cNvGrpSpPr/>
          <p:nvPr/>
        </p:nvGrpSpPr>
        <p:grpSpPr>
          <a:xfrm>
            <a:off x="10851366" y="6463515"/>
            <a:ext cx="1080272" cy="199994"/>
            <a:chOff x="830300" y="1716088"/>
            <a:chExt cx="10058401" cy="1862137"/>
          </a:xfrm>
        </p:grpSpPr>
        <p:sp>
          <p:nvSpPr>
            <p:cNvPr id="355" name="Google Shape;355;p33"/>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6" name="Google Shape;356;p33"/>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7" name="Google Shape;357;p33"/>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8" name="Google Shape;358;p33"/>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9" name="Google Shape;359;p33"/>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0" name="Google Shape;360;p33"/>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61" name="Google Shape;361;p33"/>
          <p:cNvSpPr txBox="1"/>
          <p:nvPr>
            <p:ph idx="6" type="body"/>
          </p:nvPr>
        </p:nvSpPr>
        <p:spPr>
          <a:xfrm>
            <a:off x="479425" y="5589240"/>
            <a:ext cx="5418000" cy="4941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62" name="Google Shape;362;p33"/>
          <p:cNvSpPr txBox="1"/>
          <p:nvPr>
            <p:ph idx="7" type="body"/>
          </p:nvPr>
        </p:nvSpPr>
        <p:spPr>
          <a:xfrm>
            <a:off x="6299397" y="5589240"/>
            <a:ext cx="5418000" cy="4941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ictures with text">
  <p:cSld name="Three pictures with text">
    <p:spTree>
      <p:nvGrpSpPr>
        <p:cNvPr id="363" name="Shape 363"/>
        <p:cNvGrpSpPr/>
        <p:nvPr/>
      </p:nvGrpSpPr>
      <p:grpSpPr>
        <a:xfrm>
          <a:off x="0" y="0"/>
          <a:ext cx="0" cy="0"/>
          <a:chOff x="0" y="0"/>
          <a:chExt cx="0" cy="0"/>
        </a:xfrm>
      </p:grpSpPr>
      <p:sp>
        <p:nvSpPr>
          <p:cNvPr id="364" name="Google Shape;364;p34"/>
          <p:cNvSpPr txBox="1"/>
          <p:nvPr>
            <p:ph type="title"/>
          </p:nvPr>
        </p:nvSpPr>
        <p:spPr>
          <a:xfrm>
            <a:off x="478800" y="655200"/>
            <a:ext cx="11232000" cy="900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25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34"/>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6" name="Google Shape;366;p34"/>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7" name="Google Shape;367;p34"/>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368" name="Google Shape;368;p34"/>
          <p:cNvSpPr txBox="1"/>
          <p:nvPr>
            <p:ph idx="1"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69" name="Google Shape;369;p34"/>
          <p:cNvSpPr txBox="1"/>
          <p:nvPr>
            <p:ph idx="2" type="body"/>
          </p:nvPr>
        </p:nvSpPr>
        <p:spPr>
          <a:xfrm>
            <a:off x="481929" y="1566001"/>
            <a:ext cx="3600000" cy="4227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b="1"/>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70" name="Google Shape;370;p34"/>
          <p:cNvSpPr txBox="1"/>
          <p:nvPr>
            <p:ph idx="3" type="body"/>
          </p:nvPr>
        </p:nvSpPr>
        <p:spPr>
          <a:xfrm>
            <a:off x="4296000" y="1566000"/>
            <a:ext cx="3600000" cy="4227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b="1"/>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71" name="Google Shape;371;p34"/>
          <p:cNvSpPr/>
          <p:nvPr>
            <p:ph idx="4" type="pic"/>
          </p:nvPr>
        </p:nvSpPr>
        <p:spPr>
          <a:xfrm>
            <a:off x="479425" y="2060849"/>
            <a:ext cx="3600000" cy="3462900"/>
          </a:xfrm>
          <a:prstGeom prst="rect">
            <a:avLst/>
          </a:prstGeom>
          <a:noFill/>
          <a:ln>
            <a:noFill/>
          </a:ln>
        </p:spPr>
        <p:txBody>
          <a:bodyPr anchorCtr="0" anchor="t" bIns="0" lIns="0" spcFirstLastPara="1" rIns="0" wrap="square" tIns="0">
            <a:noAutofit/>
          </a:bodyPr>
          <a:lstStyle>
            <a:lvl1pPr lvl="0" marR="0" rtl="0" algn="l">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372" name="Google Shape;372;p34"/>
          <p:cNvSpPr/>
          <p:nvPr>
            <p:ph idx="5" type="pic"/>
          </p:nvPr>
        </p:nvSpPr>
        <p:spPr>
          <a:xfrm>
            <a:off x="4294145" y="2060848"/>
            <a:ext cx="3600000" cy="3462900"/>
          </a:xfrm>
          <a:prstGeom prst="rect">
            <a:avLst/>
          </a:prstGeom>
          <a:noFill/>
          <a:ln>
            <a:noFill/>
          </a:ln>
        </p:spPr>
        <p:txBody>
          <a:bodyPr anchorCtr="0" anchor="t" bIns="0" lIns="0" spcFirstLastPara="1" rIns="0" wrap="square" tIns="0">
            <a:noAutofit/>
          </a:bodyPr>
          <a:lstStyle>
            <a:lvl1pPr lvl="0" marR="0" rtl="0" algn="l">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373" name="Google Shape;373;p34"/>
          <p:cNvSpPr txBox="1"/>
          <p:nvPr>
            <p:ph idx="6" type="body"/>
          </p:nvPr>
        </p:nvSpPr>
        <p:spPr>
          <a:xfrm>
            <a:off x="8117741" y="1568369"/>
            <a:ext cx="3600000" cy="4227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b="1"/>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74" name="Google Shape;374;p34"/>
          <p:cNvSpPr/>
          <p:nvPr>
            <p:ph idx="7" type="pic"/>
          </p:nvPr>
        </p:nvSpPr>
        <p:spPr>
          <a:xfrm>
            <a:off x="8115886" y="2063217"/>
            <a:ext cx="3600000" cy="3462900"/>
          </a:xfrm>
          <a:prstGeom prst="rect">
            <a:avLst/>
          </a:prstGeom>
          <a:noFill/>
          <a:ln>
            <a:noFill/>
          </a:ln>
        </p:spPr>
        <p:txBody>
          <a:bodyPr anchorCtr="0" anchor="t" bIns="0" lIns="0" spcFirstLastPara="1" rIns="0" wrap="square" tIns="0">
            <a:noAutofit/>
          </a:bodyPr>
          <a:lstStyle>
            <a:lvl1pPr lvl="0" marR="0" rtl="0" algn="l">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grpSp>
        <p:nvGrpSpPr>
          <p:cNvPr id="375" name="Google Shape;375;p34"/>
          <p:cNvGrpSpPr/>
          <p:nvPr/>
        </p:nvGrpSpPr>
        <p:grpSpPr>
          <a:xfrm>
            <a:off x="10851366" y="6463515"/>
            <a:ext cx="1080272" cy="199994"/>
            <a:chOff x="830300" y="1716088"/>
            <a:chExt cx="10058401" cy="1862137"/>
          </a:xfrm>
        </p:grpSpPr>
        <p:sp>
          <p:nvSpPr>
            <p:cNvPr id="376" name="Google Shape;376;p34"/>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7" name="Google Shape;377;p34"/>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8" name="Google Shape;378;p34"/>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9" name="Google Shape;379;p34"/>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0" name="Google Shape;380;p34"/>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1" name="Google Shape;381;p34"/>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82" name="Google Shape;382;p34"/>
          <p:cNvSpPr txBox="1"/>
          <p:nvPr>
            <p:ph idx="8" type="body"/>
          </p:nvPr>
        </p:nvSpPr>
        <p:spPr>
          <a:xfrm>
            <a:off x="479425" y="5592240"/>
            <a:ext cx="3600600" cy="4911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83" name="Google Shape;383;p34"/>
          <p:cNvSpPr txBox="1"/>
          <p:nvPr>
            <p:ph idx="9" type="body"/>
          </p:nvPr>
        </p:nvSpPr>
        <p:spPr>
          <a:xfrm>
            <a:off x="4294145" y="5592240"/>
            <a:ext cx="3600600" cy="4911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84" name="Google Shape;384;p34"/>
          <p:cNvSpPr txBox="1"/>
          <p:nvPr>
            <p:ph idx="13" type="body"/>
          </p:nvPr>
        </p:nvSpPr>
        <p:spPr>
          <a:xfrm>
            <a:off x="8117291" y="5592240"/>
            <a:ext cx="3600600" cy="4911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nd sidebar">
  <p:cSld name="Picture and sidebar">
    <p:bg>
      <p:bgPr>
        <a:solidFill>
          <a:srgbClr val="D8D8D8"/>
        </a:solidFill>
      </p:bgPr>
    </p:bg>
    <p:spTree>
      <p:nvGrpSpPr>
        <p:cNvPr id="385" name="Shape 385"/>
        <p:cNvGrpSpPr/>
        <p:nvPr/>
      </p:nvGrpSpPr>
      <p:grpSpPr>
        <a:xfrm>
          <a:off x="0" y="0"/>
          <a:ext cx="0" cy="0"/>
          <a:chOff x="0" y="0"/>
          <a:chExt cx="0" cy="0"/>
        </a:xfrm>
      </p:grpSpPr>
      <p:sp>
        <p:nvSpPr>
          <p:cNvPr id="386" name="Google Shape;386;p35"/>
          <p:cNvSpPr/>
          <p:nvPr>
            <p:ph idx="2" type="pic"/>
          </p:nvPr>
        </p:nvSpPr>
        <p:spPr>
          <a:xfrm>
            <a:off x="0" y="0"/>
            <a:ext cx="9345600" cy="68580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387" name="Google Shape;387;p35"/>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8" name="Google Shape;388;p35"/>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35"/>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pic>
        <p:nvPicPr>
          <p:cNvPr descr="Screen Shot 2016-11-11 at 09.55.03.png" id="390" name="Google Shape;390;p35"/>
          <p:cNvPicPr preferRelativeResize="0"/>
          <p:nvPr/>
        </p:nvPicPr>
        <p:blipFill rotWithShape="1">
          <a:blip r:embed="rId2">
            <a:alphaModFix/>
          </a:blip>
          <a:srcRect b="0" l="0" r="0" t="0"/>
          <a:stretch/>
        </p:blipFill>
        <p:spPr>
          <a:xfrm>
            <a:off x="10832400" y="6444000"/>
            <a:ext cx="1108800" cy="231001"/>
          </a:xfrm>
          <a:prstGeom prst="rect">
            <a:avLst/>
          </a:prstGeom>
          <a:noFill/>
          <a:ln>
            <a:noFill/>
          </a:ln>
        </p:spPr>
      </p:pic>
      <p:sp>
        <p:nvSpPr>
          <p:cNvPr id="391" name="Google Shape;391;p35"/>
          <p:cNvSpPr/>
          <p:nvPr/>
        </p:nvSpPr>
        <p:spPr>
          <a:xfrm>
            <a:off x="9345600" y="0"/>
            <a:ext cx="2846400" cy="6858000"/>
          </a:xfrm>
          <a:prstGeom prst="rect">
            <a:avLst/>
          </a:prstGeom>
          <a:solidFill>
            <a:schemeClr val="dk2"/>
          </a:solidFill>
          <a:ln>
            <a:noFill/>
          </a:ln>
        </p:spPr>
        <p:txBody>
          <a:bodyPr anchorCtr="0" anchor="ctr" bIns="62400" lIns="120000" spcFirstLastPara="1" rIns="120000" wrap="square" tIns="62400">
            <a:noAutofit/>
          </a:bodyPr>
          <a:lstStyle/>
          <a:p>
            <a:pPr indent="0" lvl="0" marL="0" marR="0" rtl="0" algn="ctr">
              <a:lnSpc>
                <a:spcPct val="80000"/>
              </a:lnSpc>
              <a:spcBef>
                <a:spcPts val="0"/>
              </a:spcBef>
              <a:spcAft>
                <a:spcPts val="0"/>
              </a:spcAft>
              <a:buNone/>
            </a:pPr>
            <a:r>
              <a:t/>
            </a:r>
            <a:endParaRPr sz="1867">
              <a:solidFill>
                <a:srgbClr val="FFFFFF"/>
              </a:solidFill>
              <a:latin typeface="Arial"/>
              <a:ea typeface="Arial"/>
              <a:cs typeface="Arial"/>
              <a:sym typeface="Arial"/>
            </a:endParaRPr>
          </a:p>
        </p:txBody>
      </p:sp>
      <p:grpSp>
        <p:nvGrpSpPr>
          <p:cNvPr id="392" name="Google Shape;392;p35"/>
          <p:cNvGrpSpPr/>
          <p:nvPr/>
        </p:nvGrpSpPr>
        <p:grpSpPr>
          <a:xfrm>
            <a:off x="9630834" y="2417713"/>
            <a:ext cx="2561100" cy="29113"/>
            <a:chOff x="9639300" y="2417713"/>
            <a:chExt cx="2561100" cy="29113"/>
          </a:xfrm>
        </p:grpSpPr>
        <p:cxnSp>
          <p:nvCxnSpPr>
            <p:cNvPr id="393" name="Google Shape;393;p35"/>
            <p:cNvCxnSpPr/>
            <p:nvPr/>
          </p:nvCxnSpPr>
          <p:spPr>
            <a:xfrm>
              <a:off x="9639300" y="2417713"/>
              <a:ext cx="2561100"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394" name="Google Shape;394;p35"/>
            <p:cNvCxnSpPr/>
            <p:nvPr/>
          </p:nvCxnSpPr>
          <p:spPr>
            <a:xfrm>
              <a:off x="9639300" y="2446826"/>
              <a:ext cx="1291200" cy="0"/>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395" name="Google Shape;395;p35"/>
          <p:cNvSpPr txBox="1"/>
          <p:nvPr>
            <p:ph idx="1" type="body"/>
          </p:nvPr>
        </p:nvSpPr>
        <p:spPr>
          <a:xfrm>
            <a:off x="9630834" y="2764843"/>
            <a:ext cx="2301900" cy="82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100"/>
              <a:buNone/>
              <a:defRPr sz="2100">
                <a:solidFill>
                  <a:schemeClr val="lt1"/>
                </a:solidFill>
              </a:defRPr>
            </a:lvl1pPr>
            <a:lvl2pPr indent="-304800" lvl="1" marL="914400" algn="l">
              <a:lnSpc>
                <a:spcPct val="90000"/>
              </a:lnSpc>
              <a:spcBef>
                <a:spcPts val="1800"/>
              </a:spcBef>
              <a:spcAft>
                <a:spcPts val="0"/>
              </a:spcAft>
              <a:buClr>
                <a:schemeClr val="lt1"/>
              </a:buClr>
              <a:buSzPts val="1200"/>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96" name="Google Shape;396;p35"/>
          <p:cNvSpPr txBox="1"/>
          <p:nvPr>
            <p:ph idx="3" type="body"/>
          </p:nvPr>
        </p:nvSpPr>
        <p:spPr>
          <a:xfrm>
            <a:off x="9630834" y="4834442"/>
            <a:ext cx="2301900" cy="1151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397" name="Google Shape;397;p35"/>
          <p:cNvSpPr txBox="1"/>
          <p:nvPr>
            <p:ph idx="4" type="body"/>
          </p:nvPr>
        </p:nvSpPr>
        <p:spPr>
          <a:xfrm>
            <a:off x="9630834" y="3656258"/>
            <a:ext cx="2301900" cy="1113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cxnSp>
        <p:nvCxnSpPr>
          <p:cNvPr id="398" name="Google Shape;398;p35"/>
          <p:cNvCxnSpPr/>
          <p:nvPr/>
        </p:nvCxnSpPr>
        <p:spPr>
          <a:xfrm>
            <a:off x="9345491" y="0"/>
            <a:ext cx="0" cy="6858000"/>
          </a:xfrm>
          <a:prstGeom prst="straightConnector1">
            <a:avLst/>
          </a:prstGeom>
          <a:noFill/>
          <a:ln cap="flat" cmpd="sng" w="9525">
            <a:solidFill>
              <a:schemeClr val="lt1"/>
            </a:solidFill>
            <a:prstDash val="solid"/>
            <a:miter lim="800000"/>
            <a:headEnd len="sm" w="sm" type="none"/>
            <a:tailEnd len="sm" w="sm" type="none"/>
          </a:ln>
        </p:spPr>
      </p:cxnSp>
      <p:grpSp>
        <p:nvGrpSpPr>
          <p:cNvPr id="399" name="Google Shape;399;p35"/>
          <p:cNvGrpSpPr/>
          <p:nvPr/>
        </p:nvGrpSpPr>
        <p:grpSpPr>
          <a:xfrm>
            <a:off x="10851366" y="6463515"/>
            <a:ext cx="1080272" cy="199994"/>
            <a:chOff x="830300" y="1716088"/>
            <a:chExt cx="10058401" cy="1862137"/>
          </a:xfrm>
        </p:grpSpPr>
        <p:sp>
          <p:nvSpPr>
            <p:cNvPr id="400" name="Google Shape;400;p35"/>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1" name="Google Shape;401;p35"/>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2" name="Google Shape;402;p35"/>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3" name="Google Shape;403;p35"/>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4" name="Google Shape;404;p35"/>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5" name="Google Shape;405;p35"/>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406" name="Google Shape;406;p35"/>
          <p:cNvSpPr txBox="1"/>
          <p:nvPr>
            <p:ph idx="5" type="body"/>
          </p:nvPr>
        </p:nvSpPr>
        <p:spPr>
          <a:xfrm>
            <a:off x="9630834" y="332209"/>
            <a:ext cx="2285400" cy="1401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C2C2C7"/>
              </a:buClr>
              <a:buSzPts val="800"/>
              <a:buNone/>
              <a:defRPr sz="800">
                <a:solidFill>
                  <a:srgbClr val="C2C2C7"/>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07" name="Google Shape;407;p35"/>
          <p:cNvSpPr txBox="1"/>
          <p:nvPr>
            <p:ph type="title"/>
          </p:nvPr>
        </p:nvSpPr>
        <p:spPr>
          <a:xfrm>
            <a:off x="9630000" y="657226"/>
            <a:ext cx="2455200" cy="15948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ictures, text and sidebar">
  <p:cSld name="Two pictures, text and sidebar">
    <p:bg>
      <p:bgPr>
        <a:solidFill>
          <a:schemeClr val="lt1"/>
        </a:solidFill>
      </p:bgPr>
    </p:bg>
    <p:spTree>
      <p:nvGrpSpPr>
        <p:cNvPr id="408" name="Shape 408"/>
        <p:cNvGrpSpPr/>
        <p:nvPr/>
      </p:nvGrpSpPr>
      <p:grpSpPr>
        <a:xfrm>
          <a:off x="0" y="0"/>
          <a:ext cx="0" cy="0"/>
          <a:chOff x="0" y="0"/>
          <a:chExt cx="0" cy="0"/>
        </a:xfrm>
      </p:grpSpPr>
      <p:sp>
        <p:nvSpPr>
          <p:cNvPr id="409" name="Google Shape;409;p36"/>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0" name="Google Shape;410;p36"/>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1" name="Google Shape;411;p36"/>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pic>
        <p:nvPicPr>
          <p:cNvPr descr="Screen Shot 2016-11-11 at 09.55.03.png" id="412" name="Google Shape;412;p36"/>
          <p:cNvPicPr preferRelativeResize="0"/>
          <p:nvPr/>
        </p:nvPicPr>
        <p:blipFill rotWithShape="1">
          <a:blip r:embed="rId2">
            <a:alphaModFix/>
          </a:blip>
          <a:srcRect b="0" l="0" r="0" t="0"/>
          <a:stretch/>
        </p:blipFill>
        <p:spPr>
          <a:xfrm>
            <a:off x="10832400" y="6444000"/>
            <a:ext cx="1108800" cy="231001"/>
          </a:xfrm>
          <a:prstGeom prst="rect">
            <a:avLst/>
          </a:prstGeom>
          <a:noFill/>
          <a:ln>
            <a:noFill/>
          </a:ln>
        </p:spPr>
      </p:pic>
      <p:sp>
        <p:nvSpPr>
          <p:cNvPr id="413" name="Google Shape;413;p36"/>
          <p:cNvSpPr/>
          <p:nvPr/>
        </p:nvSpPr>
        <p:spPr>
          <a:xfrm>
            <a:off x="9345492" y="0"/>
            <a:ext cx="2846400" cy="6858000"/>
          </a:xfrm>
          <a:prstGeom prst="rect">
            <a:avLst/>
          </a:prstGeom>
          <a:solidFill>
            <a:schemeClr val="dk2"/>
          </a:solidFill>
          <a:ln>
            <a:noFill/>
          </a:ln>
        </p:spPr>
        <p:txBody>
          <a:bodyPr anchorCtr="0" anchor="ctr" bIns="62400" lIns="120000" spcFirstLastPara="1" rIns="120000" wrap="square" tIns="62400">
            <a:noAutofit/>
          </a:bodyPr>
          <a:lstStyle/>
          <a:p>
            <a:pPr indent="0" lvl="0" marL="0" marR="0" rtl="0" algn="ctr">
              <a:lnSpc>
                <a:spcPct val="80000"/>
              </a:lnSpc>
              <a:spcBef>
                <a:spcPts val="0"/>
              </a:spcBef>
              <a:spcAft>
                <a:spcPts val="0"/>
              </a:spcAft>
              <a:buNone/>
            </a:pPr>
            <a:r>
              <a:t/>
            </a:r>
            <a:endParaRPr sz="1867">
              <a:solidFill>
                <a:srgbClr val="FFFFFF"/>
              </a:solidFill>
              <a:latin typeface="Arial"/>
              <a:ea typeface="Arial"/>
              <a:cs typeface="Arial"/>
              <a:sym typeface="Arial"/>
            </a:endParaRPr>
          </a:p>
        </p:txBody>
      </p:sp>
      <p:grpSp>
        <p:nvGrpSpPr>
          <p:cNvPr id="414" name="Google Shape;414;p36"/>
          <p:cNvGrpSpPr/>
          <p:nvPr/>
        </p:nvGrpSpPr>
        <p:grpSpPr>
          <a:xfrm>
            <a:off x="9630834" y="2417713"/>
            <a:ext cx="2560800" cy="29113"/>
            <a:chOff x="9639300" y="2417713"/>
            <a:chExt cx="2560800" cy="29113"/>
          </a:xfrm>
        </p:grpSpPr>
        <p:cxnSp>
          <p:nvCxnSpPr>
            <p:cNvPr id="415" name="Google Shape;415;p36"/>
            <p:cNvCxnSpPr/>
            <p:nvPr/>
          </p:nvCxnSpPr>
          <p:spPr>
            <a:xfrm>
              <a:off x="9639300" y="2417713"/>
              <a:ext cx="2560800"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416" name="Google Shape;416;p36"/>
            <p:cNvCxnSpPr/>
            <p:nvPr/>
          </p:nvCxnSpPr>
          <p:spPr>
            <a:xfrm>
              <a:off x="9639300" y="2446826"/>
              <a:ext cx="1291200" cy="0"/>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417" name="Google Shape;417;p36"/>
          <p:cNvSpPr txBox="1"/>
          <p:nvPr>
            <p:ph idx="1" type="body"/>
          </p:nvPr>
        </p:nvSpPr>
        <p:spPr>
          <a:xfrm>
            <a:off x="479425" y="654051"/>
            <a:ext cx="8580600" cy="900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2500"/>
              <a:buNone/>
              <a:defRPr sz="2500">
                <a:solidFill>
                  <a:schemeClr val="dk2"/>
                </a:solidFill>
              </a:defRPr>
            </a:lvl1pPr>
            <a:lvl2pPr indent="-457200" lvl="1" marL="914400" algn="l">
              <a:lnSpc>
                <a:spcPct val="113000"/>
              </a:lnSpc>
              <a:spcBef>
                <a:spcPts val="0"/>
              </a:spcBef>
              <a:spcAft>
                <a:spcPts val="0"/>
              </a:spcAft>
              <a:buClr>
                <a:schemeClr val="lt1"/>
              </a:buClr>
              <a:buSzPts val="3600"/>
              <a:buChar char="–"/>
              <a:defRPr sz="3600">
                <a:solidFill>
                  <a:schemeClr val="lt1"/>
                </a:solidFill>
              </a:defRPr>
            </a:lvl2pPr>
            <a:lvl3pPr indent="-457200" lvl="2" marL="1371600" algn="l">
              <a:lnSpc>
                <a:spcPct val="113000"/>
              </a:lnSpc>
              <a:spcBef>
                <a:spcPts val="0"/>
              </a:spcBef>
              <a:spcAft>
                <a:spcPts val="0"/>
              </a:spcAft>
              <a:buClr>
                <a:schemeClr val="lt1"/>
              </a:buClr>
              <a:buSzPts val="3600"/>
              <a:buChar char="–"/>
              <a:defRPr sz="3600">
                <a:solidFill>
                  <a:schemeClr val="lt1"/>
                </a:solidFill>
              </a:defRPr>
            </a:lvl3pPr>
            <a:lvl4pPr indent="-457200" lvl="3" marL="1828800" algn="l">
              <a:lnSpc>
                <a:spcPct val="113000"/>
              </a:lnSpc>
              <a:spcBef>
                <a:spcPts val="0"/>
              </a:spcBef>
              <a:spcAft>
                <a:spcPts val="0"/>
              </a:spcAft>
              <a:buClr>
                <a:schemeClr val="lt1"/>
              </a:buClr>
              <a:buSzPts val="3600"/>
              <a:buChar char="–"/>
              <a:defRPr sz="3600">
                <a:solidFill>
                  <a:schemeClr val="lt1"/>
                </a:solidFill>
              </a:defRPr>
            </a:lvl4pPr>
            <a:lvl5pPr indent="-457200" lvl="4" marL="2286000" algn="l">
              <a:lnSpc>
                <a:spcPct val="113000"/>
              </a:lnSpc>
              <a:spcBef>
                <a:spcPts val="0"/>
              </a:spcBef>
              <a:spcAft>
                <a:spcPts val="0"/>
              </a:spcAft>
              <a:buClr>
                <a:schemeClr val="lt1"/>
              </a:buClr>
              <a:buSzPts val="3600"/>
              <a:buChar char="–"/>
              <a:defRPr sz="36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18" name="Google Shape;418;p36"/>
          <p:cNvSpPr txBox="1"/>
          <p:nvPr>
            <p:ph idx="2" type="body"/>
          </p:nvPr>
        </p:nvSpPr>
        <p:spPr>
          <a:xfrm>
            <a:off x="9630834" y="2764843"/>
            <a:ext cx="2301900" cy="82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100"/>
              <a:buNone/>
              <a:defRPr sz="2100">
                <a:solidFill>
                  <a:schemeClr val="lt1"/>
                </a:solidFill>
              </a:defRPr>
            </a:lvl1pPr>
            <a:lvl2pPr indent="-304800" lvl="1" marL="914400" algn="l">
              <a:lnSpc>
                <a:spcPct val="90000"/>
              </a:lnSpc>
              <a:spcBef>
                <a:spcPts val="1800"/>
              </a:spcBef>
              <a:spcAft>
                <a:spcPts val="0"/>
              </a:spcAft>
              <a:buClr>
                <a:schemeClr val="lt1"/>
              </a:buClr>
              <a:buSzPts val="1200"/>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19" name="Google Shape;419;p36"/>
          <p:cNvSpPr txBox="1"/>
          <p:nvPr>
            <p:ph idx="3" type="body"/>
          </p:nvPr>
        </p:nvSpPr>
        <p:spPr>
          <a:xfrm>
            <a:off x="9630834" y="4834442"/>
            <a:ext cx="2301900" cy="1151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20" name="Google Shape;420;p36"/>
          <p:cNvSpPr txBox="1"/>
          <p:nvPr>
            <p:ph idx="4" type="body"/>
          </p:nvPr>
        </p:nvSpPr>
        <p:spPr>
          <a:xfrm>
            <a:off x="9630834" y="3656258"/>
            <a:ext cx="2301900" cy="1113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21" name="Google Shape;421;p36"/>
          <p:cNvSpPr txBox="1"/>
          <p:nvPr>
            <p:ph type="title"/>
          </p:nvPr>
        </p:nvSpPr>
        <p:spPr>
          <a:xfrm>
            <a:off x="9630835" y="654051"/>
            <a:ext cx="2310300" cy="15948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2" name="Google Shape;422;p36"/>
          <p:cNvSpPr txBox="1"/>
          <p:nvPr>
            <p:ph idx="5" type="body"/>
          </p:nvPr>
        </p:nvSpPr>
        <p:spPr>
          <a:xfrm>
            <a:off x="478800" y="1566000"/>
            <a:ext cx="4104000" cy="4227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b="1"/>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23" name="Google Shape;423;p36"/>
          <p:cNvSpPr txBox="1"/>
          <p:nvPr>
            <p:ph idx="6" type="body"/>
          </p:nvPr>
        </p:nvSpPr>
        <p:spPr>
          <a:xfrm>
            <a:off x="4942800" y="1566000"/>
            <a:ext cx="4104000" cy="4227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b="1"/>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24" name="Google Shape;424;p36"/>
          <p:cNvSpPr/>
          <p:nvPr>
            <p:ph idx="7" type="pic"/>
          </p:nvPr>
        </p:nvSpPr>
        <p:spPr>
          <a:xfrm>
            <a:off x="479425" y="2060848"/>
            <a:ext cx="4104000" cy="3462900"/>
          </a:xfrm>
          <a:prstGeom prst="rect">
            <a:avLst/>
          </a:prstGeom>
          <a:noFill/>
          <a:ln>
            <a:noFill/>
          </a:ln>
        </p:spPr>
        <p:txBody>
          <a:bodyPr anchorCtr="0" anchor="t" bIns="0" lIns="0" spcFirstLastPara="1" rIns="0" wrap="square" tIns="0">
            <a:noAutofit/>
          </a:bodyPr>
          <a:lstStyle>
            <a:lvl1pPr lvl="0" marR="0" rtl="0" algn="l">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425" name="Google Shape;425;p36"/>
          <p:cNvSpPr/>
          <p:nvPr>
            <p:ph idx="8" type="pic"/>
          </p:nvPr>
        </p:nvSpPr>
        <p:spPr>
          <a:xfrm>
            <a:off x="4942800" y="2060848"/>
            <a:ext cx="4104000" cy="3462900"/>
          </a:xfrm>
          <a:prstGeom prst="rect">
            <a:avLst/>
          </a:prstGeom>
          <a:noFill/>
          <a:ln>
            <a:noFill/>
          </a:ln>
        </p:spPr>
        <p:txBody>
          <a:bodyPr anchorCtr="0" anchor="t" bIns="0" lIns="0" spcFirstLastPara="1" rIns="0" wrap="square" tIns="0">
            <a:noAutofit/>
          </a:bodyPr>
          <a:lstStyle>
            <a:lvl1pPr lvl="0" marR="0" rtl="0" algn="l">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cxnSp>
        <p:nvCxnSpPr>
          <p:cNvPr id="426" name="Google Shape;426;p36"/>
          <p:cNvCxnSpPr/>
          <p:nvPr/>
        </p:nvCxnSpPr>
        <p:spPr>
          <a:xfrm>
            <a:off x="9345491" y="0"/>
            <a:ext cx="0" cy="6858000"/>
          </a:xfrm>
          <a:prstGeom prst="straightConnector1">
            <a:avLst/>
          </a:prstGeom>
          <a:noFill/>
          <a:ln cap="flat" cmpd="sng" w="9525">
            <a:solidFill>
              <a:schemeClr val="lt1"/>
            </a:solidFill>
            <a:prstDash val="solid"/>
            <a:miter lim="800000"/>
            <a:headEnd len="sm" w="sm" type="none"/>
            <a:tailEnd len="sm" w="sm" type="none"/>
          </a:ln>
        </p:spPr>
      </p:cxnSp>
      <p:grpSp>
        <p:nvGrpSpPr>
          <p:cNvPr id="427" name="Google Shape;427;p36"/>
          <p:cNvGrpSpPr/>
          <p:nvPr/>
        </p:nvGrpSpPr>
        <p:grpSpPr>
          <a:xfrm>
            <a:off x="10851366" y="6463515"/>
            <a:ext cx="1080272" cy="199994"/>
            <a:chOff x="830300" y="1716088"/>
            <a:chExt cx="10058401" cy="1862137"/>
          </a:xfrm>
        </p:grpSpPr>
        <p:sp>
          <p:nvSpPr>
            <p:cNvPr id="428" name="Google Shape;428;p36"/>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9" name="Google Shape;429;p36"/>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0" name="Google Shape;430;p36"/>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1" name="Google Shape;431;p36"/>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2" name="Google Shape;432;p36"/>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3" name="Google Shape;433;p36"/>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434" name="Google Shape;434;p36"/>
          <p:cNvSpPr txBox="1"/>
          <p:nvPr>
            <p:ph idx="9" type="body"/>
          </p:nvPr>
        </p:nvSpPr>
        <p:spPr>
          <a:xfrm>
            <a:off x="479425" y="5595646"/>
            <a:ext cx="4103700" cy="4878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35" name="Google Shape;435;p36"/>
          <p:cNvSpPr txBox="1"/>
          <p:nvPr>
            <p:ph idx="13" type="body"/>
          </p:nvPr>
        </p:nvSpPr>
        <p:spPr>
          <a:xfrm>
            <a:off x="4942800" y="5595646"/>
            <a:ext cx="4103700" cy="4878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36" name="Google Shape;436;p36"/>
          <p:cNvSpPr txBox="1"/>
          <p:nvPr>
            <p:ph idx="14" type="body"/>
          </p:nvPr>
        </p:nvSpPr>
        <p:spPr>
          <a:xfrm>
            <a:off x="9630834" y="332209"/>
            <a:ext cx="2285400" cy="1401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C2C2C7"/>
              </a:buClr>
              <a:buSzPts val="800"/>
              <a:buNone/>
              <a:defRPr sz="800">
                <a:solidFill>
                  <a:srgbClr val="C2C2C7"/>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sidebar">
  <p:cSld name="Content and sidebar">
    <p:bg>
      <p:bgPr>
        <a:solidFill>
          <a:schemeClr val="lt1"/>
        </a:solidFill>
      </p:bgPr>
    </p:bg>
    <p:spTree>
      <p:nvGrpSpPr>
        <p:cNvPr id="437" name="Shape 437"/>
        <p:cNvGrpSpPr/>
        <p:nvPr/>
      </p:nvGrpSpPr>
      <p:grpSpPr>
        <a:xfrm>
          <a:off x="0" y="0"/>
          <a:ext cx="0" cy="0"/>
          <a:chOff x="0" y="0"/>
          <a:chExt cx="0" cy="0"/>
        </a:xfrm>
      </p:grpSpPr>
      <p:sp>
        <p:nvSpPr>
          <p:cNvPr id="438" name="Google Shape;438;p37"/>
          <p:cNvSpPr txBox="1"/>
          <p:nvPr>
            <p:ph idx="1" type="body"/>
          </p:nvPr>
        </p:nvSpPr>
        <p:spPr>
          <a:xfrm>
            <a:off x="479425" y="1566000"/>
            <a:ext cx="8577300" cy="45174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39" name="Google Shape;439;p37"/>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0" name="Google Shape;440;p37"/>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1" name="Google Shape;441;p37"/>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pic>
        <p:nvPicPr>
          <p:cNvPr descr="Screen Shot 2016-11-11 at 09.55.03.png" id="442" name="Google Shape;442;p37"/>
          <p:cNvPicPr preferRelativeResize="0"/>
          <p:nvPr/>
        </p:nvPicPr>
        <p:blipFill rotWithShape="1">
          <a:blip r:embed="rId2">
            <a:alphaModFix/>
          </a:blip>
          <a:srcRect b="0" l="0" r="0" t="0"/>
          <a:stretch/>
        </p:blipFill>
        <p:spPr>
          <a:xfrm>
            <a:off x="10832400" y="6444000"/>
            <a:ext cx="1108800" cy="231001"/>
          </a:xfrm>
          <a:prstGeom prst="rect">
            <a:avLst/>
          </a:prstGeom>
          <a:noFill/>
          <a:ln>
            <a:noFill/>
          </a:ln>
        </p:spPr>
      </p:pic>
      <p:sp>
        <p:nvSpPr>
          <p:cNvPr id="443" name="Google Shape;443;p37"/>
          <p:cNvSpPr/>
          <p:nvPr/>
        </p:nvSpPr>
        <p:spPr>
          <a:xfrm>
            <a:off x="9345491" y="0"/>
            <a:ext cx="2846400" cy="6858000"/>
          </a:xfrm>
          <a:prstGeom prst="rect">
            <a:avLst/>
          </a:prstGeom>
          <a:solidFill>
            <a:schemeClr val="dk2"/>
          </a:solidFill>
          <a:ln>
            <a:noFill/>
          </a:ln>
        </p:spPr>
        <p:txBody>
          <a:bodyPr anchorCtr="0" anchor="ctr" bIns="62400" lIns="120000" spcFirstLastPara="1" rIns="120000" wrap="square" tIns="62400">
            <a:noAutofit/>
          </a:bodyPr>
          <a:lstStyle/>
          <a:p>
            <a:pPr indent="0" lvl="0" marL="0" marR="0" rtl="0" algn="ctr">
              <a:lnSpc>
                <a:spcPct val="80000"/>
              </a:lnSpc>
              <a:spcBef>
                <a:spcPts val="0"/>
              </a:spcBef>
              <a:spcAft>
                <a:spcPts val="0"/>
              </a:spcAft>
              <a:buNone/>
            </a:pPr>
            <a:r>
              <a:t/>
            </a:r>
            <a:endParaRPr sz="1867">
              <a:solidFill>
                <a:srgbClr val="FFFFFF"/>
              </a:solidFill>
              <a:latin typeface="Arial"/>
              <a:ea typeface="Arial"/>
              <a:cs typeface="Arial"/>
              <a:sym typeface="Arial"/>
            </a:endParaRPr>
          </a:p>
        </p:txBody>
      </p:sp>
      <p:grpSp>
        <p:nvGrpSpPr>
          <p:cNvPr id="444" name="Google Shape;444;p37"/>
          <p:cNvGrpSpPr/>
          <p:nvPr/>
        </p:nvGrpSpPr>
        <p:grpSpPr>
          <a:xfrm>
            <a:off x="9630834" y="2417713"/>
            <a:ext cx="2561100" cy="29113"/>
            <a:chOff x="9639300" y="2417713"/>
            <a:chExt cx="2561100" cy="29113"/>
          </a:xfrm>
        </p:grpSpPr>
        <p:cxnSp>
          <p:nvCxnSpPr>
            <p:cNvPr id="445" name="Google Shape;445;p37"/>
            <p:cNvCxnSpPr/>
            <p:nvPr/>
          </p:nvCxnSpPr>
          <p:spPr>
            <a:xfrm>
              <a:off x="9639300" y="2417713"/>
              <a:ext cx="2561100"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446" name="Google Shape;446;p37"/>
            <p:cNvCxnSpPr/>
            <p:nvPr/>
          </p:nvCxnSpPr>
          <p:spPr>
            <a:xfrm>
              <a:off x="9639300" y="2446826"/>
              <a:ext cx="1291200" cy="0"/>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447" name="Google Shape;447;p37"/>
          <p:cNvSpPr txBox="1"/>
          <p:nvPr>
            <p:ph idx="2" type="body"/>
          </p:nvPr>
        </p:nvSpPr>
        <p:spPr>
          <a:xfrm>
            <a:off x="478800" y="655200"/>
            <a:ext cx="8582400" cy="900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2500"/>
              <a:buNone/>
              <a:defRPr sz="2500">
                <a:solidFill>
                  <a:schemeClr val="dk2"/>
                </a:solidFill>
              </a:defRPr>
            </a:lvl1pPr>
            <a:lvl2pPr indent="-457200" lvl="1" marL="914400" algn="l">
              <a:lnSpc>
                <a:spcPct val="113000"/>
              </a:lnSpc>
              <a:spcBef>
                <a:spcPts val="0"/>
              </a:spcBef>
              <a:spcAft>
                <a:spcPts val="0"/>
              </a:spcAft>
              <a:buClr>
                <a:schemeClr val="lt1"/>
              </a:buClr>
              <a:buSzPts val="3600"/>
              <a:buChar char="–"/>
              <a:defRPr sz="3600">
                <a:solidFill>
                  <a:schemeClr val="lt1"/>
                </a:solidFill>
              </a:defRPr>
            </a:lvl2pPr>
            <a:lvl3pPr indent="-457200" lvl="2" marL="1371600" algn="l">
              <a:lnSpc>
                <a:spcPct val="113000"/>
              </a:lnSpc>
              <a:spcBef>
                <a:spcPts val="0"/>
              </a:spcBef>
              <a:spcAft>
                <a:spcPts val="0"/>
              </a:spcAft>
              <a:buClr>
                <a:schemeClr val="lt1"/>
              </a:buClr>
              <a:buSzPts val="3600"/>
              <a:buChar char="–"/>
              <a:defRPr sz="3600">
                <a:solidFill>
                  <a:schemeClr val="lt1"/>
                </a:solidFill>
              </a:defRPr>
            </a:lvl3pPr>
            <a:lvl4pPr indent="-457200" lvl="3" marL="1828800" algn="l">
              <a:lnSpc>
                <a:spcPct val="113000"/>
              </a:lnSpc>
              <a:spcBef>
                <a:spcPts val="0"/>
              </a:spcBef>
              <a:spcAft>
                <a:spcPts val="0"/>
              </a:spcAft>
              <a:buClr>
                <a:schemeClr val="lt1"/>
              </a:buClr>
              <a:buSzPts val="3600"/>
              <a:buChar char="–"/>
              <a:defRPr sz="3600">
                <a:solidFill>
                  <a:schemeClr val="lt1"/>
                </a:solidFill>
              </a:defRPr>
            </a:lvl4pPr>
            <a:lvl5pPr indent="-457200" lvl="4" marL="2286000" algn="l">
              <a:lnSpc>
                <a:spcPct val="113000"/>
              </a:lnSpc>
              <a:spcBef>
                <a:spcPts val="0"/>
              </a:spcBef>
              <a:spcAft>
                <a:spcPts val="0"/>
              </a:spcAft>
              <a:buClr>
                <a:schemeClr val="lt1"/>
              </a:buClr>
              <a:buSzPts val="3600"/>
              <a:buChar char="–"/>
              <a:defRPr sz="36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48" name="Google Shape;448;p37"/>
          <p:cNvSpPr txBox="1"/>
          <p:nvPr>
            <p:ph idx="3" type="body"/>
          </p:nvPr>
        </p:nvSpPr>
        <p:spPr>
          <a:xfrm>
            <a:off x="9630834" y="2764843"/>
            <a:ext cx="2301900" cy="82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100"/>
              <a:buNone/>
              <a:defRPr sz="2100">
                <a:solidFill>
                  <a:schemeClr val="lt1"/>
                </a:solidFill>
              </a:defRPr>
            </a:lvl1pPr>
            <a:lvl2pPr indent="-304800" lvl="1" marL="914400" algn="l">
              <a:lnSpc>
                <a:spcPct val="90000"/>
              </a:lnSpc>
              <a:spcBef>
                <a:spcPts val="1800"/>
              </a:spcBef>
              <a:spcAft>
                <a:spcPts val="0"/>
              </a:spcAft>
              <a:buClr>
                <a:schemeClr val="lt1"/>
              </a:buClr>
              <a:buSzPts val="1200"/>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49" name="Google Shape;449;p37"/>
          <p:cNvSpPr txBox="1"/>
          <p:nvPr>
            <p:ph idx="4" type="body"/>
          </p:nvPr>
        </p:nvSpPr>
        <p:spPr>
          <a:xfrm>
            <a:off x="9630834" y="4834442"/>
            <a:ext cx="2301900" cy="1151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50" name="Google Shape;450;p37"/>
          <p:cNvSpPr txBox="1"/>
          <p:nvPr>
            <p:ph idx="5" type="body"/>
          </p:nvPr>
        </p:nvSpPr>
        <p:spPr>
          <a:xfrm>
            <a:off x="9630834" y="3656258"/>
            <a:ext cx="2301900" cy="1113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51" name="Google Shape;451;p37"/>
          <p:cNvSpPr txBox="1"/>
          <p:nvPr>
            <p:ph type="title"/>
          </p:nvPr>
        </p:nvSpPr>
        <p:spPr>
          <a:xfrm>
            <a:off x="9630835" y="655200"/>
            <a:ext cx="2311200" cy="15948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52" name="Google Shape;452;p37"/>
          <p:cNvCxnSpPr/>
          <p:nvPr/>
        </p:nvCxnSpPr>
        <p:spPr>
          <a:xfrm>
            <a:off x="9345491" y="0"/>
            <a:ext cx="0" cy="6858000"/>
          </a:xfrm>
          <a:prstGeom prst="straightConnector1">
            <a:avLst/>
          </a:prstGeom>
          <a:noFill/>
          <a:ln cap="flat" cmpd="sng" w="9525">
            <a:solidFill>
              <a:schemeClr val="lt1"/>
            </a:solidFill>
            <a:prstDash val="solid"/>
            <a:miter lim="800000"/>
            <a:headEnd len="sm" w="sm" type="none"/>
            <a:tailEnd len="sm" w="sm" type="none"/>
          </a:ln>
        </p:spPr>
      </p:cxnSp>
      <p:grpSp>
        <p:nvGrpSpPr>
          <p:cNvPr id="453" name="Google Shape;453;p37"/>
          <p:cNvGrpSpPr/>
          <p:nvPr/>
        </p:nvGrpSpPr>
        <p:grpSpPr>
          <a:xfrm>
            <a:off x="10851366" y="6463515"/>
            <a:ext cx="1080272" cy="199994"/>
            <a:chOff x="830300" y="1716088"/>
            <a:chExt cx="10058401" cy="1862137"/>
          </a:xfrm>
        </p:grpSpPr>
        <p:sp>
          <p:nvSpPr>
            <p:cNvPr id="454" name="Google Shape;454;p37"/>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5" name="Google Shape;455;p37"/>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6" name="Google Shape;456;p37"/>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7" name="Google Shape;457;p37"/>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8" name="Google Shape;458;p37"/>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9" name="Google Shape;459;p37"/>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460" name="Google Shape;460;p37"/>
          <p:cNvSpPr txBox="1"/>
          <p:nvPr>
            <p:ph idx="6" type="body"/>
          </p:nvPr>
        </p:nvSpPr>
        <p:spPr>
          <a:xfrm>
            <a:off x="9630834" y="332209"/>
            <a:ext cx="2285400" cy="1401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C2C2C7"/>
              </a:buClr>
              <a:buSzPts val="800"/>
              <a:buNone/>
              <a:defRPr sz="800">
                <a:solidFill>
                  <a:srgbClr val="C2C2C7"/>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nd wide sidebar">
  <p:cSld name="Picture and wide sidebar">
    <p:bg>
      <p:bgPr>
        <a:solidFill>
          <a:srgbClr val="D8D8D8"/>
        </a:solidFill>
      </p:bgPr>
    </p:bg>
    <p:spTree>
      <p:nvGrpSpPr>
        <p:cNvPr id="461" name="Shape 461"/>
        <p:cNvGrpSpPr/>
        <p:nvPr/>
      </p:nvGrpSpPr>
      <p:grpSpPr>
        <a:xfrm>
          <a:off x="0" y="0"/>
          <a:ext cx="0" cy="0"/>
          <a:chOff x="0" y="0"/>
          <a:chExt cx="0" cy="0"/>
        </a:xfrm>
      </p:grpSpPr>
      <p:sp>
        <p:nvSpPr>
          <p:cNvPr id="462" name="Google Shape;462;p38"/>
          <p:cNvSpPr/>
          <p:nvPr>
            <p:ph idx="2" type="pic"/>
          </p:nvPr>
        </p:nvSpPr>
        <p:spPr>
          <a:xfrm>
            <a:off x="0" y="0"/>
            <a:ext cx="6540600" cy="6858000"/>
          </a:xfrm>
          <a:prstGeom prst="rect">
            <a:avLst/>
          </a:prstGeom>
          <a:noFill/>
          <a:ln>
            <a:noFill/>
          </a:ln>
        </p:spPr>
        <p:txBody>
          <a:bodyPr anchorCtr="0" anchor="t" bIns="0" lIns="0" spcFirstLastPara="1" rIns="0" wrap="square" tIns="0">
            <a:noAutofit/>
          </a:bodyPr>
          <a:lstStyle>
            <a:lvl1pPr lvl="0" marR="0" rtl="0" algn="ctr">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463" name="Google Shape;463;p38"/>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4" name="Google Shape;464;p38"/>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5" name="Google Shape;465;p38"/>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pic>
        <p:nvPicPr>
          <p:cNvPr descr="Screen Shot 2016-11-11 at 09.55.03.png" id="466" name="Google Shape;466;p38"/>
          <p:cNvPicPr preferRelativeResize="0"/>
          <p:nvPr/>
        </p:nvPicPr>
        <p:blipFill rotWithShape="1">
          <a:blip r:embed="rId2">
            <a:alphaModFix/>
          </a:blip>
          <a:srcRect b="0" l="0" r="0" t="0"/>
          <a:stretch/>
        </p:blipFill>
        <p:spPr>
          <a:xfrm>
            <a:off x="10832400" y="6444000"/>
            <a:ext cx="1108800" cy="231001"/>
          </a:xfrm>
          <a:prstGeom prst="rect">
            <a:avLst/>
          </a:prstGeom>
          <a:noFill/>
          <a:ln>
            <a:noFill/>
          </a:ln>
        </p:spPr>
      </p:pic>
      <p:sp>
        <p:nvSpPr>
          <p:cNvPr id="467" name="Google Shape;467;p38"/>
          <p:cNvSpPr/>
          <p:nvPr/>
        </p:nvSpPr>
        <p:spPr>
          <a:xfrm>
            <a:off x="6540501" y="0"/>
            <a:ext cx="5651400" cy="6858000"/>
          </a:xfrm>
          <a:prstGeom prst="rect">
            <a:avLst/>
          </a:prstGeom>
          <a:solidFill>
            <a:schemeClr val="dk2"/>
          </a:solidFill>
          <a:ln>
            <a:noFill/>
          </a:ln>
        </p:spPr>
        <p:txBody>
          <a:bodyPr anchorCtr="0" anchor="ctr" bIns="62400" lIns="120000" spcFirstLastPara="1" rIns="120000" wrap="square" tIns="62400">
            <a:noAutofit/>
          </a:bodyPr>
          <a:lstStyle/>
          <a:p>
            <a:pPr indent="0" lvl="0" marL="0" marR="0" rtl="0" algn="ctr">
              <a:lnSpc>
                <a:spcPct val="80000"/>
              </a:lnSpc>
              <a:spcBef>
                <a:spcPts val="0"/>
              </a:spcBef>
              <a:spcAft>
                <a:spcPts val="0"/>
              </a:spcAft>
              <a:buNone/>
            </a:pPr>
            <a:r>
              <a:t/>
            </a:r>
            <a:endParaRPr sz="1867">
              <a:solidFill>
                <a:srgbClr val="FFFFFF"/>
              </a:solidFill>
              <a:latin typeface="Arial"/>
              <a:ea typeface="Arial"/>
              <a:cs typeface="Arial"/>
              <a:sym typeface="Arial"/>
            </a:endParaRPr>
          </a:p>
        </p:txBody>
      </p:sp>
      <p:grpSp>
        <p:nvGrpSpPr>
          <p:cNvPr id="468" name="Google Shape;468;p38"/>
          <p:cNvGrpSpPr/>
          <p:nvPr/>
        </p:nvGrpSpPr>
        <p:grpSpPr>
          <a:xfrm>
            <a:off x="6825844" y="2417713"/>
            <a:ext cx="5366100" cy="29113"/>
            <a:chOff x="9639300" y="2417713"/>
            <a:chExt cx="5366100" cy="29113"/>
          </a:xfrm>
        </p:grpSpPr>
        <p:cxnSp>
          <p:nvCxnSpPr>
            <p:cNvPr id="469" name="Google Shape;469;p38"/>
            <p:cNvCxnSpPr/>
            <p:nvPr/>
          </p:nvCxnSpPr>
          <p:spPr>
            <a:xfrm>
              <a:off x="9639300" y="2417713"/>
              <a:ext cx="5366100"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470" name="Google Shape;470;p38"/>
            <p:cNvCxnSpPr/>
            <p:nvPr/>
          </p:nvCxnSpPr>
          <p:spPr>
            <a:xfrm>
              <a:off x="9639300" y="2446826"/>
              <a:ext cx="1291200" cy="0"/>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471" name="Google Shape;471;p38"/>
          <p:cNvSpPr txBox="1"/>
          <p:nvPr>
            <p:ph idx="1" type="body"/>
          </p:nvPr>
        </p:nvSpPr>
        <p:spPr>
          <a:xfrm>
            <a:off x="6825844" y="2764843"/>
            <a:ext cx="5090400" cy="82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100"/>
              <a:buNone/>
              <a:defRPr sz="2100">
                <a:solidFill>
                  <a:schemeClr val="lt1"/>
                </a:solidFill>
              </a:defRPr>
            </a:lvl1pPr>
            <a:lvl2pPr indent="-304800" lvl="1" marL="914400" algn="l">
              <a:lnSpc>
                <a:spcPct val="90000"/>
              </a:lnSpc>
              <a:spcBef>
                <a:spcPts val="1800"/>
              </a:spcBef>
              <a:spcAft>
                <a:spcPts val="0"/>
              </a:spcAft>
              <a:buClr>
                <a:schemeClr val="lt1"/>
              </a:buClr>
              <a:buSzPts val="1200"/>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72" name="Google Shape;472;p38"/>
          <p:cNvSpPr txBox="1"/>
          <p:nvPr>
            <p:ph idx="3" type="body"/>
          </p:nvPr>
        </p:nvSpPr>
        <p:spPr>
          <a:xfrm>
            <a:off x="6825844" y="4834442"/>
            <a:ext cx="5090400" cy="1151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73" name="Google Shape;473;p38"/>
          <p:cNvSpPr txBox="1"/>
          <p:nvPr>
            <p:ph idx="4" type="body"/>
          </p:nvPr>
        </p:nvSpPr>
        <p:spPr>
          <a:xfrm>
            <a:off x="6825844" y="3656258"/>
            <a:ext cx="5090400" cy="1113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cxnSp>
        <p:nvCxnSpPr>
          <p:cNvPr id="474" name="Google Shape;474;p38"/>
          <p:cNvCxnSpPr/>
          <p:nvPr/>
        </p:nvCxnSpPr>
        <p:spPr>
          <a:xfrm>
            <a:off x="6538791" y="0"/>
            <a:ext cx="0" cy="6858000"/>
          </a:xfrm>
          <a:prstGeom prst="straightConnector1">
            <a:avLst/>
          </a:prstGeom>
          <a:noFill/>
          <a:ln cap="flat" cmpd="sng" w="9525">
            <a:solidFill>
              <a:schemeClr val="lt1"/>
            </a:solidFill>
            <a:prstDash val="solid"/>
            <a:miter lim="800000"/>
            <a:headEnd len="sm" w="sm" type="none"/>
            <a:tailEnd len="sm" w="sm" type="none"/>
          </a:ln>
        </p:spPr>
      </p:cxnSp>
      <p:grpSp>
        <p:nvGrpSpPr>
          <p:cNvPr id="475" name="Google Shape;475;p38"/>
          <p:cNvGrpSpPr/>
          <p:nvPr/>
        </p:nvGrpSpPr>
        <p:grpSpPr>
          <a:xfrm>
            <a:off x="10851366" y="6463515"/>
            <a:ext cx="1080272" cy="199994"/>
            <a:chOff x="830300" y="1716088"/>
            <a:chExt cx="10058401" cy="1862137"/>
          </a:xfrm>
        </p:grpSpPr>
        <p:sp>
          <p:nvSpPr>
            <p:cNvPr id="476" name="Google Shape;476;p38"/>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7" name="Google Shape;477;p38"/>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8" name="Google Shape;478;p38"/>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9" name="Google Shape;479;p38"/>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0" name="Google Shape;480;p38"/>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1" name="Google Shape;481;p38"/>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482" name="Google Shape;482;p38"/>
          <p:cNvSpPr txBox="1"/>
          <p:nvPr>
            <p:ph idx="5"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C2C2C7"/>
              </a:buClr>
              <a:buSzPts val="800"/>
              <a:buNone/>
              <a:defRPr sz="800">
                <a:solidFill>
                  <a:srgbClr val="C2C2C7"/>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83" name="Google Shape;483;p38"/>
          <p:cNvSpPr txBox="1"/>
          <p:nvPr>
            <p:ph type="title"/>
          </p:nvPr>
        </p:nvSpPr>
        <p:spPr>
          <a:xfrm>
            <a:off x="6825844" y="654847"/>
            <a:ext cx="5090400" cy="1584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text and wide sidebar">
  <p:cSld name="Picture, text and wide sidebar">
    <p:bg>
      <p:bgPr>
        <a:solidFill>
          <a:schemeClr val="lt1"/>
        </a:solidFill>
      </p:bgPr>
    </p:bg>
    <p:spTree>
      <p:nvGrpSpPr>
        <p:cNvPr id="484" name="Shape 484"/>
        <p:cNvGrpSpPr/>
        <p:nvPr/>
      </p:nvGrpSpPr>
      <p:grpSpPr>
        <a:xfrm>
          <a:off x="0" y="0"/>
          <a:ext cx="0" cy="0"/>
          <a:chOff x="0" y="0"/>
          <a:chExt cx="0" cy="0"/>
        </a:xfrm>
      </p:grpSpPr>
      <p:sp>
        <p:nvSpPr>
          <p:cNvPr id="485" name="Google Shape;485;p39"/>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6" name="Google Shape;486;p39"/>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7" name="Google Shape;487;p39"/>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pic>
        <p:nvPicPr>
          <p:cNvPr descr="Screen Shot 2016-11-11 at 09.55.03.png" id="488" name="Google Shape;488;p39"/>
          <p:cNvPicPr preferRelativeResize="0"/>
          <p:nvPr/>
        </p:nvPicPr>
        <p:blipFill rotWithShape="1">
          <a:blip r:embed="rId2">
            <a:alphaModFix/>
          </a:blip>
          <a:srcRect b="0" l="0" r="0" t="0"/>
          <a:stretch/>
        </p:blipFill>
        <p:spPr>
          <a:xfrm>
            <a:off x="10832400" y="6444000"/>
            <a:ext cx="1108800" cy="231001"/>
          </a:xfrm>
          <a:prstGeom prst="rect">
            <a:avLst/>
          </a:prstGeom>
          <a:noFill/>
          <a:ln>
            <a:noFill/>
          </a:ln>
        </p:spPr>
      </p:pic>
      <p:sp>
        <p:nvSpPr>
          <p:cNvPr id="489" name="Google Shape;489;p39"/>
          <p:cNvSpPr/>
          <p:nvPr/>
        </p:nvSpPr>
        <p:spPr>
          <a:xfrm>
            <a:off x="6540501" y="0"/>
            <a:ext cx="5651400" cy="6858000"/>
          </a:xfrm>
          <a:prstGeom prst="rect">
            <a:avLst/>
          </a:prstGeom>
          <a:solidFill>
            <a:schemeClr val="dk2"/>
          </a:solidFill>
          <a:ln>
            <a:noFill/>
          </a:ln>
        </p:spPr>
        <p:txBody>
          <a:bodyPr anchorCtr="0" anchor="ctr" bIns="62400" lIns="120000" spcFirstLastPara="1" rIns="120000" wrap="square" tIns="62400">
            <a:noAutofit/>
          </a:bodyPr>
          <a:lstStyle/>
          <a:p>
            <a:pPr indent="0" lvl="0" marL="0" marR="0" rtl="0" algn="ctr">
              <a:lnSpc>
                <a:spcPct val="80000"/>
              </a:lnSpc>
              <a:spcBef>
                <a:spcPts val="0"/>
              </a:spcBef>
              <a:spcAft>
                <a:spcPts val="0"/>
              </a:spcAft>
              <a:buNone/>
            </a:pPr>
            <a:r>
              <a:t/>
            </a:r>
            <a:endParaRPr sz="1867">
              <a:solidFill>
                <a:srgbClr val="FFFFFF"/>
              </a:solidFill>
              <a:latin typeface="Arial"/>
              <a:ea typeface="Arial"/>
              <a:cs typeface="Arial"/>
              <a:sym typeface="Arial"/>
            </a:endParaRPr>
          </a:p>
        </p:txBody>
      </p:sp>
      <p:grpSp>
        <p:nvGrpSpPr>
          <p:cNvPr id="490" name="Google Shape;490;p39"/>
          <p:cNvGrpSpPr/>
          <p:nvPr/>
        </p:nvGrpSpPr>
        <p:grpSpPr>
          <a:xfrm>
            <a:off x="6825844" y="2417713"/>
            <a:ext cx="5366100" cy="29113"/>
            <a:chOff x="9639300" y="2417713"/>
            <a:chExt cx="5366100" cy="29113"/>
          </a:xfrm>
        </p:grpSpPr>
        <p:cxnSp>
          <p:nvCxnSpPr>
            <p:cNvPr id="491" name="Google Shape;491;p39"/>
            <p:cNvCxnSpPr/>
            <p:nvPr/>
          </p:nvCxnSpPr>
          <p:spPr>
            <a:xfrm>
              <a:off x="9639300" y="2417713"/>
              <a:ext cx="5366100"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492" name="Google Shape;492;p39"/>
            <p:cNvCxnSpPr/>
            <p:nvPr/>
          </p:nvCxnSpPr>
          <p:spPr>
            <a:xfrm>
              <a:off x="9639300" y="2446826"/>
              <a:ext cx="1291200" cy="0"/>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493" name="Google Shape;493;p39"/>
          <p:cNvSpPr txBox="1"/>
          <p:nvPr>
            <p:ph idx="1" type="body"/>
          </p:nvPr>
        </p:nvSpPr>
        <p:spPr>
          <a:xfrm>
            <a:off x="478800" y="653368"/>
            <a:ext cx="5616000" cy="900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2500"/>
              <a:buNone/>
              <a:defRPr sz="2500">
                <a:solidFill>
                  <a:schemeClr val="dk2"/>
                </a:solidFill>
              </a:defRPr>
            </a:lvl1pPr>
            <a:lvl2pPr indent="-457200" lvl="1" marL="914400" algn="l">
              <a:lnSpc>
                <a:spcPct val="113000"/>
              </a:lnSpc>
              <a:spcBef>
                <a:spcPts val="0"/>
              </a:spcBef>
              <a:spcAft>
                <a:spcPts val="0"/>
              </a:spcAft>
              <a:buClr>
                <a:schemeClr val="lt1"/>
              </a:buClr>
              <a:buSzPts val="3600"/>
              <a:buChar char="–"/>
              <a:defRPr sz="3600">
                <a:solidFill>
                  <a:schemeClr val="lt1"/>
                </a:solidFill>
              </a:defRPr>
            </a:lvl2pPr>
            <a:lvl3pPr indent="-457200" lvl="2" marL="1371600" algn="l">
              <a:lnSpc>
                <a:spcPct val="113000"/>
              </a:lnSpc>
              <a:spcBef>
                <a:spcPts val="0"/>
              </a:spcBef>
              <a:spcAft>
                <a:spcPts val="0"/>
              </a:spcAft>
              <a:buClr>
                <a:schemeClr val="lt1"/>
              </a:buClr>
              <a:buSzPts val="3600"/>
              <a:buChar char="–"/>
              <a:defRPr sz="3600">
                <a:solidFill>
                  <a:schemeClr val="lt1"/>
                </a:solidFill>
              </a:defRPr>
            </a:lvl3pPr>
            <a:lvl4pPr indent="-457200" lvl="3" marL="1828800" algn="l">
              <a:lnSpc>
                <a:spcPct val="113000"/>
              </a:lnSpc>
              <a:spcBef>
                <a:spcPts val="0"/>
              </a:spcBef>
              <a:spcAft>
                <a:spcPts val="0"/>
              </a:spcAft>
              <a:buClr>
                <a:schemeClr val="lt1"/>
              </a:buClr>
              <a:buSzPts val="3600"/>
              <a:buChar char="–"/>
              <a:defRPr sz="3600">
                <a:solidFill>
                  <a:schemeClr val="lt1"/>
                </a:solidFill>
              </a:defRPr>
            </a:lvl4pPr>
            <a:lvl5pPr indent="-457200" lvl="4" marL="2286000" algn="l">
              <a:lnSpc>
                <a:spcPct val="113000"/>
              </a:lnSpc>
              <a:spcBef>
                <a:spcPts val="0"/>
              </a:spcBef>
              <a:spcAft>
                <a:spcPts val="0"/>
              </a:spcAft>
              <a:buClr>
                <a:schemeClr val="lt1"/>
              </a:buClr>
              <a:buSzPts val="3600"/>
              <a:buChar char="–"/>
              <a:defRPr sz="36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94" name="Google Shape;494;p39"/>
          <p:cNvSpPr txBox="1"/>
          <p:nvPr>
            <p:ph idx="2" type="body"/>
          </p:nvPr>
        </p:nvSpPr>
        <p:spPr>
          <a:xfrm>
            <a:off x="6825844" y="2764843"/>
            <a:ext cx="5090400" cy="82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100"/>
              <a:buNone/>
              <a:defRPr sz="2100">
                <a:solidFill>
                  <a:schemeClr val="lt1"/>
                </a:solidFill>
              </a:defRPr>
            </a:lvl1pPr>
            <a:lvl2pPr indent="-304800" lvl="1" marL="914400" algn="l">
              <a:lnSpc>
                <a:spcPct val="90000"/>
              </a:lnSpc>
              <a:spcBef>
                <a:spcPts val="1800"/>
              </a:spcBef>
              <a:spcAft>
                <a:spcPts val="0"/>
              </a:spcAft>
              <a:buClr>
                <a:schemeClr val="lt1"/>
              </a:buClr>
              <a:buSzPts val="1200"/>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95" name="Google Shape;495;p39"/>
          <p:cNvSpPr txBox="1"/>
          <p:nvPr>
            <p:ph idx="3" type="body"/>
          </p:nvPr>
        </p:nvSpPr>
        <p:spPr>
          <a:xfrm>
            <a:off x="6825844" y="4834442"/>
            <a:ext cx="5090400" cy="1151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96" name="Google Shape;496;p39"/>
          <p:cNvSpPr txBox="1"/>
          <p:nvPr>
            <p:ph idx="4" type="body"/>
          </p:nvPr>
        </p:nvSpPr>
        <p:spPr>
          <a:xfrm>
            <a:off x="6825844" y="3656258"/>
            <a:ext cx="5090400" cy="1113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97" name="Google Shape;497;p39"/>
          <p:cNvSpPr txBox="1"/>
          <p:nvPr>
            <p:ph type="title"/>
          </p:nvPr>
        </p:nvSpPr>
        <p:spPr>
          <a:xfrm>
            <a:off x="6825844" y="653692"/>
            <a:ext cx="5090400" cy="1584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8" name="Google Shape;498;p39"/>
          <p:cNvSpPr txBox="1"/>
          <p:nvPr>
            <p:ph idx="5" type="body"/>
          </p:nvPr>
        </p:nvSpPr>
        <p:spPr>
          <a:xfrm>
            <a:off x="478800" y="1566001"/>
            <a:ext cx="5616000" cy="422700"/>
          </a:xfrm>
          <a:prstGeom prst="rect">
            <a:avLst/>
          </a:prstGeom>
          <a:noFill/>
          <a:ln>
            <a:noFill/>
          </a:ln>
        </p:spPr>
        <p:txBody>
          <a:bodyPr anchorCtr="0" anchor="t" bIns="0" lIns="0" spcFirstLastPara="1" rIns="0" wrap="square" tIns="0">
            <a:noAutofit/>
          </a:bodyPr>
          <a:lstStyle>
            <a:lvl1pPr indent="-228600" lvl="0" marL="457200" algn="l">
              <a:lnSpc>
                <a:spcPct val="113000"/>
              </a:lnSpc>
              <a:spcBef>
                <a:spcPts val="0"/>
              </a:spcBef>
              <a:spcAft>
                <a:spcPts val="0"/>
              </a:spcAft>
              <a:buClr>
                <a:srgbClr val="595959"/>
              </a:buClr>
              <a:buSzPts val="1500"/>
              <a:buNone/>
              <a:defRPr b="1"/>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499" name="Google Shape;499;p39"/>
          <p:cNvSpPr/>
          <p:nvPr>
            <p:ph idx="6" type="pic"/>
          </p:nvPr>
        </p:nvSpPr>
        <p:spPr>
          <a:xfrm>
            <a:off x="479425" y="2060849"/>
            <a:ext cx="5616000" cy="3462900"/>
          </a:xfrm>
          <a:prstGeom prst="rect">
            <a:avLst/>
          </a:prstGeom>
          <a:noFill/>
          <a:ln>
            <a:noFill/>
          </a:ln>
        </p:spPr>
        <p:txBody>
          <a:bodyPr anchorCtr="0" anchor="t" bIns="0" lIns="0" spcFirstLastPara="1" rIns="0" wrap="square" tIns="0">
            <a:noAutofit/>
          </a:bodyPr>
          <a:lstStyle>
            <a:lvl1pPr lvl="0" marR="0" rtl="0" algn="l">
              <a:lnSpc>
                <a:spcPct val="113000"/>
              </a:lnSpc>
              <a:spcBef>
                <a:spcPts val="0"/>
              </a:spcBef>
              <a:spcAft>
                <a:spcPts val="0"/>
              </a:spcAft>
              <a:buClr>
                <a:srgbClr val="595959"/>
              </a:buClr>
              <a:buSzPts val="1500"/>
              <a:buFont typeface="Arial"/>
              <a:buNone/>
              <a:defRPr b="0" i="0" sz="1500" u="none" cap="none" strike="noStrike">
                <a:solidFill>
                  <a:srgbClr val="595959"/>
                </a:solidFill>
                <a:latin typeface="Arial"/>
                <a:ea typeface="Arial"/>
                <a:cs typeface="Arial"/>
                <a:sym typeface="Arial"/>
              </a:defRPr>
            </a:lvl1pPr>
            <a:lvl2pPr lvl="1"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lvl="2"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lvl="3"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lvl="4"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lvl="5"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lvl="6"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lvl="7"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lvl="8"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cxnSp>
        <p:nvCxnSpPr>
          <p:cNvPr id="500" name="Google Shape;500;p39"/>
          <p:cNvCxnSpPr/>
          <p:nvPr/>
        </p:nvCxnSpPr>
        <p:spPr>
          <a:xfrm>
            <a:off x="6538791" y="0"/>
            <a:ext cx="0" cy="6858000"/>
          </a:xfrm>
          <a:prstGeom prst="straightConnector1">
            <a:avLst/>
          </a:prstGeom>
          <a:noFill/>
          <a:ln cap="flat" cmpd="sng" w="9525">
            <a:solidFill>
              <a:schemeClr val="lt1"/>
            </a:solidFill>
            <a:prstDash val="solid"/>
            <a:miter lim="800000"/>
            <a:headEnd len="sm" w="sm" type="none"/>
            <a:tailEnd len="sm" w="sm" type="none"/>
          </a:ln>
        </p:spPr>
      </p:cxnSp>
      <p:grpSp>
        <p:nvGrpSpPr>
          <p:cNvPr id="501" name="Google Shape;501;p39"/>
          <p:cNvGrpSpPr/>
          <p:nvPr/>
        </p:nvGrpSpPr>
        <p:grpSpPr>
          <a:xfrm>
            <a:off x="10851366" y="6463515"/>
            <a:ext cx="1080272" cy="199994"/>
            <a:chOff x="830300" y="1716088"/>
            <a:chExt cx="10058401" cy="1862137"/>
          </a:xfrm>
        </p:grpSpPr>
        <p:sp>
          <p:nvSpPr>
            <p:cNvPr id="502" name="Google Shape;502;p39"/>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3" name="Google Shape;503;p39"/>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4" name="Google Shape;504;p39"/>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5" name="Google Shape;505;p39"/>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6" name="Google Shape;506;p39"/>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7" name="Google Shape;507;p39"/>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08" name="Google Shape;508;p39"/>
          <p:cNvSpPr txBox="1"/>
          <p:nvPr>
            <p:ph idx="7" type="body"/>
          </p:nvPr>
        </p:nvSpPr>
        <p:spPr>
          <a:xfrm>
            <a:off x="479425" y="5595648"/>
            <a:ext cx="5616600" cy="4878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509" name="Google Shape;509;p39"/>
          <p:cNvSpPr txBox="1"/>
          <p:nvPr>
            <p:ph idx="8"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C2C2C7"/>
              </a:buClr>
              <a:buSzPts val="800"/>
              <a:buNone/>
              <a:defRPr sz="800">
                <a:solidFill>
                  <a:srgbClr val="C2C2C7"/>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wide sidebar">
  <p:cSld name="Content and wide sidebar">
    <p:bg>
      <p:bgPr>
        <a:solidFill>
          <a:schemeClr val="lt1"/>
        </a:solidFill>
      </p:bgPr>
    </p:bg>
    <p:spTree>
      <p:nvGrpSpPr>
        <p:cNvPr id="510" name="Shape 510"/>
        <p:cNvGrpSpPr/>
        <p:nvPr/>
      </p:nvGrpSpPr>
      <p:grpSpPr>
        <a:xfrm>
          <a:off x="0" y="0"/>
          <a:ext cx="0" cy="0"/>
          <a:chOff x="0" y="0"/>
          <a:chExt cx="0" cy="0"/>
        </a:xfrm>
      </p:grpSpPr>
      <p:sp>
        <p:nvSpPr>
          <p:cNvPr id="511" name="Google Shape;511;p40"/>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2" name="Google Shape;512;p40"/>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3" name="Google Shape;513;p40"/>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pic>
        <p:nvPicPr>
          <p:cNvPr descr="Screen Shot 2016-11-11 at 09.55.03.png" id="514" name="Google Shape;514;p40"/>
          <p:cNvPicPr preferRelativeResize="0"/>
          <p:nvPr/>
        </p:nvPicPr>
        <p:blipFill rotWithShape="1">
          <a:blip r:embed="rId2">
            <a:alphaModFix/>
          </a:blip>
          <a:srcRect b="0" l="0" r="0" t="0"/>
          <a:stretch/>
        </p:blipFill>
        <p:spPr>
          <a:xfrm>
            <a:off x="10832400" y="6444000"/>
            <a:ext cx="1108800" cy="231001"/>
          </a:xfrm>
          <a:prstGeom prst="rect">
            <a:avLst/>
          </a:prstGeom>
          <a:noFill/>
          <a:ln>
            <a:noFill/>
          </a:ln>
        </p:spPr>
      </p:pic>
      <p:sp>
        <p:nvSpPr>
          <p:cNvPr id="515" name="Google Shape;515;p40"/>
          <p:cNvSpPr/>
          <p:nvPr/>
        </p:nvSpPr>
        <p:spPr>
          <a:xfrm>
            <a:off x="6540501" y="0"/>
            <a:ext cx="5651400" cy="6858000"/>
          </a:xfrm>
          <a:prstGeom prst="rect">
            <a:avLst/>
          </a:prstGeom>
          <a:solidFill>
            <a:schemeClr val="dk2"/>
          </a:solidFill>
          <a:ln>
            <a:noFill/>
          </a:ln>
        </p:spPr>
        <p:txBody>
          <a:bodyPr anchorCtr="0" anchor="ctr" bIns="62400" lIns="120000" spcFirstLastPara="1" rIns="120000" wrap="square" tIns="62400">
            <a:noAutofit/>
          </a:bodyPr>
          <a:lstStyle/>
          <a:p>
            <a:pPr indent="0" lvl="0" marL="0" marR="0" rtl="0" algn="ctr">
              <a:lnSpc>
                <a:spcPct val="80000"/>
              </a:lnSpc>
              <a:spcBef>
                <a:spcPts val="0"/>
              </a:spcBef>
              <a:spcAft>
                <a:spcPts val="0"/>
              </a:spcAft>
              <a:buNone/>
            </a:pPr>
            <a:r>
              <a:t/>
            </a:r>
            <a:endParaRPr sz="1867">
              <a:solidFill>
                <a:srgbClr val="FFFFFF"/>
              </a:solidFill>
              <a:latin typeface="Arial"/>
              <a:ea typeface="Arial"/>
              <a:cs typeface="Arial"/>
              <a:sym typeface="Arial"/>
            </a:endParaRPr>
          </a:p>
        </p:txBody>
      </p:sp>
      <p:grpSp>
        <p:nvGrpSpPr>
          <p:cNvPr id="516" name="Google Shape;516;p40"/>
          <p:cNvGrpSpPr/>
          <p:nvPr/>
        </p:nvGrpSpPr>
        <p:grpSpPr>
          <a:xfrm>
            <a:off x="6825844" y="2417713"/>
            <a:ext cx="5366100" cy="29113"/>
            <a:chOff x="9639300" y="2417713"/>
            <a:chExt cx="5366100" cy="29113"/>
          </a:xfrm>
        </p:grpSpPr>
        <p:cxnSp>
          <p:nvCxnSpPr>
            <p:cNvPr id="517" name="Google Shape;517;p40"/>
            <p:cNvCxnSpPr/>
            <p:nvPr/>
          </p:nvCxnSpPr>
          <p:spPr>
            <a:xfrm>
              <a:off x="9639300" y="2417713"/>
              <a:ext cx="5366100" cy="0"/>
            </a:xfrm>
            <a:prstGeom prst="straightConnector1">
              <a:avLst/>
            </a:prstGeom>
            <a:solidFill>
              <a:schemeClr val="lt1"/>
            </a:solidFill>
            <a:ln cap="flat" cmpd="sng" w="25400">
              <a:solidFill>
                <a:schemeClr val="lt1"/>
              </a:solidFill>
              <a:prstDash val="solid"/>
              <a:miter lim="800000"/>
              <a:headEnd len="sm" w="sm" type="none"/>
              <a:tailEnd len="sm" w="sm" type="none"/>
            </a:ln>
          </p:spPr>
        </p:cxnSp>
        <p:cxnSp>
          <p:nvCxnSpPr>
            <p:cNvPr id="518" name="Google Shape;518;p40"/>
            <p:cNvCxnSpPr/>
            <p:nvPr/>
          </p:nvCxnSpPr>
          <p:spPr>
            <a:xfrm>
              <a:off x="9639300" y="2446826"/>
              <a:ext cx="1291200" cy="0"/>
            </a:xfrm>
            <a:prstGeom prst="straightConnector1">
              <a:avLst/>
            </a:prstGeom>
            <a:solidFill>
              <a:schemeClr val="lt1"/>
            </a:solidFill>
            <a:ln cap="flat" cmpd="sng" w="76200">
              <a:solidFill>
                <a:schemeClr val="lt1"/>
              </a:solidFill>
              <a:prstDash val="solid"/>
              <a:miter lim="800000"/>
              <a:headEnd len="sm" w="sm" type="none"/>
              <a:tailEnd len="sm" w="sm" type="none"/>
            </a:ln>
          </p:spPr>
        </p:cxnSp>
      </p:grpSp>
      <p:sp>
        <p:nvSpPr>
          <p:cNvPr id="519" name="Google Shape;519;p40"/>
          <p:cNvSpPr txBox="1"/>
          <p:nvPr>
            <p:ph idx="1" type="body"/>
          </p:nvPr>
        </p:nvSpPr>
        <p:spPr>
          <a:xfrm>
            <a:off x="478800" y="655200"/>
            <a:ext cx="5616000" cy="900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2"/>
              </a:buClr>
              <a:buSzPts val="2500"/>
              <a:buNone/>
              <a:defRPr sz="2500">
                <a:solidFill>
                  <a:schemeClr val="dk2"/>
                </a:solidFill>
              </a:defRPr>
            </a:lvl1pPr>
            <a:lvl2pPr indent="-457200" lvl="1" marL="914400" algn="l">
              <a:lnSpc>
                <a:spcPct val="113000"/>
              </a:lnSpc>
              <a:spcBef>
                <a:spcPts val="0"/>
              </a:spcBef>
              <a:spcAft>
                <a:spcPts val="0"/>
              </a:spcAft>
              <a:buClr>
                <a:schemeClr val="lt1"/>
              </a:buClr>
              <a:buSzPts val="3600"/>
              <a:buChar char="–"/>
              <a:defRPr sz="3600">
                <a:solidFill>
                  <a:schemeClr val="lt1"/>
                </a:solidFill>
              </a:defRPr>
            </a:lvl2pPr>
            <a:lvl3pPr indent="-457200" lvl="2" marL="1371600" algn="l">
              <a:lnSpc>
                <a:spcPct val="113000"/>
              </a:lnSpc>
              <a:spcBef>
                <a:spcPts val="0"/>
              </a:spcBef>
              <a:spcAft>
                <a:spcPts val="0"/>
              </a:spcAft>
              <a:buClr>
                <a:schemeClr val="lt1"/>
              </a:buClr>
              <a:buSzPts val="3600"/>
              <a:buChar char="–"/>
              <a:defRPr sz="3600">
                <a:solidFill>
                  <a:schemeClr val="lt1"/>
                </a:solidFill>
              </a:defRPr>
            </a:lvl3pPr>
            <a:lvl4pPr indent="-457200" lvl="3" marL="1828800" algn="l">
              <a:lnSpc>
                <a:spcPct val="113000"/>
              </a:lnSpc>
              <a:spcBef>
                <a:spcPts val="0"/>
              </a:spcBef>
              <a:spcAft>
                <a:spcPts val="0"/>
              </a:spcAft>
              <a:buClr>
                <a:schemeClr val="lt1"/>
              </a:buClr>
              <a:buSzPts val="3600"/>
              <a:buChar char="–"/>
              <a:defRPr sz="3600">
                <a:solidFill>
                  <a:schemeClr val="lt1"/>
                </a:solidFill>
              </a:defRPr>
            </a:lvl4pPr>
            <a:lvl5pPr indent="-457200" lvl="4" marL="2286000" algn="l">
              <a:lnSpc>
                <a:spcPct val="113000"/>
              </a:lnSpc>
              <a:spcBef>
                <a:spcPts val="0"/>
              </a:spcBef>
              <a:spcAft>
                <a:spcPts val="0"/>
              </a:spcAft>
              <a:buClr>
                <a:schemeClr val="lt1"/>
              </a:buClr>
              <a:buSzPts val="3600"/>
              <a:buChar char="–"/>
              <a:defRPr sz="36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520" name="Google Shape;520;p40"/>
          <p:cNvSpPr txBox="1"/>
          <p:nvPr>
            <p:ph idx="2" type="body"/>
          </p:nvPr>
        </p:nvSpPr>
        <p:spPr>
          <a:xfrm>
            <a:off x="6825844" y="2764843"/>
            <a:ext cx="5090400" cy="82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100"/>
              <a:buNone/>
              <a:defRPr sz="2100">
                <a:solidFill>
                  <a:schemeClr val="lt1"/>
                </a:solidFill>
              </a:defRPr>
            </a:lvl1pPr>
            <a:lvl2pPr indent="-304800" lvl="1" marL="914400" algn="l">
              <a:lnSpc>
                <a:spcPct val="90000"/>
              </a:lnSpc>
              <a:spcBef>
                <a:spcPts val="1800"/>
              </a:spcBef>
              <a:spcAft>
                <a:spcPts val="0"/>
              </a:spcAft>
              <a:buClr>
                <a:schemeClr val="lt1"/>
              </a:buClr>
              <a:buSzPts val="1200"/>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521" name="Google Shape;521;p40"/>
          <p:cNvSpPr txBox="1"/>
          <p:nvPr>
            <p:ph idx="3" type="body"/>
          </p:nvPr>
        </p:nvSpPr>
        <p:spPr>
          <a:xfrm>
            <a:off x="6825844" y="4834442"/>
            <a:ext cx="5090400" cy="1151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522" name="Google Shape;522;p40"/>
          <p:cNvSpPr txBox="1"/>
          <p:nvPr>
            <p:ph idx="4" type="body"/>
          </p:nvPr>
        </p:nvSpPr>
        <p:spPr>
          <a:xfrm>
            <a:off x="6825844" y="3656258"/>
            <a:ext cx="5090400" cy="1113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200"/>
              <a:buNone/>
              <a:defRPr sz="1200">
                <a:solidFill>
                  <a:schemeClr val="lt1"/>
                </a:solidFill>
              </a:defRPr>
            </a:lvl1pPr>
            <a:lvl2pPr indent="-304800" lvl="1" marL="914400" algn="l">
              <a:lnSpc>
                <a:spcPct val="90000"/>
              </a:lnSpc>
              <a:spcBef>
                <a:spcPts val="0"/>
              </a:spcBef>
              <a:spcAft>
                <a:spcPts val="0"/>
              </a:spcAft>
              <a:buClr>
                <a:schemeClr val="lt1"/>
              </a:buClr>
              <a:buSzPts val="1200"/>
              <a:buFont typeface="Arial"/>
              <a:buChar char="–"/>
              <a:defRPr sz="1200">
                <a:solidFill>
                  <a:schemeClr val="lt1"/>
                </a:solidFill>
              </a:defRPr>
            </a:lvl2pPr>
            <a:lvl3pPr indent="-304800" lvl="2" marL="1371600" algn="l">
              <a:lnSpc>
                <a:spcPct val="90000"/>
              </a:lnSpc>
              <a:spcBef>
                <a:spcPts val="0"/>
              </a:spcBef>
              <a:spcAft>
                <a:spcPts val="0"/>
              </a:spcAft>
              <a:buClr>
                <a:schemeClr val="lt1"/>
              </a:buClr>
              <a:buSzPts val="1200"/>
              <a:buChar char="–"/>
              <a:defRPr sz="1200">
                <a:solidFill>
                  <a:schemeClr val="lt1"/>
                </a:solidFill>
              </a:defRPr>
            </a:lvl3pPr>
            <a:lvl4pPr indent="-304800" lvl="3" marL="1828800" algn="l">
              <a:lnSpc>
                <a:spcPct val="90000"/>
              </a:lnSpc>
              <a:spcBef>
                <a:spcPts val="0"/>
              </a:spcBef>
              <a:spcAft>
                <a:spcPts val="0"/>
              </a:spcAft>
              <a:buClr>
                <a:schemeClr val="lt1"/>
              </a:buClr>
              <a:buSzPts val="1200"/>
              <a:buChar char="–"/>
              <a:defRPr sz="1200">
                <a:solidFill>
                  <a:schemeClr val="lt1"/>
                </a:solidFill>
              </a:defRPr>
            </a:lvl4pPr>
            <a:lvl5pPr indent="-304800" lvl="4" marL="2286000" algn="l">
              <a:lnSpc>
                <a:spcPct val="90000"/>
              </a:lnSpc>
              <a:spcBef>
                <a:spcPts val="0"/>
              </a:spcBef>
              <a:spcAft>
                <a:spcPts val="0"/>
              </a:spcAft>
              <a:buClr>
                <a:schemeClr val="lt1"/>
              </a:buClr>
              <a:buSzPts val="1200"/>
              <a:buChar char="–"/>
              <a:defRPr sz="1200">
                <a:solidFill>
                  <a:schemeClr val="lt1"/>
                </a:solidFill>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523" name="Google Shape;523;p40"/>
          <p:cNvSpPr txBox="1"/>
          <p:nvPr>
            <p:ph type="title"/>
          </p:nvPr>
        </p:nvSpPr>
        <p:spPr>
          <a:xfrm>
            <a:off x="6825845" y="653692"/>
            <a:ext cx="5115300" cy="1584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4" name="Google Shape;524;p40"/>
          <p:cNvSpPr txBox="1"/>
          <p:nvPr>
            <p:ph idx="5" type="body"/>
          </p:nvPr>
        </p:nvSpPr>
        <p:spPr>
          <a:xfrm>
            <a:off x="478800" y="1565275"/>
            <a:ext cx="5616000" cy="4348200"/>
          </a:xfrm>
          <a:prstGeom prst="rect">
            <a:avLst/>
          </a:prstGeom>
          <a:noFill/>
          <a:ln>
            <a:noFill/>
          </a:ln>
        </p:spPr>
        <p:txBody>
          <a:bodyPr anchorCtr="0" anchor="t" bIns="0" lIns="0" spcFirstLastPara="1" rIns="0" wrap="square" tIns="0">
            <a:noAutofit/>
          </a:bodyPr>
          <a:lstStyle>
            <a:lvl1pPr indent="-342900" lvl="0" marL="457200" algn="l">
              <a:lnSpc>
                <a:spcPct val="113000"/>
              </a:lnSpc>
              <a:spcBef>
                <a:spcPts val="0"/>
              </a:spcBef>
              <a:spcAft>
                <a:spcPts val="0"/>
              </a:spcAft>
              <a:buClr>
                <a:srgbClr val="595959"/>
              </a:buClr>
              <a:buSzPts val="1800"/>
              <a:buChar char="•"/>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cxnSp>
        <p:nvCxnSpPr>
          <p:cNvPr id="525" name="Google Shape;525;p40"/>
          <p:cNvCxnSpPr/>
          <p:nvPr/>
        </p:nvCxnSpPr>
        <p:spPr>
          <a:xfrm>
            <a:off x="6538791" y="0"/>
            <a:ext cx="0" cy="6858000"/>
          </a:xfrm>
          <a:prstGeom prst="straightConnector1">
            <a:avLst/>
          </a:prstGeom>
          <a:noFill/>
          <a:ln cap="flat" cmpd="sng" w="9525">
            <a:solidFill>
              <a:schemeClr val="lt1"/>
            </a:solidFill>
            <a:prstDash val="solid"/>
            <a:miter lim="800000"/>
            <a:headEnd len="sm" w="sm" type="none"/>
            <a:tailEnd len="sm" w="sm" type="none"/>
          </a:ln>
        </p:spPr>
      </p:cxnSp>
      <p:grpSp>
        <p:nvGrpSpPr>
          <p:cNvPr id="526" name="Google Shape;526;p40"/>
          <p:cNvGrpSpPr/>
          <p:nvPr/>
        </p:nvGrpSpPr>
        <p:grpSpPr>
          <a:xfrm>
            <a:off x="10851366" y="6463515"/>
            <a:ext cx="1080272" cy="199994"/>
            <a:chOff x="830300" y="1716088"/>
            <a:chExt cx="10058401" cy="1862137"/>
          </a:xfrm>
        </p:grpSpPr>
        <p:sp>
          <p:nvSpPr>
            <p:cNvPr id="527" name="Google Shape;527;p40"/>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8" name="Google Shape;528;p40"/>
            <p:cNvSpPr/>
            <p:nvPr/>
          </p:nvSpPr>
          <p:spPr>
            <a:xfrm>
              <a:off x="3130588" y="1749425"/>
              <a:ext cx="435000" cy="178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9" name="Google Shape;529;p40"/>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0" name="Google Shape;530;p40"/>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1" name="Google Shape;531;p40"/>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2" name="Google Shape;532;p40"/>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33" name="Google Shape;533;p40"/>
          <p:cNvSpPr txBox="1"/>
          <p:nvPr>
            <p:ph idx="6"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C2C2C7"/>
              </a:buClr>
              <a:buSzPts val="800"/>
              <a:buNone/>
              <a:defRPr sz="800">
                <a:solidFill>
                  <a:srgbClr val="C2C2C7"/>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bg>
      <p:bgPr>
        <a:solidFill>
          <a:schemeClr val="lt1"/>
        </a:solidFill>
      </p:bgPr>
    </p:bg>
    <p:spTree>
      <p:nvGrpSpPr>
        <p:cNvPr id="534" name="Shape 534"/>
        <p:cNvGrpSpPr/>
        <p:nvPr/>
      </p:nvGrpSpPr>
      <p:grpSpPr>
        <a:xfrm>
          <a:off x="0" y="0"/>
          <a:ext cx="0" cy="0"/>
          <a:chOff x="0" y="0"/>
          <a:chExt cx="0" cy="0"/>
        </a:xfrm>
      </p:grpSpPr>
      <p:pic>
        <p:nvPicPr>
          <p:cNvPr id="535" name="Google Shape;535;p4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36" name="Google Shape;536;p41"/>
          <p:cNvSpPr txBox="1"/>
          <p:nvPr>
            <p:ph type="title"/>
          </p:nvPr>
        </p:nvSpPr>
        <p:spPr>
          <a:xfrm>
            <a:off x="3905794" y="2054627"/>
            <a:ext cx="7158900" cy="1372200"/>
          </a:xfrm>
          <a:prstGeom prst="rect">
            <a:avLst/>
          </a:prstGeom>
          <a:noFill/>
          <a:ln>
            <a:noFill/>
          </a:ln>
        </p:spPr>
        <p:txBody>
          <a:bodyPr anchorCtr="0" anchor="b" bIns="0" lIns="0" spcFirstLastPara="1" rIns="0" wrap="square" tIns="0">
            <a:noAutofit/>
          </a:bodyPr>
          <a:lstStyle>
            <a:lvl1pPr lvl="0" algn="l">
              <a:lnSpc>
                <a:spcPct val="110000"/>
              </a:lnSpc>
              <a:spcBef>
                <a:spcPts val="0"/>
              </a:spcBef>
              <a:spcAft>
                <a:spcPts val="0"/>
              </a:spcAft>
              <a:buClr>
                <a:schemeClr val="dk2"/>
              </a:buClr>
              <a:buSzPts val="25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7" name="Google Shape;537;p41"/>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8" name="Google Shape;538;p41"/>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9" name="Google Shape;539;p41"/>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sz="800">
                <a:solidFill>
                  <a:srgbClr val="888888"/>
                </a:solidFill>
                <a:latin typeface="Arial"/>
                <a:ea typeface="Arial"/>
                <a:cs typeface="Arial"/>
                <a:sym typeface="Arial"/>
              </a:defRPr>
            </a:lvl1pPr>
            <a:lvl2pPr indent="0" lvl="1" marL="0" algn="l">
              <a:lnSpc>
                <a:spcPct val="100000"/>
              </a:lnSpc>
              <a:spcBef>
                <a:spcPts val="0"/>
              </a:spcBef>
              <a:buNone/>
              <a:defRPr sz="800">
                <a:solidFill>
                  <a:srgbClr val="888888"/>
                </a:solidFill>
                <a:latin typeface="Arial"/>
                <a:ea typeface="Arial"/>
                <a:cs typeface="Arial"/>
                <a:sym typeface="Arial"/>
              </a:defRPr>
            </a:lvl2pPr>
            <a:lvl3pPr indent="0" lvl="2" marL="0" algn="l">
              <a:lnSpc>
                <a:spcPct val="100000"/>
              </a:lnSpc>
              <a:spcBef>
                <a:spcPts val="0"/>
              </a:spcBef>
              <a:buNone/>
              <a:defRPr sz="800">
                <a:solidFill>
                  <a:srgbClr val="888888"/>
                </a:solidFill>
                <a:latin typeface="Arial"/>
                <a:ea typeface="Arial"/>
                <a:cs typeface="Arial"/>
                <a:sym typeface="Arial"/>
              </a:defRPr>
            </a:lvl3pPr>
            <a:lvl4pPr indent="0" lvl="3" marL="0" algn="l">
              <a:lnSpc>
                <a:spcPct val="100000"/>
              </a:lnSpc>
              <a:spcBef>
                <a:spcPts val="0"/>
              </a:spcBef>
              <a:buNone/>
              <a:defRPr sz="800">
                <a:solidFill>
                  <a:srgbClr val="888888"/>
                </a:solidFill>
                <a:latin typeface="Arial"/>
                <a:ea typeface="Arial"/>
                <a:cs typeface="Arial"/>
                <a:sym typeface="Arial"/>
              </a:defRPr>
            </a:lvl4pPr>
            <a:lvl5pPr indent="0" lvl="4" marL="0" algn="l">
              <a:lnSpc>
                <a:spcPct val="100000"/>
              </a:lnSpc>
              <a:spcBef>
                <a:spcPts val="0"/>
              </a:spcBef>
              <a:buNone/>
              <a:defRPr sz="800">
                <a:solidFill>
                  <a:srgbClr val="888888"/>
                </a:solidFill>
                <a:latin typeface="Arial"/>
                <a:ea typeface="Arial"/>
                <a:cs typeface="Arial"/>
                <a:sym typeface="Arial"/>
              </a:defRPr>
            </a:lvl5pPr>
            <a:lvl6pPr indent="0" lvl="5" marL="0" algn="l">
              <a:lnSpc>
                <a:spcPct val="100000"/>
              </a:lnSpc>
              <a:spcBef>
                <a:spcPts val="0"/>
              </a:spcBef>
              <a:buNone/>
              <a:defRPr sz="800">
                <a:solidFill>
                  <a:srgbClr val="888888"/>
                </a:solidFill>
                <a:latin typeface="Arial"/>
                <a:ea typeface="Arial"/>
                <a:cs typeface="Arial"/>
                <a:sym typeface="Arial"/>
              </a:defRPr>
            </a:lvl6pPr>
            <a:lvl7pPr indent="0" lvl="6" marL="0" algn="l">
              <a:lnSpc>
                <a:spcPct val="100000"/>
              </a:lnSpc>
              <a:spcBef>
                <a:spcPts val="0"/>
              </a:spcBef>
              <a:buNone/>
              <a:defRPr sz="800">
                <a:solidFill>
                  <a:srgbClr val="888888"/>
                </a:solidFill>
                <a:latin typeface="Arial"/>
                <a:ea typeface="Arial"/>
                <a:cs typeface="Arial"/>
                <a:sym typeface="Arial"/>
              </a:defRPr>
            </a:lvl7pPr>
            <a:lvl8pPr indent="0" lvl="7" marL="0" algn="l">
              <a:lnSpc>
                <a:spcPct val="100000"/>
              </a:lnSpc>
              <a:spcBef>
                <a:spcPts val="0"/>
              </a:spcBef>
              <a:buNone/>
              <a:defRPr sz="800">
                <a:solidFill>
                  <a:srgbClr val="888888"/>
                </a:solidFill>
                <a:latin typeface="Arial"/>
                <a:ea typeface="Arial"/>
                <a:cs typeface="Arial"/>
                <a:sym typeface="Arial"/>
              </a:defRPr>
            </a:lvl8pPr>
            <a:lvl9pPr indent="0" lvl="8" marL="0" algn="l">
              <a:lnSpc>
                <a:spcPct val="100000"/>
              </a:lnSpc>
              <a:spcBef>
                <a:spcPts val="0"/>
              </a:spcBef>
              <a:buNone/>
              <a:defRPr sz="800">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FR"/>
              <a:t>‹#›</a:t>
            </a:fld>
            <a:endParaRPr/>
          </a:p>
        </p:txBody>
      </p:sp>
      <p:sp>
        <p:nvSpPr>
          <p:cNvPr id="540" name="Google Shape;540;p41"/>
          <p:cNvSpPr txBox="1"/>
          <p:nvPr>
            <p:ph idx="1" type="body"/>
          </p:nvPr>
        </p:nvSpPr>
        <p:spPr>
          <a:xfrm>
            <a:off x="3905794" y="3430829"/>
            <a:ext cx="7156800" cy="709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2000"/>
              <a:buNone/>
              <a:defRPr sz="2000">
                <a:solidFill>
                  <a:schemeClr val="dk2"/>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
        <p:nvSpPr>
          <p:cNvPr id="541" name="Google Shape;541;p41"/>
          <p:cNvSpPr txBox="1"/>
          <p:nvPr>
            <p:ph idx="2"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grpSp>
        <p:nvGrpSpPr>
          <p:cNvPr id="542" name="Google Shape;542;p41"/>
          <p:cNvGrpSpPr/>
          <p:nvPr/>
        </p:nvGrpSpPr>
        <p:grpSpPr>
          <a:xfrm>
            <a:off x="10851366" y="6463515"/>
            <a:ext cx="1080272" cy="199994"/>
            <a:chOff x="830300" y="1716088"/>
            <a:chExt cx="10058401" cy="1862137"/>
          </a:xfrm>
        </p:grpSpPr>
        <p:sp>
          <p:nvSpPr>
            <p:cNvPr id="543" name="Google Shape;543;p41"/>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4" name="Google Shape;544;p41"/>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5" name="Google Shape;545;p41"/>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6" name="Google Shape;546;p41"/>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7" name="Google Shape;547;p41"/>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8" name="Google Shape;548;p41"/>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p:spTree>
      <p:nvGrpSpPr>
        <p:cNvPr id="549" name="Shape 549"/>
        <p:cNvGrpSpPr/>
        <p:nvPr/>
      </p:nvGrpSpPr>
      <p:grpSpPr>
        <a:xfrm>
          <a:off x="0" y="0"/>
          <a:ext cx="0" cy="0"/>
          <a:chOff x="0" y="0"/>
          <a:chExt cx="0" cy="0"/>
        </a:xfrm>
      </p:grpSpPr>
      <p:sp>
        <p:nvSpPr>
          <p:cNvPr id="550" name="Google Shape;550;p42"/>
          <p:cNvSpPr txBox="1"/>
          <p:nvPr>
            <p:ph type="title"/>
          </p:nvPr>
        </p:nvSpPr>
        <p:spPr>
          <a:xfrm>
            <a:off x="478800" y="655200"/>
            <a:ext cx="11232000" cy="9000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2"/>
              </a:buClr>
              <a:buSzPts val="25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1" name="Google Shape;551;p42"/>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2" name="Google Shape;552;p42"/>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3" name="Google Shape;553;p42"/>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554" name="Google Shape;554;p42"/>
          <p:cNvSpPr txBox="1"/>
          <p:nvPr>
            <p:ph idx="1"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grpSp>
        <p:nvGrpSpPr>
          <p:cNvPr id="555" name="Google Shape;555;p42"/>
          <p:cNvGrpSpPr/>
          <p:nvPr/>
        </p:nvGrpSpPr>
        <p:grpSpPr>
          <a:xfrm>
            <a:off x="10851366" y="6463515"/>
            <a:ext cx="1080272" cy="199994"/>
            <a:chOff x="830300" y="1716088"/>
            <a:chExt cx="10058401" cy="1862137"/>
          </a:xfrm>
        </p:grpSpPr>
        <p:sp>
          <p:nvSpPr>
            <p:cNvPr id="556" name="Google Shape;556;p42"/>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7" name="Google Shape;557;p42"/>
            <p:cNvSpPr/>
            <p:nvPr/>
          </p:nvSpPr>
          <p:spPr>
            <a:xfrm>
              <a:off x="3130588" y="1749425"/>
              <a:ext cx="435000" cy="17892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8" name="Google Shape;558;p42"/>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9" name="Google Shape;559;p42"/>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0" name="Google Shape;560;p42"/>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1" name="Google Shape;561;p42"/>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p:cSld name="Vide">
    <p:spTree>
      <p:nvGrpSpPr>
        <p:cNvPr id="562" name="Shape 562"/>
        <p:cNvGrpSpPr/>
        <p:nvPr/>
      </p:nvGrpSpPr>
      <p:grpSpPr>
        <a:xfrm>
          <a:off x="0" y="0"/>
          <a:ext cx="0" cy="0"/>
          <a:chOff x="0" y="0"/>
          <a:chExt cx="0" cy="0"/>
        </a:xfrm>
      </p:grpSpPr>
      <p:sp>
        <p:nvSpPr>
          <p:cNvPr id="563" name="Google Shape;563;p43"/>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4" name="Google Shape;564;p43"/>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5" name="Google Shape;565;p43"/>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algn="l">
              <a:lnSpc>
                <a:spcPct val="100000"/>
              </a:lnSpc>
              <a:spcBef>
                <a:spcPts val="0"/>
              </a:spcBef>
              <a:buNone/>
              <a:defRPr/>
            </a:lvl1pPr>
            <a:lvl2pPr indent="0" lvl="1" marL="0" algn="l">
              <a:lnSpc>
                <a:spcPct val="100000"/>
              </a:lnSpc>
              <a:spcBef>
                <a:spcPts val="0"/>
              </a:spcBef>
              <a:buNone/>
              <a:defRPr/>
            </a:lvl2pPr>
            <a:lvl3pPr indent="0" lvl="2" marL="0" algn="l">
              <a:lnSpc>
                <a:spcPct val="100000"/>
              </a:lnSpc>
              <a:spcBef>
                <a:spcPts val="0"/>
              </a:spcBef>
              <a:buNone/>
              <a:defRPr/>
            </a:lvl3pPr>
            <a:lvl4pPr indent="0" lvl="3" marL="0" algn="l">
              <a:lnSpc>
                <a:spcPct val="100000"/>
              </a:lnSpc>
              <a:spcBef>
                <a:spcPts val="0"/>
              </a:spcBef>
              <a:buNone/>
              <a:defRPr/>
            </a:lvl4pPr>
            <a:lvl5pPr indent="0" lvl="4" marL="0" algn="l">
              <a:lnSpc>
                <a:spcPct val="100000"/>
              </a:lnSpc>
              <a:spcBef>
                <a:spcPts val="0"/>
              </a:spcBef>
              <a:buNone/>
              <a:defRPr/>
            </a:lvl5pPr>
            <a:lvl6pPr indent="0" lvl="5" marL="0" algn="l">
              <a:lnSpc>
                <a:spcPct val="100000"/>
              </a:lnSpc>
              <a:spcBef>
                <a:spcPts val="0"/>
              </a:spcBef>
              <a:buNone/>
              <a:defRPr/>
            </a:lvl6pPr>
            <a:lvl7pPr indent="0" lvl="6" marL="0" algn="l">
              <a:lnSpc>
                <a:spcPct val="100000"/>
              </a:lnSpc>
              <a:spcBef>
                <a:spcPts val="0"/>
              </a:spcBef>
              <a:buNone/>
              <a:defRPr/>
            </a:lvl7pPr>
            <a:lvl8pPr indent="0" lvl="7" marL="0" algn="l">
              <a:lnSpc>
                <a:spcPct val="100000"/>
              </a:lnSpc>
              <a:spcBef>
                <a:spcPts val="0"/>
              </a:spcBef>
              <a:buNone/>
              <a:defRPr/>
            </a:lvl8pPr>
            <a:lvl9pPr indent="0" lvl="8" marL="0" algn="l">
              <a:lnSpc>
                <a:spcPct val="100000"/>
              </a:lnSpc>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566" name="Google Shape;566;p43"/>
          <p:cNvSpPr txBox="1"/>
          <p:nvPr>
            <p:ph idx="1" type="body"/>
          </p:nvPr>
        </p:nvSpPr>
        <p:spPr>
          <a:xfrm>
            <a:off x="8649337" y="332209"/>
            <a:ext cx="3266700" cy="144600"/>
          </a:xfrm>
          <a:prstGeom prst="rect">
            <a:avLst/>
          </a:prstGeom>
          <a:noFill/>
          <a:ln>
            <a:noFill/>
          </a:ln>
        </p:spPr>
        <p:txBody>
          <a:bodyPr anchorCtr="0" anchor="t" bIns="0" lIns="0" spcFirstLastPara="1" rIns="0" wrap="square" tIns="0">
            <a:noAutofit/>
          </a:bodyPr>
          <a:lstStyle>
            <a:lvl1pPr indent="-228600" lvl="0" marL="457200" algn="r">
              <a:lnSpc>
                <a:spcPct val="113000"/>
              </a:lnSpc>
              <a:spcBef>
                <a:spcPts val="0"/>
              </a:spcBef>
              <a:spcAft>
                <a:spcPts val="0"/>
              </a:spcAft>
              <a:buClr>
                <a:srgbClr val="FF0000"/>
              </a:buClr>
              <a:buSzPts val="800"/>
              <a:buNone/>
              <a:defRPr sz="800">
                <a:solidFill>
                  <a:srgbClr val="FF0000"/>
                </a:solidFill>
              </a:defRPr>
            </a:lvl1pPr>
            <a:lvl2pPr indent="-342900" lvl="1" marL="914400" algn="l">
              <a:lnSpc>
                <a:spcPct val="113000"/>
              </a:lnSpc>
              <a:spcBef>
                <a:spcPts val="0"/>
              </a:spcBef>
              <a:spcAft>
                <a:spcPts val="0"/>
              </a:spcAft>
              <a:buClr>
                <a:srgbClr val="595959"/>
              </a:buClr>
              <a:buSzPts val="1800"/>
              <a:buChar char="–"/>
              <a:defRPr/>
            </a:lvl2pPr>
            <a:lvl3pPr indent="-342900" lvl="2" marL="1371600" algn="l">
              <a:lnSpc>
                <a:spcPct val="113000"/>
              </a:lnSpc>
              <a:spcBef>
                <a:spcPts val="0"/>
              </a:spcBef>
              <a:spcAft>
                <a:spcPts val="0"/>
              </a:spcAft>
              <a:buClr>
                <a:srgbClr val="595959"/>
              </a:buClr>
              <a:buSzPts val="1800"/>
              <a:buChar char="–"/>
              <a:defRPr/>
            </a:lvl3pPr>
            <a:lvl4pPr indent="-342900" lvl="3" marL="1828800" algn="l">
              <a:lnSpc>
                <a:spcPct val="113000"/>
              </a:lnSpc>
              <a:spcBef>
                <a:spcPts val="0"/>
              </a:spcBef>
              <a:spcAft>
                <a:spcPts val="0"/>
              </a:spcAft>
              <a:buClr>
                <a:srgbClr val="595959"/>
              </a:buClr>
              <a:buSzPts val="1800"/>
              <a:buChar char="–"/>
              <a:defRPr/>
            </a:lvl4pPr>
            <a:lvl5pPr indent="-342900" lvl="4" marL="2286000" algn="l">
              <a:lnSpc>
                <a:spcPct val="113000"/>
              </a:lnSpc>
              <a:spcBef>
                <a:spcPts val="0"/>
              </a:spcBef>
              <a:spcAft>
                <a:spcPts val="0"/>
              </a:spcAft>
              <a:buClr>
                <a:srgbClr val="595959"/>
              </a:buClr>
              <a:buSzPts val="1800"/>
              <a:buChar char="–"/>
              <a:defRPr/>
            </a:lvl5pPr>
            <a:lvl6pPr indent="-342900" lvl="5" marL="2743200" algn="l">
              <a:lnSpc>
                <a:spcPct val="113000"/>
              </a:lnSpc>
              <a:spcBef>
                <a:spcPts val="0"/>
              </a:spcBef>
              <a:spcAft>
                <a:spcPts val="0"/>
              </a:spcAft>
              <a:buClr>
                <a:srgbClr val="595959"/>
              </a:buClr>
              <a:buSzPts val="1800"/>
              <a:buChar char="–"/>
              <a:defRPr/>
            </a:lvl6pPr>
            <a:lvl7pPr indent="-342900" lvl="6" marL="3200400" algn="l">
              <a:lnSpc>
                <a:spcPct val="113000"/>
              </a:lnSpc>
              <a:spcBef>
                <a:spcPts val="0"/>
              </a:spcBef>
              <a:spcAft>
                <a:spcPts val="0"/>
              </a:spcAft>
              <a:buClr>
                <a:srgbClr val="595959"/>
              </a:buClr>
              <a:buSzPts val="1800"/>
              <a:buChar char="–"/>
              <a:defRPr/>
            </a:lvl7pPr>
            <a:lvl8pPr indent="-342900" lvl="7" marL="3657600" algn="l">
              <a:lnSpc>
                <a:spcPct val="113000"/>
              </a:lnSpc>
              <a:spcBef>
                <a:spcPts val="0"/>
              </a:spcBef>
              <a:spcAft>
                <a:spcPts val="0"/>
              </a:spcAft>
              <a:buClr>
                <a:srgbClr val="595959"/>
              </a:buClr>
              <a:buSzPts val="1800"/>
              <a:buChar char="–"/>
              <a:defRPr/>
            </a:lvl8pPr>
            <a:lvl9pPr indent="-342900" lvl="8" marL="4114800" algn="l">
              <a:lnSpc>
                <a:spcPct val="113000"/>
              </a:lnSpc>
              <a:spcBef>
                <a:spcPts val="0"/>
              </a:spcBef>
              <a:spcAft>
                <a:spcPts val="0"/>
              </a:spcAft>
              <a:buClr>
                <a:srgbClr val="595959"/>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7.xml"/><Relationship Id="rId22" Type="http://schemas.openxmlformats.org/officeDocument/2006/relationships/slideLayout" Target="../slideLayouts/slideLayout39.xml"/><Relationship Id="rId21" Type="http://schemas.openxmlformats.org/officeDocument/2006/relationships/slideLayout" Target="../slideLayouts/slideLayout38.xml"/><Relationship Id="rId24" Type="http://schemas.openxmlformats.org/officeDocument/2006/relationships/slideLayout" Target="../slideLayouts/slideLayout41.xml"/><Relationship Id="rId23" Type="http://schemas.openxmlformats.org/officeDocument/2006/relationships/slideLayout" Target="../slideLayouts/slideLayout40.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25" Type="http://schemas.openxmlformats.org/officeDocument/2006/relationships/theme" Target="../theme/theme3.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19" Type="http://schemas.openxmlformats.org/officeDocument/2006/relationships/slideLayout" Target="../slideLayouts/slideLayout36.xml"/><Relationship Id="rId1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69901" y="653692"/>
            <a:ext cx="11249698" cy="881187"/>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SzPts val="1400"/>
              <a:buNone/>
              <a:defRPr b="0" i="0" sz="2500" u="none" cap="none" strike="noStrike">
                <a:solidFill>
                  <a:schemeClr val="dk2"/>
                </a:solidFill>
                <a:latin typeface="Arial"/>
                <a:ea typeface="Arial"/>
                <a:cs typeface="Arial"/>
                <a:sym typeface="Arial"/>
              </a:defRPr>
            </a:lvl1pPr>
            <a:lvl2pPr lvl="1" marR="0" rtl="0" algn="l">
              <a:lnSpc>
                <a:spcPct val="110000"/>
              </a:lnSpc>
              <a:spcBef>
                <a:spcPts val="0"/>
              </a:spcBef>
              <a:spcAft>
                <a:spcPts val="0"/>
              </a:spcAft>
              <a:buSzPts val="1400"/>
              <a:buNone/>
              <a:defRPr b="0" i="0" sz="2500" u="none" cap="none" strike="noStrike">
                <a:solidFill>
                  <a:schemeClr val="accent1"/>
                </a:solidFill>
                <a:latin typeface="Arial"/>
                <a:ea typeface="Arial"/>
                <a:cs typeface="Arial"/>
                <a:sym typeface="Arial"/>
              </a:defRPr>
            </a:lvl2pPr>
            <a:lvl3pPr lvl="2" marR="0" rtl="0" algn="l">
              <a:lnSpc>
                <a:spcPct val="110000"/>
              </a:lnSpc>
              <a:spcBef>
                <a:spcPts val="0"/>
              </a:spcBef>
              <a:spcAft>
                <a:spcPts val="0"/>
              </a:spcAft>
              <a:buSzPts val="1400"/>
              <a:buNone/>
              <a:defRPr b="0" i="0" sz="2500" u="none" cap="none" strike="noStrike">
                <a:solidFill>
                  <a:schemeClr val="accent1"/>
                </a:solidFill>
                <a:latin typeface="Arial"/>
                <a:ea typeface="Arial"/>
                <a:cs typeface="Arial"/>
                <a:sym typeface="Arial"/>
              </a:defRPr>
            </a:lvl3pPr>
            <a:lvl4pPr lvl="3" marR="0" rtl="0" algn="l">
              <a:lnSpc>
                <a:spcPct val="110000"/>
              </a:lnSpc>
              <a:spcBef>
                <a:spcPts val="0"/>
              </a:spcBef>
              <a:spcAft>
                <a:spcPts val="0"/>
              </a:spcAft>
              <a:buSzPts val="1400"/>
              <a:buNone/>
              <a:defRPr b="0" i="0" sz="2500" u="none" cap="none" strike="noStrike">
                <a:solidFill>
                  <a:schemeClr val="accent1"/>
                </a:solidFill>
                <a:latin typeface="Arial"/>
                <a:ea typeface="Arial"/>
                <a:cs typeface="Arial"/>
                <a:sym typeface="Arial"/>
              </a:defRPr>
            </a:lvl4pPr>
            <a:lvl5pPr lvl="4" marR="0" rtl="0" algn="l">
              <a:lnSpc>
                <a:spcPct val="110000"/>
              </a:lnSpc>
              <a:spcBef>
                <a:spcPts val="0"/>
              </a:spcBef>
              <a:spcAft>
                <a:spcPts val="0"/>
              </a:spcAft>
              <a:buSzPts val="1400"/>
              <a:buNone/>
              <a:defRPr b="0" i="0" sz="2500" u="none" cap="none" strike="noStrike">
                <a:solidFill>
                  <a:schemeClr val="accent1"/>
                </a:solidFill>
                <a:latin typeface="Arial"/>
                <a:ea typeface="Arial"/>
                <a:cs typeface="Arial"/>
                <a:sym typeface="Arial"/>
              </a:defRPr>
            </a:lvl5pPr>
            <a:lvl6pPr lvl="5" marR="0" rtl="0" algn="l">
              <a:lnSpc>
                <a:spcPct val="110000"/>
              </a:lnSpc>
              <a:spcBef>
                <a:spcPts val="0"/>
              </a:spcBef>
              <a:spcAft>
                <a:spcPts val="0"/>
              </a:spcAft>
              <a:buSzPts val="1400"/>
              <a:buNone/>
              <a:defRPr b="0" i="0" sz="2500" u="none" cap="none" strike="noStrike">
                <a:solidFill>
                  <a:schemeClr val="accent1"/>
                </a:solidFill>
                <a:latin typeface="Arial"/>
                <a:ea typeface="Arial"/>
                <a:cs typeface="Arial"/>
                <a:sym typeface="Arial"/>
              </a:defRPr>
            </a:lvl6pPr>
            <a:lvl7pPr lvl="6" marR="0" rtl="0" algn="l">
              <a:lnSpc>
                <a:spcPct val="110000"/>
              </a:lnSpc>
              <a:spcBef>
                <a:spcPts val="0"/>
              </a:spcBef>
              <a:spcAft>
                <a:spcPts val="0"/>
              </a:spcAft>
              <a:buSzPts val="1400"/>
              <a:buNone/>
              <a:defRPr b="0" i="0" sz="2500" u="none" cap="none" strike="noStrike">
                <a:solidFill>
                  <a:schemeClr val="accent1"/>
                </a:solidFill>
                <a:latin typeface="Arial"/>
                <a:ea typeface="Arial"/>
                <a:cs typeface="Arial"/>
                <a:sym typeface="Arial"/>
              </a:defRPr>
            </a:lvl7pPr>
            <a:lvl8pPr lvl="7" marR="0" rtl="0" algn="l">
              <a:lnSpc>
                <a:spcPct val="110000"/>
              </a:lnSpc>
              <a:spcBef>
                <a:spcPts val="0"/>
              </a:spcBef>
              <a:spcAft>
                <a:spcPts val="0"/>
              </a:spcAft>
              <a:buSzPts val="1400"/>
              <a:buNone/>
              <a:defRPr b="0" i="0" sz="2500" u="none" cap="none" strike="noStrike">
                <a:solidFill>
                  <a:schemeClr val="accent1"/>
                </a:solidFill>
                <a:latin typeface="Arial"/>
                <a:ea typeface="Arial"/>
                <a:cs typeface="Arial"/>
                <a:sym typeface="Arial"/>
              </a:defRPr>
            </a:lvl8pPr>
            <a:lvl9pPr lvl="8" marR="0" rtl="0" algn="l">
              <a:lnSpc>
                <a:spcPct val="110000"/>
              </a:lnSpc>
              <a:spcBef>
                <a:spcPts val="0"/>
              </a:spcBef>
              <a:spcAft>
                <a:spcPts val="0"/>
              </a:spcAft>
              <a:buSzPts val="1400"/>
              <a:buNone/>
              <a:defRPr b="0" i="0" sz="2500" u="none" cap="none" strike="noStrike">
                <a:solidFill>
                  <a:schemeClr val="accent1"/>
                </a:solidFill>
                <a:latin typeface="Arial"/>
                <a:ea typeface="Arial"/>
                <a:cs typeface="Arial"/>
                <a:sym typeface="Arial"/>
              </a:defRPr>
            </a:lvl9pPr>
          </a:lstStyle>
          <a:p/>
        </p:txBody>
      </p:sp>
      <p:sp>
        <p:nvSpPr>
          <p:cNvPr id="11" name="Google Shape;11;p1"/>
          <p:cNvSpPr txBox="1"/>
          <p:nvPr>
            <p:ph idx="1" type="body"/>
          </p:nvPr>
        </p:nvSpPr>
        <p:spPr>
          <a:xfrm>
            <a:off x="472407" y="1566000"/>
            <a:ext cx="11247192" cy="4286430"/>
          </a:xfrm>
          <a:prstGeom prst="rect">
            <a:avLst/>
          </a:prstGeom>
          <a:noFill/>
          <a:ln>
            <a:noFill/>
          </a:ln>
        </p:spPr>
        <p:txBody>
          <a:bodyPr anchorCtr="0" anchor="t" bIns="0" lIns="0" spcFirstLastPara="1" rIns="0" wrap="square" tIns="0">
            <a:noAutofit/>
          </a:bodyPr>
          <a:lstStyle>
            <a:lvl1pPr indent="-323850" lvl="0" marL="457200"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1pPr>
            <a:lvl2pPr indent="-323850" lvl="1" marL="914400" marR="0" rtl="0" algn="l">
              <a:lnSpc>
                <a:spcPct val="115000"/>
              </a:lnSpc>
              <a:spcBef>
                <a:spcPts val="0"/>
              </a:spcBef>
              <a:spcAft>
                <a:spcPts val="0"/>
              </a:spcAft>
              <a:buClr>
                <a:srgbClr val="595959"/>
              </a:buClr>
              <a:buSzPts val="1500"/>
              <a:buFont typeface="Noto Sans Symbols"/>
              <a:buChar char="−"/>
              <a:defRPr b="0" i="0" sz="1500" u="none" cap="none" strike="noStrike">
                <a:solidFill>
                  <a:srgbClr val="595959"/>
                </a:solidFill>
                <a:latin typeface="Arial"/>
                <a:ea typeface="Arial"/>
                <a:cs typeface="Arial"/>
                <a:sym typeface="Arial"/>
              </a:defRPr>
            </a:lvl2pPr>
            <a:lvl3pPr indent="-323850" lvl="2" marL="1371600"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indent="-323850" lvl="3" marL="1828800"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indent="-323850" lvl="4" marL="2286000" marR="0" rtl="0" algn="l">
              <a:lnSpc>
                <a:spcPct val="115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indent="-323850" lvl="5" marL="2743200"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lnSpc>
                <a:spcPct val="115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777600" y="6444000"/>
            <a:ext cx="1159100" cy="216000"/>
          </a:xfrm>
          <a:prstGeom prst="rect">
            <a:avLst/>
          </a:prstGeom>
          <a:noFill/>
          <a:ln>
            <a:noFill/>
          </a:ln>
        </p:spPr>
        <p:txBody>
          <a:bodyPr anchorCtr="0" anchor="b" bIns="0" lIns="0" spcFirstLastPara="1" rIns="0" wrap="square" tIns="0">
            <a:noAutofit/>
          </a:bodyPr>
          <a:lstStyle>
            <a:lvl1pPr lvl="0" marR="0" rtl="0" algn="r">
              <a:lnSpc>
                <a:spcPct val="100000"/>
              </a:lnSpc>
              <a:spcBef>
                <a:spcPts val="0"/>
              </a:spcBef>
              <a:spcAft>
                <a:spcPts val="0"/>
              </a:spcAft>
              <a:buSzPts val="1400"/>
              <a:buNone/>
              <a:defRPr b="0" i="0" sz="800" u="none" cap="none" strike="noStrike">
                <a:solidFill>
                  <a:srgbClr val="595959"/>
                </a:solidFill>
                <a:latin typeface="Arial"/>
                <a:ea typeface="Arial"/>
                <a:cs typeface="Arial"/>
                <a:sym typeface="Arial"/>
              </a:defRPr>
            </a:lvl1pPr>
            <a:lvl2pPr lvl="1"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2pPr>
            <a:lvl3pPr lvl="2"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3pPr>
            <a:lvl4pPr lvl="3"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4pPr>
            <a:lvl5pPr lvl="4"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61"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61"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61"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61"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2236498" y="6444000"/>
            <a:ext cx="8296104" cy="2160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800" u="none" cap="none" strike="noStrike">
                <a:solidFill>
                  <a:srgbClr val="595959"/>
                </a:solidFill>
                <a:latin typeface="Arial"/>
                <a:ea typeface="Arial"/>
                <a:cs typeface="Arial"/>
                <a:sym typeface="Arial"/>
              </a:defRPr>
            </a:lvl1pPr>
            <a:lvl2pPr lvl="1"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2pPr>
            <a:lvl3pPr lvl="2"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3pPr>
            <a:lvl4pPr lvl="3"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4pPr>
            <a:lvl5pPr lvl="4" marR="0" rtl="0" algn="ctr">
              <a:lnSpc>
                <a:spcPct val="115000"/>
              </a:lnSpc>
              <a:spcBef>
                <a:spcPts val="0"/>
              </a:spcBef>
              <a:spcAft>
                <a:spcPts val="0"/>
              </a:spcAft>
              <a:buSzPts val="1400"/>
              <a:buNone/>
              <a:defRPr b="0" i="0" sz="1361"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61"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61"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61"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61"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472407" y="6444000"/>
            <a:ext cx="295001" cy="216000"/>
          </a:xfrm>
          <a:prstGeom prst="rect">
            <a:avLst/>
          </a:prstGeom>
          <a:noFill/>
          <a:ln>
            <a:noFill/>
          </a:ln>
        </p:spPr>
        <p:txBody>
          <a:bodyPr anchorCtr="0" anchor="b" bIns="0" lIns="0" spcFirstLastPara="1" rIns="0" wrap="square" tIns="0">
            <a:noAutofit/>
          </a:bodyPr>
          <a:lstStyle>
            <a:lvl1pPr indent="0" lvl="0" marL="0" marR="0" rtl="0" algn="l">
              <a:lnSpc>
                <a:spcPct val="100000"/>
              </a:lnSpc>
              <a:spcBef>
                <a:spcPts val="0"/>
              </a:spcBef>
              <a:spcAft>
                <a:spcPts val="0"/>
              </a:spcAft>
              <a:buNone/>
              <a:defRPr b="0" i="0" sz="800" u="none" cap="none" strike="noStrike">
                <a:solidFill>
                  <a:srgbClr val="595959"/>
                </a:solidFill>
                <a:latin typeface="Arial"/>
                <a:ea typeface="Arial"/>
                <a:cs typeface="Arial"/>
                <a:sym typeface="Arial"/>
              </a:defRPr>
            </a:lvl1pPr>
            <a:lvl2pPr indent="0" lvl="1" marL="0" marR="0" rtl="0" algn="l">
              <a:lnSpc>
                <a:spcPct val="100000"/>
              </a:lnSpc>
              <a:spcBef>
                <a:spcPts val="0"/>
              </a:spcBef>
              <a:spcAft>
                <a:spcPts val="0"/>
              </a:spcAft>
              <a:buNone/>
              <a:defRPr b="0" i="0" sz="800" u="none" cap="none" strike="noStrike">
                <a:solidFill>
                  <a:srgbClr val="595959"/>
                </a:solidFill>
                <a:latin typeface="Arial"/>
                <a:ea typeface="Arial"/>
                <a:cs typeface="Arial"/>
                <a:sym typeface="Arial"/>
              </a:defRPr>
            </a:lvl2pPr>
            <a:lvl3pPr indent="0" lvl="2" marL="0" marR="0" rtl="0" algn="l">
              <a:lnSpc>
                <a:spcPct val="100000"/>
              </a:lnSpc>
              <a:spcBef>
                <a:spcPts val="0"/>
              </a:spcBef>
              <a:spcAft>
                <a:spcPts val="0"/>
              </a:spcAft>
              <a:buNone/>
              <a:defRPr b="0" i="0" sz="800" u="none" cap="none" strike="noStrike">
                <a:solidFill>
                  <a:srgbClr val="595959"/>
                </a:solidFill>
                <a:latin typeface="Arial"/>
                <a:ea typeface="Arial"/>
                <a:cs typeface="Arial"/>
                <a:sym typeface="Arial"/>
              </a:defRPr>
            </a:lvl3pPr>
            <a:lvl4pPr indent="0" lvl="3" marL="0" marR="0" rtl="0" algn="l">
              <a:lnSpc>
                <a:spcPct val="100000"/>
              </a:lnSpc>
              <a:spcBef>
                <a:spcPts val="0"/>
              </a:spcBef>
              <a:spcAft>
                <a:spcPts val="0"/>
              </a:spcAft>
              <a:buNone/>
              <a:defRPr b="0" i="0" sz="800" u="none" cap="none" strike="noStrike">
                <a:solidFill>
                  <a:srgbClr val="595959"/>
                </a:solidFill>
                <a:latin typeface="Arial"/>
                <a:ea typeface="Arial"/>
                <a:cs typeface="Arial"/>
                <a:sym typeface="Arial"/>
              </a:defRPr>
            </a:lvl4pPr>
            <a:lvl5pPr indent="0" lvl="4" marL="0" marR="0" rtl="0" algn="l">
              <a:lnSpc>
                <a:spcPct val="100000"/>
              </a:lnSpc>
              <a:spcBef>
                <a:spcPts val="0"/>
              </a:spcBef>
              <a:spcAft>
                <a:spcPts val="0"/>
              </a:spcAft>
              <a:buNone/>
              <a:defRPr b="0" i="0" sz="800" u="none" cap="none" strike="noStrike">
                <a:solidFill>
                  <a:srgbClr val="595959"/>
                </a:solidFill>
                <a:latin typeface="Arial"/>
                <a:ea typeface="Arial"/>
                <a:cs typeface="Arial"/>
                <a:sym typeface="Arial"/>
              </a:defRPr>
            </a:lvl5pPr>
            <a:lvl6pPr indent="0" lvl="5" marL="0" marR="0" rtl="0" algn="l">
              <a:lnSpc>
                <a:spcPct val="100000"/>
              </a:lnSpc>
              <a:spcBef>
                <a:spcPts val="0"/>
              </a:spcBef>
              <a:spcAft>
                <a:spcPts val="0"/>
              </a:spcAft>
              <a:buNone/>
              <a:defRPr b="0" i="0" sz="800" u="none" cap="none" strike="noStrike">
                <a:solidFill>
                  <a:srgbClr val="595959"/>
                </a:solidFill>
                <a:latin typeface="Arial"/>
                <a:ea typeface="Arial"/>
                <a:cs typeface="Arial"/>
                <a:sym typeface="Arial"/>
              </a:defRPr>
            </a:lvl6pPr>
            <a:lvl7pPr indent="0" lvl="6" marL="0" marR="0" rtl="0" algn="l">
              <a:lnSpc>
                <a:spcPct val="100000"/>
              </a:lnSpc>
              <a:spcBef>
                <a:spcPts val="0"/>
              </a:spcBef>
              <a:spcAft>
                <a:spcPts val="0"/>
              </a:spcAft>
              <a:buNone/>
              <a:defRPr b="0" i="0" sz="800" u="none" cap="none" strike="noStrike">
                <a:solidFill>
                  <a:srgbClr val="595959"/>
                </a:solidFill>
                <a:latin typeface="Arial"/>
                <a:ea typeface="Arial"/>
                <a:cs typeface="Arial"/>
                <a:sym typeface="Arial"/>
              </a:defRPr>
            </a:lvl7pPr>
            <a:lvl8pPr indent="0" lvl="7" marL="0" marR="0" rtl="0" algn="l">
              <a:lnSpc>
                <a:spcPct val="100000"/>
              </a:lnSpc>
              <a:spcBef>
                <a:spcPts val="0"/>
              </a:spcBef>
              <a:spcAft>
                <a:spcPts val="0"/>
              </a:spcAft>
              <a:buNone/>
              <a:defRPr b="0" i="0" sz="800" u="none" cap="none" strike="noStrike">
                <a:solidFill>
                  <a:srgbClr val="595959"/>
                </a:solidFill>
                <a:latin typeface="Arial"/>
                <a:ea typeface="Arial"/>
                <a:cs typeface="Arial"/>
                <a:sym typeface="Arial"/>
              </a:defRPr>
            </a:lvl8pPr>
            <a:lvl9pPr indent="0" lvl="8" marL="0" marR="0" rtl="0" algn="l">
              <a:lnSpc>
                <a:spcPct val="100000"/>
              </a:lnSpc>
              <a:spcBef>
                <a:spcPts val="0"/>
              </a:spcBef>
              <a:spcAft>
                <a:spcPts val="0"/>
              </a:spcAft>
              <a:buNone/>
              <a:defRPr b="0" i="0" sz="800" u="none" cap="none" strike="noStrike">
                <a:solidFill>
                  <a:srgbClr val="595959"/>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FR"/>
              <a:t>‹#›</a:t>
            </a:fld>
            <a:endParaRPr/>
          </a:p>
        </p:txBody>
      </p:sp>
      <p:sp>
        <p:nvSpPr>
          <p:cNvPr descr="Screen Shot 2016-11-11 at 09.55.03.png" id="15" name="Google Shape;15;p1"/>
          <p:cNvSpPr/>
          <p:nvPr/>
        </p:nvSpPr>
        <p:spPr>
          <a:xfrm>
            <a:off x="10832400" y="6444000"/>
            <a:ext cx="1108800" cy="231001"/>
          </a:xfrm>
          <a:prstGeom prst="rect">
            <a:avLst/>
          </a:prstGeom>
          <a:noFill/>
          <a:ln>
            <a:noFill/>
          </a:ln>
        </p:spPr>
      </p:sp>
      <p:sp>
        <p:nvSpPr>
          <p:cNvPr id="16" name="Google Shape;16;p1"/>
          <p:cNvSpPr txBox="1"/>
          <p:nvPr/>
        </p:nvSpPr>
        <p:spPr>
          <a:xfrm>
            <a:off x="4266675" y="6363850"/>
            <a:ext cx="4203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chemeClr val="dk1"/>
                </a:solidFill>
              </a:rPr>
              <a:t>Model Feasibility Review </a:t>
            </a:r>
            <a:r>
              <a:rPr lang="fr-FR" sz="1000">
                <a:solidFill>
                  <a:schemeClr val="dk1"/>
                </a:solidFill>
              </a:rPr>
              <a:t>Template reference: FM2200683 v1.0</a:t>
            </a:r>
            <a:endParaRPr sz="1000">
              <a:solidFill>
                <a:schemeClr val="dk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2448">
          <p15:clr>
            <a:srgbClr val="F26B43"/>
          </p15:clr>
        </p15:guide>
        <p15:guide id="4" pos="296">
          <p15:clr>
            <a:srgbClr val="F26B43"/>
          </p15:clr>
        </p15:guide>
        <p15:guide id="5" orient="horz" pos="2085">
          <p15:clr>
            <a:srgbClr val="F26B43"/>
          </p15:clr>
        </p15:guide>
        <p15:guide id="6" pos="751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 name="Shape 169"/>
        <p:cNvGrpSpPr/>
        <p:nvPr/>
      </p:nvGrpSpPr>
      <p:grpSpPr>
        <a:xfrm>
          <a:off x="0" y="0"/>
          <a:ext cx="0" cy="0"/>
          <a:chOff x="0" y="0"/>
          <a:chExt cx="0" cy="0"/>
        </a:xfrm>
      </p:grpSpPr>
      <p:sp>
        <p:nvSpPr>
          <p:cNvPr id="170" name="Google Shape;170;p19"/>
          <p:cNvSpPr txBox="1"/>
          <p:nvPr>
            <p:ph type="title"/>
          </p:nvPr>
        </p:nvSpPr>
        <p:spPr>
          <a:xfrm>
            <a:off x="478800" y="655200"/>
            <a:ext cx="11232000" cy="900000"/>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chemeClr val="dk2"/>
              </a:buClr>
              <a:buSzPts val="2500"/>
              <a:buFont typeface="Arial"/>
              <a:buNone/>
              <a:defRPr b="0" i="0" sz="2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1" name="Google Shape;171;p19"/>
          <p:cNvSpPr txBox="1"/>
          <p:nvPr>
            <p:ph idx="1" type="body"/>
          </p:nvPr>
        </p:nvSpPr>
        <p:spPr>
          <a:xfrm>
            <a:off x="478800" y="1558800"/>
            <a:ext cx="11232000" cy="4351200"/>
          </a:xfrm>
          <a:prstGeom prst="rect">
            <a:avLst/>
          </a:prstGeom>
          <a:noFill/>
          <a:ln>
            <a:noFill/>
          </a:ln>
        </p:spPr>
        <p:txBody>
          <a:bodyPr anchorCtr="0" anchor="t" bIns="0" lIns="0" spcFirstLastPara="1" rIns="0" wrap="square" tIns="0">
            <a:noAutofit/>
          </a:bodyPr>
          <a:lstStyle>
            <a:lvl1pPr indent="-323850" lvl="0" marL="457200"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1pPr>
            <a:lvl2pPr indent="-323850" lvl="1" marL="914400"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2pPr>
            <a:lvl3pPr indent="-323850" lvl="2" marL="1371600"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3pPr>
            <a:lvl4pPr indent="-323850" lvl="3" marL="1828800"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4pPr>
            <a:lvl5pPr indent="-323850" lvl="4" marL="2286000"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5pPr>
            <a:lvl6pPr indent="-323850" lvl="5" marL="2743200"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6pPr>
            <a:lvl7pPr indent="-323850" lvl="6" marL="3200400"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7pPr>
            <a:lvl8pPr indent="-323850" lvl="7" marL="3657600"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8pPr>
            <a:lvl9pPr indent="-323850" lvl="8" marL="4114800" marR="0" rtl="0" algn="l">
              <a:lnSpc>
                <a:spcPct val="113000"/>
              </a:lnSpc>
              <a:spcBef>
                <a:spcPts val="0"/>
              </a:spcBef>
              <a:spcAft>
                <a:spcPts val="0"/>
              </a:spcAft>
              <a:buClr>
                <a:srgbClr val="595959"/>
              </a:buClr>
              <a:buSzPts val="1500"/>
              <a:buFont typeface="Arial"/>
              <a:buChar char="–"/>
              <a:defRPr b="0" i="0" sz="1500" u="none" cap="none" strike="noStrike">
                <a:solidFill>
                  <a:srgbClr val="595959"/>
                </a:solidFill>
                <a:latin typeface="Arial"/>
                <a:ea typeface="Arial"/>
                <a:cs typeface="Arial"/>
                <a:sym typeface="Arial"/>
              </a:defRPr>
            </a:lvl9pPr>
          </a:lstStyle>
          <a:p/>
        </p:txBody>
      </p:sp>
      <p:sp>
        <p:nvSpPr>
          <p:cNvPr id="172" name="Google Shape;172;p19"/>
          <p:cNvSpPr txBox="1"/>
          <p:nvPr>
            <p:ph idx="10" type="dt"/>
          </p:nvPr>
        </p:nvSpPr>
        <p:spPr>
          <a:xfrm>
            <a:off x="766800" y="6444000"/>
            <a:ext cx="1159200" cy="216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3" name="Google Shape;173;p19"/>
          <p:cNvSpPr txBox="1"/>
          <p:nvPr>
            <p:ph idx="11" type="ftr"/>
          </p:nvPr>
        </p:nvSpPr>
        <p:spPr>
          <a:xfrm>
            <a:off x="2235600" y="6444000"/>
            <a:ext cx="8301600" cy="216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4" name="Google Shape;174;p19"/>
          <p:cNvSpPr txBox="1"/>
          <p:nvPr>
            <p:ph idx="12" type="sldNum"/>
          </p:nvPr>
        </p:nvSpPr>
        <p:spPr>
          <a:xfrm>
            <a:off x="478800" y="6444000"/>
            <a:ext cx="288000" cy="2160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buNone/>
              <a:defRPr b="0" i="0" sz="800" u="none" cap="none" strike="noStrike">
                <a:solidFill>
                  <a:srgbClr val="888888"/>
                </a:solidFill>
                <a:latin typeface="Arial"/>
                <a:ea typeface="Arial"/>
                <a:cs typeface="Arial"/>
                <a:sym typeface="Arial"/>
              </a:defRPr>
            </a:lvl1pPr>
            <a:lvl2pPr indent="0" lvl="1" marL="0" marR="0" rtl="0" algn="l">
              <a:lnSpc>
                <a:spcPct val="100000"/>
              </a:lnSpc>
              <a:spcBef>
                <a:spcPts val="0"/>
              </a:spcBef>
              <a:buNone/>
              <a:defRPr b="0" i="0" sz="800" u="none" cap="none" strike="noStrike">
                <a:solidFill>
                  <a:srgbClr val="888888"/>
                </a:solidFill>
                <a:latin typeface="Arial"/>
                <a:ea typeface="Arial"/>
                <a:cs typeface="Arial"/>
                <a:sym typeface="Arial"/>
              </a:defRPr>
            </a:lvl2pPr>
            <a:lvl3pPr indent="0" lvl="2" marL="0" marR="0" rtl="0" algn="l">
              <a:lnSpc>
                <a:spcPct val="100000"/>
              </a:lnSpc>
              <a:spcBef>
                <a:spcPts val="0"/>
              </a:spcBef>
              <a:buNone/>
              <a:defRPr b="0" i="0" sz="800" u="none" cap="none" strike="noStrike">
                <a:solidFill>
                  <a:srgbClr val="888888"/>
                </a:solidFill>
                <a:latin typeface="Arial"/>
                <a:ea typeface="Arial"/>
                <a:cs typeface="Arial"/>
                <a:sym typeface="Arial"/>
              </a:defRPr>
            </a:lvl3pPr>
            <a:lvl4pPr indent="0" lvl="3" marL="0" marR="0" rtl="0" algn="l">
              <a:lnSpc>
                <a:spcPct val="100000"/>
              </a:lnSpc>
              <a:spcBef>
                <a:spcPts val="0"/>
              </a:spcBef>
              <a:buNone/>
              <a:defRPr b="0" i="0" sz="800" u="none" cap="none" strike="noStrike">
                <a:solidFill>
                  <a:srgbClr val="888888"/>
                </a:solidFill>
                <a:latin typeface="Arial"/>
                <a:ea typeface="Arial"/>
                <a:cs typeface="Arial"/>
                <a:sym typeface="Arial"/>
              </a:defRPr>
            </a:lvl4pPr>
            <a:lvl5pPr indent="0" lvl="4" marL="0" marR="0" rtl="0" algn="l">
              <a:lnSpc>
                <a:spcPct val="100000"/>
              </a:lnSpc>
              <a:spcBef>
                <a:spcPts val="0"/>
              </a:spcBef>
              <a:buNone/>
              <a:defRPr b="0" i="0" sz="800" u="none" cap="none" strike="noStrike">
                <a:solidFill>
                  <a:srgbClr val="888888"/>
                </a:solidFill>
                <a:latin typeface="Arial"/>
                <a:ea typeface="Arial"/>
                <a:cs typeface="Arial"/>
                <a:sym typeface="Arial"/>
              </a:defRPr>
            </a:lvl5pPr>
            <a:lvl6pPr indent="0" lvl="5" marL="0" marR="0" rtl="0" algn="l">
              <a:lnSpc>
                <a:spcPct val="100000"/>
              </a:lnSpc>
              <a:spcBef>
                <a:spcPts val="0"/>
              </a:spcBef>
              <a:buNone/>
              <a:defRPr b="0" i="0" sz="800" u="none" cap="none" strike="noStrike">
                <a:solidFill>
                  <a:srgbClr val="888888"/>
                </a:solidFill>
                <a:latin typeface="Arial"/>
                <a:ea typeface="Arial"/>
                <a:cs typeface="Arial"/>
                <a:sym typeface="Arial"/>
              </a:defRPr>
            </a:lvl6pPr>
            <a:lvl7pPr indent="0" lvl="6" marL="0" marR="0" rtl="0" algn="l">
              <a:lnSpc>
                <a:spcPct val="100000"/>
              </a:lnSpc>
              <a:spcBef>
                <a:spcPts val="0"/>
              </a:spcBef>
              <a:buNone/>
              <a:defRPr b="0" i="0" sz="800" u="none" cap="none" strike="noStrike">
                <a:solidFill>
                  <a:srgbClr val="888888"/>
                </a:solidFill>
                <a:latin typeface="Arial"/>
                <a:ea typeface="Arial"/>
                <a:cs typeface="Arial"/>
                <a:sym typeface="Arial"/>
              </a:defRPr>
            </a:lvl7pPr>
            <a:lvl8pPr indent="0" lvl="7" marL="0" marR="0" rtl="0" algn="l">
              <a:lnSpc>
                <a:spcPct val="100000"/>
              </a:lnSpc>
              <a:spcBef>
                <a:spcPts val="0"/>
              </a:spcBef>
              <a:buNone/>
              <a:defRPr b="0" i="0" sz="800" u="none" cap="none" strike="noStrike">
                <a:solidFill>
                  <a:srgbClr val="888888"/>
                </a:solidFill>
                <a:latin typeface="Arial"/>
                <a:ea typeface="Arial"/>
                <a:cs typeface="Arial"/>
                <a:sym typeface="Arial"/>
              </a:defRPr>
            </a:lvl8pPr>
            <a:lvl9pPr indent="0" lvl="8" marL="0" marR="0" rtl="0" algn="l">
              <a:lnSpc>
                <a:spcPct val="100000"/>
              </a:lnSpc>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14">
          <p15:clr>
            <a:srgbClr val="F26B43"/>
          </p15:clr>
        </p15:guide>
        <p15:guide id="2" orient="horz" pos="981">
          <p15:clr>
            <a:srgbClr val="F26B43"/>
          </p15:clr>
        </p15:guide>
        <p15:guide id="3" orient="horz" pos="3725">
          <p15:clr>
            <a:srgbClr val="F26B43"/>
          </p15:clr>
        </p15:guide>
        <p15:guide id="4" pos="302">
          <p15:clr>
            <a:srgbClr val="F26B43"/>
          </p15:clr>
        </p15:guide>
        <p15:guide id="5" pos="737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hyperlink" Target="https://docs.google.com/presentation/d/1ta8b1FOHVJ3CYU9_06Jt6uNiTqIX6Az_kc5HiRn7jHY/edit?usp=sharin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hyperlink" Target="https://github.airbus.corp/atari/YuCCon-Library" TargetMode="External"/><Relationship Id="rId4" Type="http://schemas.openxmlformats.org/officeDocument/2006/relationships/hyperlink" Target="https://confluence.airbus.corp/x/OgLACw"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docs.google.com/presentation/d/19tfJMGUPfr0W22Dtjic4kcAFBzKW239pvv4D4xuUa60/edit#slide=id.gd3bcb1a3a1_1_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44"/>
          <p:cNvSpPr txBox="1"/>
          <p:nvPr/>
        </p:nvSpPr>
        <p:spPr>
          <a:xfrm>
            <a:off x="4011900" y="3357625"/>
            <a:ext cx="8180100" cy="1872300"/>
          </a:xfrm>
          <a:prstGeom prst="rect">
            <a:avLst/>
          </a:prstGeom>
          <a:noFill/>
          <a:ln>
            <a:noFill/>
          </a:ln>
        </p:spPr>
        <p:txBody>
          <a:bodyPr anchorCtr="0" anchor="t" bIns="45700" lIns="91425" spcFirstLastPara="1" rIns="91425" wrap="square" tIns="45700">
            <a:noAutofit/>
          </a:bodyPr>
          <a:lstStyle/>
          <a:p>
            <a:pPr indent="0" lvl="0" marL="0" marR="0" rtl="0" algn="r">
              <a:lnSpc>
                <a:spcPct val="110000"/>
              </a:lnSpc>
              <a:spcBef>
                <a:spcPts val="0"/>
              </a:spcBef>
              <a:spcAft>
                <a:spcPts val="0"/>
              </a:spcAft>
              <a:buNone/>
            </a:pPr>
            <a:r>
              <a:rPr b="1" lang="fr-FR" sz="2500">
                <a:solidFill>
                  <a:schemeClr val="lt1"/>
                </a:solidFill>
              </a:rPr>
              <a:t>[ADNS Ref] A350</a:t>
            </a:r>
            <a:r>
              <a:rPr b="1" lang="fr-FR" sz="2500">
                <a:solidFill>
                  <a:schemeClr val="lt1"/>
                </a:solidFill>
                <a:latin typeface="Arial"/>
                <a:ea typeface="Arial"/>
                <a:cs typeface="Arial"/>
                <a:sym typeface="Arial"/>
              </a:rPr>
              <a:t> ATA</a:t>
            </a:r>
            <a:r>
              <a:rPr b="1" lang="fr-FR" sz="2500">
                <a:solidFill>
                  <a:schemeClr val="lt1"/>
                </a:solidFill>
              </a:rPr>
              <a:t> 36</a:t>
            </a:r>
            <a:r>
              <a:rPr b="1" lang="fr-FR" sz="2500">
                <a:solidFill>
                  <a:schemeClr val="lt1"/>
                </a:solidFill>
                <a:latin typeface="Arial"/>
                <a:ea typeface="Arial"/>
                <a:cs typeface="Arial"/>
                <a:sym typeface="Arial"/>
              </a:rPr>
              <a:t> </a:t>
            </a:r>
            <a:r>
              <a:rPr b="1" lang="fr-FR" sz="2500">
                <a:solidFill>
                  <a:schemeClr val="lt1"/>
                </a:solidFill>
              </a:rPr>
              <a:t>PCE Leakage Monitoring</a:t>
            </a:r>
            <a:endParaRPr b="1" sz="2500">
              <a:solidFill>
                <a:schemeClr val="lt1"/>
              </a:solidFill>
              <a:latin typeface="Arial"/>
              <a:ea typeface="Arial"/>
              <a:cs typeface="Arial"/>
              <a:sym typeface="Arial"/>
            </a:endParaRPr>
          </a:p>
          <a:p>
            <a:pPr indent="0" lvl="0" marL="0" marR="0" rtl="0" algn="r">
              <a:lnSpc>
                <a:spcPct val="110000"/>
              </a:lnSpc>
              <a:spcBef>
                <a:spcPts val="0"/>
              </a:spcBef>
              <a:spcAft>
                <a:spcPts val="0"/>
              </a:spcAft>
              <a:buNone/>
            </a:pPr>
            <a:r>
              <a:rPr b="1" lang="fr-FR" sz="2500">
                <a:solidFill>
                  <a:schemeClr val="lt1"/>
                </a:solidFill>
              </a:rPr>
              <a:t>Feasibility</a:t>
            </a:r>
            <a:r>
              <a:rPr b="1" lang="fr-FR" sz="2500">
                <a:solidFill>
                  <a:schemeClr val="lt1"/>
                </a:solidFill>
              </a:rPr>
              <a:t> review</a:t>
            </a:r>
            <a:endParaRPr/>
          </a:p>
          <a:p>
            <a:pPr indent="0" lvl="0" marL="0" marR="0" rtl="0" algn="r">
              <a:lnSpc>
                <a:spcPct val="110000"/>
              </a:lnSpc>
              <a:spcBef>
                <a:spcPts val="0"/>
              </a:spcBef>
              <a:spcAft>
                <a:spcPts val="0"/>
              </a:spcAft>
              <a:buNone/>
            </a:pPr>
            <a:r>
              <a:rPr lang="fr-FR" sz="2500">
                <a:solidFill>
                  <a:schemeClr val="lt1"/>
                </a:solidFill>
              </a:rPr>
              <a:t>Juan Rodríguez</a:t>
            </a:r>
            <a:endParaRPr sz="2500">
              <a:solidFill>
                <a:schemeClr val="lt1"/>
              </a:solidFill>
            </a:endParaRPr>
          </a:p>
          <a:p>
            <a:pPr indent="0" lvl="0" marL="0" marR="0" rtl="0" algn="r">
              <a:lnSpc>
                <a:spcPct val="110000"/>
              </a:lnSpc>
              <a:spcBef>
                <a:spcPts val="0"/>
              </a:spcBef>
              <a:spcAft>
                <a:spcPts val="0"/>
              </a:spcAft>
              <a:buNone/>
            </a:pPr>
            <a:r>
              <a:rPr lang="fr-FR" sz="2500">
                <a:solidFill>
                  <a:schemeClr val="lt1"/>
                </a:solidFill>
              </a:rPr>
              <a:t>02/04/2024</a:t>
            </a:r>
            <a:endParaRPr sz="2500">
              <a:solidFill>
                <a:schemeClr val="lt1"/>
              </a:solidFill>
            </a:endParaRPr>
          </a:p>
        </p:txBody>
      </p:sp>
      <p:sp>
        <p:nvSpPr>
          <p:cNvPr id="573" name="Google Shape;573;p44"/>
          <p:cNvSpPr txBox="1"/>
          <p:nvPr/>
        </p:nvSpPr>
        <p:spPr>
          <a:xfrm>
            <a:off x="227200" y="169300"/>
            <a:ext cx="2095200" cy="346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FR" sz="1050">
                <a:solidFill>
                  <a:schemeClr val="lt1"/>
                </a:solidFill>
                <a:latin typeface="Roboto"/>
                <a:ea typeface="Roboto"/>
                <a:cs typeface="Roboto"/>
                <a:sym typeface="Roboto"/>
              </a:rPr>
              <a:t>FM2200683 </a:t>
            </a:r>
            <a:endParaRPr sz="1100">
              <a:solidFill>
                <a:schemeClr val="lt1"/>
              </a:solidFill>
            </a:endParaRPr>
          </a:p>
        </p:txBody>
      </p:sp>
      <p:sp>
        <p:nvSpPr>
          <p:cNvPr id="574" name="Google Shape;574;p44"/>
          <p:cNvSpPr txBox="1"/>
          <p:nvPr/>
        </p:nvSpPr>
        <p:spPr>
          <a:xfrm>
            <a:off x="5484300" y="103900"/>
            <a:ext cx="360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600">
                <a:solidFill>
                  <a:srgbClr val="FFFFFF"/>
                </a:solidFill>
              </a:rPr>
              <a:t>[Not Export Controlled/ ECCNxxx]</a:t>
            </a:r>
            <a:endParaRPr sz="1600">
              <a:solidFill>
                <a:srgbClr val="FFFFFF"/>
              </a:solidFill>
            </a:endParaRPr>
          </a:p>
        </p:txBody>
      </p:sp>
      <p:sp>
        <p:nvSpPr>
          <p:cNvPr id="575" name="Google Shape;575;p44"/>
          <p:cNvSpPr txBox="1"/>
          <p:nvPr/>
        </p:nvSpPr>
        <p:spPr>
          <a:xfrm>
            <a:off x="10358525" y="157750"/>
            <a:ext cx="1523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200">
                <a:solidFill>
                  <a:srgbClr val="FF9900"/>
                </a:solidFill>
              </a:rPr>
              <a:t>AIRBUS AMBER</a:t>
            </a:r>
            <a:endParaRPr sz="1200">
              <a:solidFill>
                <a:srgbClr val="FF99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5"/>
          <p:cNvSpPr/>
          <p:nvPr/>
        </p:nvSpPr>
        <p:spPr>
          <a:xfrm>
            <a:off x="13255134" y="4303817"/>
            <a:ext cx="232756" cy="333168"/>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lang="fr-FR" sz="1361">
                <a:solidFill>
                  <a:srgbClr val="000000"/>
                </a:solidFill>
                <a:latin typeface="Arial"/>
                <a:ea typeface="Arial"/>
                <a:cs typeface="Arial"/>
                <a:sym typeface="Arial"/>
              </a:rPr>
              <a:t> </a:t>
            </a:r>
            <a:endParaRPr sz="1361">
              <a:solidFill>
                <a:schemeClr val="dk1"/>
              </a:solidFill>
              <a:latin typeface="Arial"/>
              <a:ea typeface="Arial"/>
              <a:cs typeface="Arial"/>
              <a:sym typeface="Arial"/>
            </a:endParaRPr>
          </a:p>
        </p:txBody>
      </p:sp>
      <p:sp>
        <p:nvSpPr>
          <p:cNvPr id="582" name="Google Shape;582;p45"/>
          <p:cNvSpPr txBox="1"/>
          <p:nvPr/>
        </p:nvSpPr>
        <p:spPr>
          <a:xfrm>
            <a:off x="469901" y="104649"/>
            <a:ext cx="11249698" cy="881187"/>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p:txBody>
      </p:sp>
      <p:sp>
        <p:nvSpPr>
          <p:cNvPr id="583" name="Google Shape;583;p45"/>
          <p:cNvSpPr/>
          <p:nvPr/>
        </p:nvSpPr>
        <p:spPr>
          <a:xfrm>
            <a:off x="695400" y="908720"/>
            <a:ext cx="3276000" cy="298372"/>
          </a:xfrm>
          <a:prstGeom prst="roundRect">
            <a:avLst>
              <a:gd fmla="val 16667" name="adj"/>
            </a:avLst>
          </a:prstGeom>
          <a:solidFill>
            <a:schemeClr val="dk2"/>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chemeClr val="lt1"/>
              </a:buClr>
              <a:buSzPts val="1400"/>
              <a:buFont typeface="Arial"/>
              <a:buNone/>
            </a:pPr>
            <a:r>
              <a:rPr b="1" lang="fr-FR">
                <a:solidFill>
                  <a:schemeClr val="lt1"/>
                </a:solidFill>
              </a:rPr>
              <a:t>Feasibility</a:t>
            </a:r>
            <a:r>
              <a:rPr b="1" lang="fr-FR" sz="1400">
                <a:solidFill>
                  <a:schemeClr val="lt1"/>
                </a:solidFill>
                <a:latin typeface="Arial"/>
                <a:ea typeface="Arial"/>
                <a:cs typeface="Arial"/>
                <a:sym typeface="Arial"/>
              </a:rPr>
              <a:t> review participants</a:t>
            </a:r>
            <a:endParaRPr b="1" i="0" sz="1400" u="none" cap="none" strike="noStrike">
              <a:solidFill>
                <a:schemeClr val="lt1"/>
              </a:solidFill>
              <a:latin typeface="Arial"/>
              <a:ea typeface="Arial"/>
              <a:cs typeface="Arial"/>
              <a:sym typeface="Arial"/>
            </a:endParaRPr>
          </a:p>
        </p:txBody>
      </p:sp>
      <p:sp>
        <p:nvSpPr>
          <p:cNvPr id="584" name="Google Shape;584;p45"/>
          <p:cNvSpPr/>
          <p:nvPr/>
        </p:nvSpPr>
        <p:spPr>
          <a:xfrm>
            <a:off x="11297095" y="5419193"/>
            <a:ext cx="325730" cy="340093"/>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400">
                <a:solidFill>
                  <a:schemeClr val="lt1"/>
                </a:solidFill>
                <a:latin typeface="Noto Sans Symbols"/>
                <a:ea typeface="Noto Sans Symbols"/>
                <a:cs typeface="Noto Sans Symbols"/>
                <a:sym typeface="Noto Sans Symbols"/>
              </a:rPr>
              <a:t>✔</a:t>
            </a:r>
            <a:endParaRPr b="1" sz="1400">
              <a:solidFill>
                <a:schemeClr val="lt1"/>
              </a:solidFill>
              <a:latin typeface="Noto Sans Symbols"/>
              <a:ea typeface="Noto Sans Symbols"/>
              <a:cs typeface="Noto Sans Symbols"/>
              <a:sym typeface="Noto Sans Symbols"/>
            </a:endParaRPr>
          </a:p>
        </p:txBody>
      </p:sp>
      <p:sp>
        <p:nvSpPr>
          <p:cNvPr id="585" name="Google Shape;585;p45"/>
          <p:cNvSpPr/>
          <p:nvPr/>
        </p:nvSpPr>
        <p:spPr>
          <a:xfrm>
            <a:off x="10395383" y="536837"/>
            <a:ext cx="365806" cy="410882"/>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800">
                <a:solidFill>
                  <a:schemeClr val="lt1"/>
                </a:solidFill>
                <a:latin typeface="Noto Sans Symbols"/>
                <a:ea typeface="Noto Sans Symbols"/>
                <a:cs typeface="Noto Sans Symbols"/>
                <a:sym typeface="Noto Sans Symbols"/>
              </a:rPr>
              <a:t>✔</a:t>
            </a:r>
            <a:endParaRPr b="1" sz="1800">
              <a:solidFill>
                <a:schemeClr val="lt1"/>
              </a:solidFill>
              <a:latin typeface="Noto Sans Symbols"/>
              <a:ea typeface="Noto Sans Symbols"/>
              <a:cs typeface="Noto Sans Symbols"/>
              <a:sym typeface="Noto Sans Symbols"/>
            </a:endParaRPr>
          </a:p>
        </p:txBody>
      </p:sp>
      <p:graphicFrame>
        <p:nvGraphicFramePr>
          <p:cNvPr id="586" name="Google Shape;586;p45"/>
          <p:cNvGraphicFramePr/>
          <p:nvPr/>
        </p:nvGraphicFramePr>
        <p:xfrm>
          <a:off x="695399" y="1340768"/>
          <a:ext cx="3000000" cy="3000000"/>
        </p:xfrm>
        <a:graphic>
          <a:graphicData uri="http://schemas.openxmlformats.org/drawingml/2006/table">
            <a:tbl>
              <a:tblPr bandRow="1" firstRow="1">
                <a:noFill/>
                <a:tableStyleId>{008B8707-4E01-494D-8FFB-F336551B3924}</a:tableStyleId>
              </a:tblPr>
              <a:tblGrid>
                <a:gridCol w="3240350"/>
                <a:gridCol w="2232250"/>
                <a:gridCol w="1728200"/>
                <a:gridCol w="1467050"/>
                <a:gridCol w="2637400"/>
              </a:tblGrid>
              <a:tr h="366250">
                <a:tc>
                  <a:txBody>
                    <a:bodyPr/>
                    <a:lstStyle/>
                    <a:p>
                      <a:pPr indent="0" lvl="0" marL="0" marR="0" rtl="0" algn="l">
                        <a:spcBef>
                          <a:spcPts val="0"/>
                        </a:spcBef>
                        <a:spcAft>
                          <a:spcPts val="0"/>
                        </a:spcAft>
                        <a:buNone/>
                      </a:pPr>
                      <a:r>
                        <a:rPr lang="fr-FR" sz="1600" u="none" cap="none" strike="noStrike"/>
                        <a:t>Role</a:t>
                      </a:r>
                      <a:endParaRPr sz="1600"/>
                    </a:p>
                  </a:txBody>
                  <a:tcPr marT="45725" marB="45725" marR="91450" marL="91450"/>
                </a:tc>
                <a:tc>
                  <a:txBody>
                    <a:bodyPr/>
                    <a:lstStyle/>
                    <a:p>
                      <a:pPr indent="0" lvl="0" marL="0" marR="0" rtl="0" algn="l">
                        <a:spcBef>
                          <a:spcPts val="0"/>
                        </a:spcBef>
                        <a:spcAft>
                          <a:spcPts val="0"/>
                        </a:spcAft>
                        <a:buNone/>
                      </a:pPr>
                      <a:r>
                        <a:rPr lang="fr-FR" sz="1600"/>
                        <a:t>Name &amp; Siglum</a:t>
                      </a:r>
                      <a:endParaRPr sz="1600"/>
                    </a:p>
                  </a:txBody>
                  <a:tcPr marT="45725" marB="45725" marR="91450" marL="91450"/>
                </a:tc>
                <a:tc>
                  <a:txBody>
                    <a:bodyPr/>
                    <a:lstStyle/>
                    <a:p>
                      <a:pPr indent="0" lvl="0" marL="0" marR="0" rtl="0" algn="l">
                        <a:spcBef>
                          <a:spcPts val="0"/>
                        </a:spcBef>
                        <a:spcAft>
                          <a:spcPts val="0"/>
                        </a:spcAft>
                        <a:buNone/>
                      </a:pPr>
                      <a:r>
                        <a:rPr lang="fr-FR" sz="1600"/>
                        <a:t>Mandatory?</a:t>
                      </a:r>
                      <a:endParaRPr sz="1600"/>
                    </a:p>
                  </a:txBody>
                  <a:tcPr marT="45725" marB="45725" marR="91450" marL="91450"/>
                </a:tc>
                <a:tc>
                  <a:txBody>
                    <a:bodyPr/>
                    <a:lstStyle/>
                    <a:p>
                      <a:pPr indent="0" lvl="0" marL="0" marR="0" rtl="0" algn="l">
                        <a:spcBef>
                          <a:spcPts val="0"/>
                        </a:spcBef>
                        <a:spcAft>
                          <a:spcPts val="0"/>
                        </a:spcAft>
                        <a:buNone/>
                      </a:pPr>
                      <a:r>
                        <a:rPr lang="fr-FR" sz="1600"/>
                        <a:t>Present?</a:t>
                      </a:r>
                      <a:endParaRPr sz="1600"/>
                    </a:p>
                  </a:txBody>
                  <a:tcPr marT="45725" marB="45725" marR="91450" marL="91450"/>
                </a:tc>
                <a:tc>
                  <a:txBody>
                    <a:bodyPr/>
                    <a:lstStyle/>
                    <a:p>
                      <a:pPr indent="0" lvl="0" marL="0" marR="0" rtl="0" algn="l">
                        <a:spcBef>
                          <a:spcPts val="0"/>
                        </a:spcBef>
                        <a:spcAft>
                          <a:spcPts val="0"/>
                        </a:spcAft>
                        <a:buNone/>
                      </a:pPr>
                      <a:r>
                        <a:rPr lang="fr-FR" sz="1600"/>
                        <a:t>Comment</a:t>
                      </a:r>
                      <a:endParaRPr sz="1600"/>
                    </a:p>
                  </a:txBody>
                  <a:tcPr marT="45725" marB="45725" marR="91450" marL="91450"/>
                </a:tc>
              </a:tr>
              <a:tr h="366250">
                <a:tc>
                  <a:txBody>
                    <a:bodyPr/>
                    <a:lstStyle/>
                    <a:p>
                      <a:pPr indent="0" lvl="0" marL="0" marR="0" rtl="0" algn="l">
                        <a:spcBef>
                          <a:spcPts val="0"/>
                        </a:spcBef>
                        <a:spcAft>
                          <a:spcPts val="0"/>
                        </a:spcAft>
                        <a:buNone/>
                      </a:pPr>
                      <a:r>
                        <a:rPr lang="fr-FR" sz="1500">
                          <a:solidFill>
                            <a:srgbClr val="00B050"/>
                          </a:solidFill>
                        </a:rPr>
                        <a:t>Project</a:t>
                      </a:r>
                      <a:r>
                        <a:rPr lang="fr-FR" sz="1500">
                          <a:solidFill>
                            <a:srgbClr val="00B050"/>
                          </a:solidFill>
                        </a:rPr>
                        <a:t> Leader</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David Decouchon</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Yes</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Yes</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t/>
                      </a:r>
                      <a:endParaRPr sz="1500">
                        <a:solidFill>
                          <a:srgbClr val="00B050"/>
                        </a:solidFill>
                      </a:endParaRPr>
                    </a:p>
                  </a:txBody>
                  <a:tcPr marT="45725" marB="45725" marR="91450" marL="91450"/>
                </a:tc>
              </a:tr>
              <a:tr h="366250">
                <a:tc>
                  <a:txBody>
                    <a:bodyPr/>
                    <a:lstStyle/>
                    <a:p>
                      <a:pPr indent="0" lvl="0" marL="0" marR="0" rtl="0" algn="l">
                        <a:spcBef>
                          <a:spcPts val="0"/>
                        </a:spcBef>
                        <a:spcAft>
                          <a:spcPts val="0"/>
                        </a:spcAft>
                        <a:buNone/>
                      </a:pPr>
                      <a:r>
                        <a:rPr lang="fr-FR" sz="1500">
                          <a:solidFill>
                            <a:srgbClr val="00B050"/>
                          </a:solidFill>
                        </a:rPr>
                        <a:t>Operational expert</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Julien Feret</a:t>
                      </a:r>
                      <a:endParaRPr sz="1500">
                        <a:solidFill>
                          <a:srgbClr val="00B050"/>
                        </a:solidFill>
                      </a:endParaRPr>
                    </a:p>
                  </a:txBody>
                  <a:tcPr marT="45725" marB="45725" marR="91450" marL="91450"/>
                </a:tc>
                <a:tc>
                  <a:txBody>
                    <a:bodyPr/>
                    <a:lstStyle/>
                    <a:p>
                      <a:pPr indent="0" lvl="0" marL="0" marR="0" rtl="0" algn="l">
                        <a:lnSpc>
                          <a:spcPct val="100000"/>
                        </a:lnSpc>
                        <a:spcBef>
                          <a:spcPts val="0"/>
                        </a:spcBef>
                        <a:spcAft>
                          <a:spcPts val="0"/>
                        </a:spcAft>
                        <a:buClr>
                          <a:srgbClr val="00B050"/>
                        </a:buClr>
                        <a:buSzPts val="1800"/>
                        <a:buFont typeface="Arial"/>
                        <a:buNone/>
                      </a:pPr>
                      <a:r>
                        <a:rPr lang="fr-FR" sz="1500">
                          <a:solidFill>
                            <a:srgbClr val="00B050"/>
                          </a:solidFill>
                        </a:rPr>
                        <a:t>Yes</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Yes</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t/>
                      </a:r>
                      <a:endParaRPr sz="1500">
                        <a:solidFill>
                          <a:srgbClr val="00B050"/>
                        </a:solidFill>
                      </a:endParaRPr>
                    </a:p>
                  </a:txBody>
                  <a:tcPr marT="45725" marB="45725" marR="91450" marL="91450"/>
                </a:tc>
              </a:tr>
              <a:tr h="541825">
                <a:tc>
                  <a:txBody>
                    <a:bodyPr/>
                    <a:lstStyle/>
                    <a:p>
                      <a:pPr indent="0" lvl="0" marL="0" marR="0" rtl="0" algn="l">
                        <a:lnSpc>
                          <a:spcPct val="100000"/>
                        </a:lnSpc>
                        <a:spcBef>
                          <a:spcPts val="0"/>
                        </a:spcBef>
                        <a:spcAft>
                          <a:spcPts val="0"/>
                        </a:spcAft>
                        <a:buClr>
                          <a:srgbClr val="00B050"/>
                        </a:buClr>
                        <a:buSzPts val="1800"/>
                        <a:buFont typeface="Arial"/>
                        <a:buNone/>
                      </a:pPr>
                      <a:r>
                        <a:rPr lang="fr-FR" sz="1500">
                          <a:solidFill>
                            <a:srgbClr val="00B050"/>
                          </a:solidFill>
                        </a:rPr>
                        <a:t>Engineering Customer Support (1SY) focal point</a:t>
                      </a:r>
                      <a:endParaRPr sz="1100"/>
                    </a:p>
                  </a:txBody>
                  <a:tcPr marT="45725" marB="45725" marR="91450" marL="91450"/>
                </a:tc>
                <a:tc>
                  <a:txBody>
                    <a:bodyPr/>
                    <a:lstStyle/>
                    <a:p>
                      <a:pPr indent="0" lvl="0" marL="0" marR="0" rtl="0" algn="l">
                        <a:spcBef>
                          <a:spcPts val="0"/>
                        </a:spcBef>
                        <a:spcAft>
                          <a:spcPts val="0"/>
                        </a:spcAft>
                        <a:buNone/>
                      </a:pPr>
                      <a:r>
                        <a:rPr lang="fr-FR" sz="1500">
                          <a:solidFill>
                            <a:srgbClr val="00B050"/>
                          </a:solidFill>
                        </a:rPr>
                        <a:t>Marta Díaz</a:t>
                      </a:r>
                      <a:endParaRPr sz="1500">
                        <a:solidFill>
                          <a:srgbClr val="00B050"/>
                        </a:solidFill>
                      </a:endParaRPr>
                    </a:p>
                  </a:txBody>
                  <a:tcPr marT="45725" marB="45725" marR="91450" marL="91450"/>
                </a:tc>
                <a:tc>
                  <a:txBody>
                    <a:bodyPr/>
                    <a:lstStyle/>
                    <a:p>
                      <a:pPr indent="0" lvl="0" marL="0" marR="0" rtl="0" algn="l">
                        <a:lnSpc>
                          <a:spcPct val="100000"/>
                        </a:lnSpc>
                        <a:spcBef>
                          <a:spcPts val="0"/>
                        </a:spcBef>
                        <a:spcAft>
                          <a:spcPts val="0"/>
                        </a:spcAft>
                        <a:buClr>
                          <a:srgbClr val="00B050"/>
                        </a:buClr>
                        <a:buSzPts val="1800"/>
                        <a:buFont typeface="Arial"/>
                        <a:buNone/>
                      </a:pPr>
                      <a:r>
                        <a:rPr lang="fr-FR" sz="1500">
                          <a:solidFill>
                            <a:srgbClr val="00B050"/>
                          </a:solidFill>
                        </a:rPr>
                        <a:t>Yes</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Yes</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t/>
                      </a:r>
                      <a:endParaRPr sz="1500">
                        <a:solidFill>
                          <a:srgbClr val="00B050"/>
                        </a:solidFill>
                      </a:endParaRPr>
                    </a:p>
                  </a:txBody>
                  <a:tcPr marT="45725" marB="45725" marR="91450" marL="91450"/>
                </a:tc>
              </a:tr>
              <a:tr h="541825">
                <a:tc>
                  <a:txBody>
                    <a:bodyPr/>
                    <a:lstStyle/>
                    <a:p>
                      <a:pPr indent="0" lvl="0" marL="0" marR="0" rtl="0" algn="l">
                        <a:lnSpc>
                          <a:spcPct val="100000"/>
                        </a:lnSpc>
                        <a:spcBef>
                          <a:spcPts val="0"/>
                        </a:spcBef>
                        <a:spcAft>
                          <a:spcPts val="0"/>
                        </a:spcAft>
                        <a:buClr>
                          <a:srgbClr val="00B050"/>
                        </a:buClr>
                        <a:buSzPts val="1800"/>
                        <a:buFont typeface="Arial"/>
                        <a:buNone/>
                      </a:pPr>
                      <a:r>
                        <a:rPr lang="fr-FR" sz="1500">
                          <a:solidFill>
                            <a:srgbClr val="00B050"/>
                          </a:solidFill>
                        </a:rPr>
                        <a:t>Front-End representative / Airtac representative</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Heriniaina Rasolofo</a:t>
                      </a:r>
                      <a:endParaRPr sz="1500">
                        <a:solidFill>
                          <a:srgbClr val="00B050"/>
                        </a:solidFill>
                      </a:endParaRPr>
                    </a:p>
                  </a:txBody>
                  <a:tcPr marT="45725" marB="45725" marR="91450" marL="91450"/>
                </a:tc>
                <a:tc>
                  <a:txBody>
                    <a:bodyPr/>
                    <a:lstStyle/>
                    <a:p>
                      <a:pPr indent="0" lvl="0" marL="0" marR="0" rtl="0" algn="l">
                        <a:lnSpc>
                          <a:spcPct val="100000"/>
                        </a:lnSpc>
                        <a:spcBef>
                          <a:spcPts val="0"/>
                        </a:spcBef>
                        <a:spcAft>
                          <a:spcPts val="0"/>
                        </a:spcAft>
                        <a:buClr>
                          <a:srgbClr val="00B050"/>
                        </a:buClr>
                        <a:buSzPts val="1800"/>
                        <a:buFont typeface="Arial"/>
                        <a:buNone/>
                      </a:pPr>
                      <a:r>
                        <a:rPr lang="fr-FR" sz="1500">
                          <a:solidFill>
                            <a:srgbClr val="00B050"/>
                          </a:solidFill>
                        </a:rPr>
                        <a:t>Yes</a:t>
                      </a:r>
                      <a:endParaRPr sz="1500">
                        <a:solidFill>
                          <a:srgbClr val="00B050"/>
                        </a:solidFill>
                      </a:endParaRPr>
                    </a:p>
                    <a:p>
                      <a:pPr indent="0" lvl="0" marL="0" marR="0" rtl="0" algn="l">
                        <a:spcBef>
                          <a:spcPts val="0"/>
                        </a:spcBef>
                        <a:spcAft>
                          <a:spcPts val="0"/>
                        </a:spcAft>
                        <a:buNone/>
                      </a:pPr>
                      <a:r>
                        <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Yes</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t/>
                      </a:r>
                      <a:endParaRPr sz="1500">
                        <a:solidFill>
                          <a:srgbClr val="00B050"/>
                        </a:solidFill>
                      </a:endParaRPr>
                    </a:p>
                  </a:txBody>
                  <a:tcPr marT="45725" marB="45725" marR="91450" marL="91450"/>
                </a:tc>
              </a:tr>
              <a:tr h="541825">
                <a:tc>
                  <a:txBody>
                    <a:bodyPr/>
                    <a:lstStyle/>
                    <a:p>
                      <a:pPr indent="0" lvl="0" marL="0" marR="0" rtl="0" algn="l">
                        <a:spcBef>
                          <a:spcPts val="0"/>
                        </a:spcBef>
                        <a:spcAft>
                          <a:spcPts val="0"/>
                        </a:spcAft>
                        <a:buNone/>
                      </a:pPr>
                      <a:r>
                        <a:rPr lang="fr-FR" sz="1500">
                          <a:solidFill>
                            <a:srgbClr val="00B050"/>
                          </a:solidFill>
                        </a:rPr>
                        <a:t>Program / support program</a:t>
                      </a:r>
                      <a:r>
                        <a:rPr lang="fr-FR" sz="1500">
                          <a:solidFill>
                            <a:srgbClr val="00B050"/>
                          </a:solidFill>
                        </a:rPr>
                        <a:t> / Skywise </a:t>
                      </a:r>
                      <a:r>
                        <a:rPr lang="fr-FR" sz="1500">
                          <a:solidFill>
                            <a:srgbClr val="00B050"/>
                          </a:solidFill>
                        </a:rPr>
                        <a:t>representative</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Andy Cheng</a:t>
                      </a:r>
                      <a:endParaRPr sz="1500">
                        <a:solidFill>
                          <a:srgbClr val="00B050"/>
                        </a:solidFill>
                      </a:endParaRPr>
                    </a:p>
                  </a:txBody>
                  <a:tcPr marT="45725" marB="45725" marR="91450" marL="91450"/>
                </a:tc>
                <a:tc>
                  <a:txBody>
                    <a:bodyPr/>
                    <a:lstStyle/>
                    <a:p>
                      <a:pPr indent="0" lvl="0" marL="0" marR="0" rtl="0" algn="l">
                        <a:lnSpc>
                          <a:spcPct val="100000"/>
                        </a:lnSpc>
                        <a:spcBef>
                          <a:spcPts val="0"/>
                        </a:spcBef>
                        <a:spcAft>
                          <a:spcPts val="0"/>
                        </a:spcAft>
                        <a:buClr>
                          <a:srgbClr val="00B050"/>
                        </a:buClr>
                        <a:buSzPts val="1800"/>
                        <a:buFont typeface="Arial"/>
                        <a:buNone/>
                      </a:pPr>
                      <a:r>
                        <a:rPr lang="fr-FR" sz="1500">
                          <a:solidFill>
                            <a:srgbClr val="00B050"/>
                          </a:solidFill>
                        </a:rPr>
                        <a:t>Yes</a:t>
                      </a:r>
                      <a:endParaRPr sz="1500">
                        <a:solidFill>
                          <a:srgbClr val="00B050"/>
                        </a:solidFill>
                      </a:endParaRPr>
                    </a:p>
                    <a:p>
                      <a:pPr indent="0" lvl="0" marL="0" marR="0" rtl="0" algn="l">
                        <a:spcBef>
                          <a:spcPts val="0"/>
                        </a:spcBef>
                        <a:spcAft>
                          <a:spcPts val="0"/>
                        </a:spcAft>
                        <a:buNone/>
                      </a:pPr>
                      <a:r>
                        <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rPr lang="fr-FR" sz="1500">
                          <a:solidFill>
                            <a:srgbClr val="00B050"/>
                          </a:solidFill>
                        </a:rPr>
                        <a:t>Yes</a:t>
                      </a:r>
                      <a:endParaRPr sz="1500">
                        <a:solidFill>
                          <a:srgbClr val="00B050"/>
                        </a:solidFill>
                      </a:endParaRPr>
                    </a:p>
                  </a:txBody>
                  <a:tcPr marT="45725" marB="45725" marR="91450" marL="91450"/>
                </a:tc>
                <a:tc>
                  <a:txBody>
                    <a:bodyPr/>
                    <a:lstStyle/>
                    <a:p>
                      <a:pPr indent="0" lvl="0" marL="0" marR="0" rtl="0" algn="l">
                        <a:spcBef>
                          <a:spcPts val="0"/>
                        </a:spcBef>
                        <a:spcAft>
                          <a:spcPts val="0"/>
                        </a:spcAft>
                        <a:buNone/>
                      </a:pPr>
                      <a:r>
                        <a:t/>
                      </a:r>
                      <a:endParaRPr sz="1500">
                        <a:solidFill>
                          <a:srgbClr val="00B050"/>
                        </a:solidFill>
                      </a:endParaRPr>
                    </a:p>
                  </a:txBody>
                  <a:tcPr marT="45725" marB="45725" marR="91450" marL="91450"/>
                </a:tc>
              </a:tr>
              <a:tr h="993350">
                <a:tc>
                  <a:txBody>
                    <a:bodyPr/>
                    <a:lstStyle/>
                    <a:p>
                      <a:pPr indent="0" lvl="0" marL="0" marR="0" rtl="0" algn="l">
                        <a:spcBef>
                          <a:spcPts val="0"/>
                        </a:spcBef>
                        <a:spcAft>
                          <a:spcPts val="0"/>
                        </a:spcAft>
                        <a:buNone/>
                      </a:pPr>
                      <a:r>
                        <a:rPr lang="fr-FR" sz="1500"/>
                        <a:t>Health</a:t>
                      </a:r>
                      <a:r>
                        <a:rPr lang="fr-FR" sz="1500"/>
                        <a:t> Engineer</a:t>
                      </a:r>
                      <a:endParaRPr sz="1500"/>
                    </a:p>
                  </a:txBody>
                  <a:tcPr marT="45725" marB="45725" marR="91450" marL="91450"/>
                </a:tc>
                <a:tc>
                  <a:txBody>
                    <a:bodyPr/>
                    <a:lstStyle/>
                    <a:p>
                      <a:pPr indent="0" lvl="0" marL="0" marR="0" rtl="0" algn="l">
                        <a:spcBef>
                          <a:spcPts val="0"/>
                        </a:spcBef>
                        <a:spcAft>
                          <a:spcPts val="0"/>
                        </a:spcAft>
                        <a:buNone/>
                      </a:pPr>
                      <a:r>
                        <a:rPr lang="fr-FR" sz="1500"/>
                        <a:t>Juan Rodríguez</a:t>
                      </a:r>
                      <a:endParaRPr sz="1500"/>
                    </a:p>
                    <a:p>
                      <a:pPr indent="0" lvl="0" marL="0" marR="0" rtl="0" algn="l">
                        <a:spcBef>
                          <a:spcPts val="0"/>
                        </a:spcBef>
                        <a:spcAft>
                          <a:spcPts val="0"/>
                        </a:spcAft>
                        <a:buNone/>
                      </a:pPr>
                      <a:r>
                        <a:rPr lang="fr-FR" sz="1500"/>
                        <a:t>Prasanna Raut</a:t>
                      </a:r>
                      <a:endParaRPr sz="1500"/>
                    </a:p>
                    <a:p>
                      <a:pPr indent="0" lvl="0" marL="0" marR="0" rtl="0" algn="l">
                        <a:spcBef>
                          <a:spcPts val="0"/>
                        </a:spcBef>
                        <a:spcAft>
                          <a:spcPts val="0"/>
                        </a:spcAft>
                        <a:buNone/>
                      </a:pPr>
                      <a:r>
                        <a:rPr lang="fr-FR" sz="1500"/>
                        <a:t>Akash Jadhav</a:t>
                      </a:r>
                      <a:endParaRPr sz="1500"/>
                    </a:p>
                    <a:p>
                      <a:pPr indent="0" lvl="0" marL="0" marR="0" rtl="0" algn="l">
                        <a:spcBef>
                          <a:spcPts val="0"/>
                        </a:spcBef>
                        <a:spcAft>
                          <a:spcPts val="0"/>
                        </a:spcAft>
                        <a:buNone/>
                      </a:pPr>
                      <a:r>
                        <a:rPr lang="fr-FR" sz="1500"/>
                        <a:t>Alejandro Sáez</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c>
                  <a:txBody>
                    <a:bodyPr/>
                    <a:lstStyle/>
                    <a:p>
                      <a:pPr indent="0" lvl="0" marL="0" marR="0" rtl="0" algn="l">
                        <a:spcBef>
                          <a:spcPts val="0"/>
                        </a:spcBef>
                        <a:spcAft>
                          <a:spcPts val="0"/>
                        </a:spcAft>
                        <a:buNone/>
                      </a:pPr>
                      <a:r>
                        <a:rPr lang="fr-FR" sz="1500"/>
                        <a:t>Yes</a:t>
                      </a:r>
                      <a:endParaRPr sz="1500"/>
                    </a:p>
                    <a:p>
                      <a:pPr indent="0" lvl="0" marL="0" marR="0" rtl="0" algn="l">
                        <a:spcBef>
                          <a:spcPts val="0"/>
                        </a:spcBef>
                        <a:spcAft>
                          <a:spcPts val="0"/>
                        </a:spcAft>
                        <a:buNone/>
                      </a:pPr>
                      <a:r>
                        <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r>
              <a:tr h="366250">
                <a:tc>
                  <a:txBody>
                    <a:bodyPr/>
                    <a:lstStyle/>
                    <a:p>
                      <a:pPr indent="0" lvl="0" marL="0" marR="0" rtl="0" algn="l">
                        <a:spcBef>
                          <a:spcPts val="0"/>
                        </a:spcBef>
                        <a:spcAft>
                          <a:spcPts val="0"/>
                        </a:spcAft>
                        <a:buNone/>
                      </a:pPr>
                      <a:r>
                        <a:rPr lang="fr-FR" sz="1500"/>
                        <a:t>Design office / EV specialist</a:t>
                      </a:r>
                      <a:endParaRPr sz="1500"/>
                    </a:p>
                  </a:txBody>
                  <a:tcPr marT="45725" marB="45725" marR="91450" marL="91450"/>
                </a:tc>
                <a:tc>
                  <a:txBody>
                    <a:bodyPr/>
                    <a:lstStyle/>
                    <a:p>
                      <a:pPr indent="0" lvl="0" marL="0" marR="0" rtl="0" algn="l">
                        <a:spcBef>
                          <a:spcPts val="0"/>
                        </a:spcBef>
                        <a:spcAft>
                          <a:spcPts val="0"/>
                        </a:spcAft>
                        <a:buNone/>
                      </a:pPr>
                      <a:r>
                        <a:rPr lang="fr-FR" sz="1500"/>
                        <a:t>Luis Amesty</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c>
                  <a:txBody>
                    <a:bodyPr/>
                    <a:lstStyle/>
                    <a:p>
                      <a:pPr indent="0" lvl="0" marL="0" marR="0" rtl="0" algn="l">
                        <a:spcBef>
                          <a:spcPts val="0"/>
                        </a:spcBef>
                        <a:spcAft>
                          <a:spcPts val="0"/>
                        </a:spcAft>
                        <a:buNone/>
                      </a:pPr>
                      <a:r>
                        <a:rPr lang="fr-FR" sz="1500"/>
                        <a:t>Yes</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r>
              <a:tr h="366250">
                <a:tc>
                  <a:txBody>
                    <a:bodyPr/>
                    <a:lstStyle/>
                    <a:p>
                      <a:pPr indent="0" lvl="0" marL="0" marR="0" rtl="0" algn="l">
                        <a:spcBef>
                          <a:spcPts val="0"/>
                        </a:spcBef>
                        <a:spcAft>
                          <a:spcPts val="0"/>
                        </a:spcAft>
                        <a:buNone/>
                      </a:pPr>
                      <a:r>
                        <a:rPr lang="fr-FR" sz="1500"/>
                        <a:t>R&amp;T focal point</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r>
              <a:tr h="366250">
                <a:tc>
                  <a:txBody>
                    <a:bodyPr/>
                    <a:lstStyle/>
                    <a:p>
                      <a:pPr indent="0" lvl="0" marL="0" marR="0" rtl="0" algn="l">
                        <a:spcBef>
                          <a:spcPts val="0"/>
                        </a:spcBef>
                        <a:spcAft>
                          <a:spcPts val="0"/>
                        </a:spcAft>
                        <a:buNone/>
                      </a:pPr>
                      <a:r>
                        <a:rPr lang="fr-FR" sz="1500"/>
                        <a:t>Other</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c>
                  <a:txBody>
                    <a:bodyPr/>
                    <a:lstStyle/>
                    <a:p>
                      <a:pPr indent="0" lvl="0" marL="0" marR="0" rtl="0" algn="l">
                        <a:spcBef>
                          <a:spcPts val="0"/>
                        </a:spcBef>
                        <a:spcAft>
                          <a:spcPts val="0"/>
                        </a:spcAft>
                        <a:buNone/>
                      </a:pPr>
                      <a:r>
                        <a:rPr lang="fr-FR" sz="1500"/>
                        <a:t>Yes/no</a:t>
                      </a:r>
                      <a:endParaRPr sz="1500"/>
                    </a:p>
                  </a:txBody>
                  <a:tcPr marT="45725" marB="45725" marR="91450" marL="91450"/>
                </a:tc>
                <a:tc>
                  <a:txBody>
                    <a:bodyPr/>
                    <a:lstStyle/>
                    <a:p>
                      <a:pPr indent="0" lvl="0" marL="0" marR="0" rtl="0" algn="l">
                        <a:spcBef>
                          <a:spcPts val="0"/>
                        </a:spcBef>
                        <a:spcAft>
                          <a:spcPts val="0"/>
                        </a:spcAft>
                        <a:buNone/>
                      </a:pPr>
                      <a:r>
                        <a:t/>
                      </a:r>
                      <a:endParaRPr sz="1500"/>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6"/>
          <p:cNvSpPr txBox="1"/>
          <p:nvPr/>
        </p:nvSpPr>
        <p:spPr>
          <a:xfrm>
            <a:off x="469900" y="1154725"/>
            <a:ext cx="11249700" cy="5029200"/>
          </a:xfrm>
          <a:prstGeom prst="rect">
            <a:avLst/>
          </a:prstGeom>
          <a:noFill/>
          <a:ln cap="flat" cmpd="sng" w="9525">
            <a:solidFill>
              <a:srgbClr val="BFBFBF"/>
            </a:solidFill>
            <a:prstDash val="dash"/>
            <a:round/>
            <a:headEnd len="sm" w="sm" type="none"/>
            <a:tailEnd len="sm" w="sm" type="none"/>
          </a:ln>
        </p:spPr>
        <p:txBody>
          <a:bodyPr anchorCtr="0" anchor="t" bIns="72000" lIns="72000" spcFirstLastPara="1" rIns="72000" wrap="square" tIns="72000">
            <a:noAutofit/>
          </a:bodyPr>
          <a:lstStyle/>
          <a:p>
            <a:pPr indent="0" lvl="0" marL="0" rtl="0" algn="l">
              <a:spcBef>
                <a:spcPts val="0"/>
              </a:spcBef>
              <a:spcAft>
                <a:spcPts val="0"/>
              </a:spcAft>
              <a:buNone/>
            </a:pPr>
            <a:r>
              <a:t/>
            </a:r>
            <a:endParaRPr i="1" sz="1200">
              <a:solidFill>
                <a:srgbClr val="A5A5A5"/>
              </a:solidFill>
            </a:endParaRPr>
          </a:p>
          <a:p>
            <a:pPr indent="0" lvl="0" marL="0" rtl="0" algn="l">
              <a:spcBef>
                <a:spcPts val="0"/>
              </a:spcBef>
              <a:spcAft>
                <a:spcPts val="0"/>
              </a:spcAft>
              <a:buNone/>
            </a:pPr>
            <a:r>
              <a:t/>
            </a:r>
            <a:endParaRPr i="1" sz="1200">
              <a:solidFill>
                <a:srgbClr val="A5A5A5"/>
              </a:solidFill>
            </a:endParaRPr>
          </a:p>
          <a:p>
            <a:pPr indent="0" lvl="0" marL="457200" rtl="0" algn="l">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p:txBody>
      </p:sp>
      <p:pic>
        <p:nvPicPr>
          <p:cNvPr id="593" name="Google Shape;593;p46"/>
          <p:cNvPicPr preferRelativeResize="0"/>
          <p:nvPr/>
        </p:nvPicPr>
        <p:blipFill>
          <a:blip r:embed="rId3">
            <a:alphaModFix/>
          </a:blip>
          <a:stretch>
            <a:fillRect/>
          </a:stretch>
        </p:blipFill>
        <p:spPr>
          <a:xfrm>
            <a:off x="607927" y="1219552"/>
            <a:ext cx="5220575" cy="4899549"/>
          </a:xfrm>
          <a:prstGeom prst="rect">
            <a:avLst/>
          </a:prstGeom>
          <a:noFill/>
          <a:ln>
            <a:noFill/>
          </a:ln>
        </p:spPr>
      </p:pic>
      <p:sp>
        <p:nvSpPr>
          <p:cNvPr id="594" name="Google Shape;594;p46"/>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System description</a:t>
            </a:r>
            <a:endParaRPr sz="2500">
              <a:solidFill>
                <a:schemeClr val="dk2"/>
              </a:solidFill>
            </a:endParaRPr>
          </a:p>
        </p:txBody>
      </p:sp>
      <p:sp>
        <p:nvSpPr>
          <p:cNvPr id="595" name="Google Shape;595;p46"/>
          <p:cNvSpPr txBox="1"/>
          <p:nvPr/>
        </p:nvSpPr>
        <p:spPr>
          <a:xfrm>
            <a:off x="6348825" y="1219550"/>
            <a:ext cx="5298600" cy="358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sz="1300">
              <a:solidFill>
                <a:srgbClr val="000000"/>
              </a:solidFill>
            </a:endParaRPr>
          </a:p>
          <a:p>
            <a:pPr indent="-311150" lvl="0" marL="457200" rtl="0" algn="l">
              <a:spcBef>
                <a:spcPts val="0"/>
              </a:spcBef>
              <a:spcAft>
                <a:spcPts val="0"/>
              </a:spcAft>
              <a:buClr>
                <a:srgbClr val="000000"/>
              </a:buClr>
              <a:buSzPts val="1300"/>
              <a:buChar char="●"/>
            </a:pPr>
            <a:r>
              <a:rPr lang="fr-FR" sz="1300">
                <a:solidFill>
                  <a:srgbClr val="000000"/>
                </a:solidFill>
              </a:rPr>
              <a:t>Pre-Cooler is used to reduce the temperature of engine bleed, before feeding it to Air Generation Unit.</a:t>
            </a:r>
            <a:endParaRPr sz="1300">
              <a:solidFill>
                <a:srgbClr val="000000"/>
              </a:solidFill>
            </a:endParaRPr>
          </a:p>
          <a:p>
            <a:pPr indent="0" lvl="0" marL="457200" rtl="0" algn="l">
              <a:spcBef>
                <a:spcPts val="0"/>
              </a:spcBef>
              <a:spcAft>
                <a:spcPts val="0"/>
              </a:spcAft>
              <a:buNone/>
            </a:pPr>
            <a:r>
              <a:t/>
            </a:r>
            <a:endParaRPr sz="1300"/>
          </a:p>
          <a:p>
            <a:pPr indent="-311150" lvl="0" marL="457200" rtl="0" algn="l">
              <a:spcBef>
                <a:spcPts val="0"/>
              </a:spcBef>
              <a:spcAft>
                <a:spcPts val="0"/>
              </a:spcAft>
              <a:buClr>
                <a:srgbClr val="000000"/>
              </a:buClr>
              <a:buSzPts val="1300"/>
              <a:buChar char="●"/>
            </a:pPr>
            <a:r>
              <a:rPr lang="fr-FR" sz="1300">
                <a:solidFill>
                  <a:srgbClr val="000000"/>
                </a:solidFill>
              </a:rPr>
              <a:t>If hot air leaks from pre-cooler it can damage the other components inside pylon.</a:t>
            </a:r>
            <a:endParaRPr sz="1300">
              <a:solidFill>
                <a:srgbClr val="000000"/>
              </a:solidFill>
            </a:endParaRPr>
          </a:p>
          <a:p>
            <a:pPr indent="0" lvl="0" marL="457200" rtl="0" algn="l">
              <a:spcBef>
                <a:spcPts val="0"/>
              </a:spcBef>
              <a:spcAft>
                <a:spcPts val="0"/>
              </a:spcAft>
              <a:buNone/>
            </a:pPr>
            <a:r>
              <a:t/>
            </a:r>
            <a:endParaRPr sz="1300"/>
          </a:p>
          <a:p>
            <a:pPr indent="-311150" lvl="0" marL="457200" rtl="0" algn="l">
              <a:spcBef>
                <a:spcPts val="0"/>
              </a:spcBef>
              <a:spcAft>
                <a:spcPts val="0"/>
              </a:spcAft>
              <a:buClr>
                <a:srgbClr val="000000"/>
              </a:buClr>
              <a:buSzPts val="1300"/>
              <a:buChar char="●"/>
            </a:pPr>
            <a:r>
              <a:rPr lang="fr-FR" sz="1300">
                <a:solidFill>
                  <a:srgbClr val="000000"/>
                </a:solidFill>
              </a:rPr>
              <a:t>No active sensor is available to detect air leak from pre-cooler.</a:t>
            </a:r>
            <a:endParaRPr sz="1300">
              <a:solidFill>
                <a:srgbClr val="000000"/>
              </a:solidFill>
            </a:endParaRPr>
          </a:p>
          <a:p>
            <a:pPr indent="0" lvl="0" marL="457200" rtl="0" algn="l">
              <a:spcBef>
                <a:spcPts val="0"/>
              </a:spcBef>
              <a:spcAft>
                <a:spcPts val="0"/>
              </a:spcAft>
              <a:buNone/>
            </a:pPr>
            <a:r>
              <a:t/>
            </a:r>
            <a:endParaRPr sz="1300"/>
          </a:p>
          <a:p>
            <a:pPr indent="-311150" lvl="0" marL="457200" rtl="0" algn="l">
              <a:spcBef>
                <a:spcPts val="0"/>
              </a:spcBef>
              <a:spcAft>
                <a:spcPts val="0"/>
              </a:spcAft>
              <a:buClr>
                <a:srgbClr val="000000"/>
              </a:buClr>
              <a:buSzPts val="1300"/>
              <a:buChar char="●"/>
            </a:pPr>
            <a:r>
              <a:rPr lang="fr-FR" sz="1300">
                <a:solidFill>
                  <a:srgbClr val="000000"/>
                </a:solidFill>
              </a:rPr>
              <a:t>At the end of engine start sequence pressurized air from APU is encapsulated in closed volume as highlighted in the </a:t>
            </a:r>
            <a:r>
              <a:rPr lang="fr-FR" sz="1300"/>
              <a:t>figure</a:t>
            </a:r>
            <a:r>
              <a:rPr lang="fr-FR" sz="1300">
                <a:solidFill>
                  <a:srgbClr val="000000"/>
                </a:solidFill>
              </a:rPr>
              <a:t>.</a:t>
            </a:r>
            <a:endParaRPr sz="1300">
              <a:solidFill>
                <a:srgbClr val="000000"/>
              </a:solidFill>
            </a:endParaRPr>
          </a:p>
          <a:p>
            <a:pPr indent="0" lvl="0" marL="457200" rtl="0" algn="l">
              <a:spcBef>
                <a:spcPts val="0"/>
              </a:spcBef>
              <a:spcAft>
                <a:spcPts val="0"/>
              </a:spcAft>
              <a:buNone/>
            </a:pPr>
            <a:r>
              <a:t/>
            </a:r>
            <a:endParaRPr sz="1300"/>
          </a:p>
          <a:p>
            <a:pPr indent="-311150" lvl="0" marL="457200" rtl="0" algn="l">
              <a:spcBef>
                <a:spcPts val="0"/>
              </a:spcBef>
              <a:spcAft>
                <a:spcPts val="0"/>
              </a:spcAft>
              <a:buClr>
                <a:srgbClr val="000000"/>
              </a:buClr>
              <a:buSzPts val="1300"/>
              <a:buChar char="●"/>
            </a:pPr>
            <a:r>
              <a:rPr lang="fr-FR" sz="1300">
                <a:solidFill>
                  <a:srgbClr val="000000"/>
                </a:solidFill>
              </a:rPr>
              <a:t>PM1 sensor can be used to measure the pressure.</a:t>
            </a:r>
            <a:endParaRPr sz="1300">
              <a:solidFill>
                <a:srgbClr val="000000"/>
              </a:solidFill>
            </a:endParaRPr>
          </a:p>
          <a:p>
            <a:pPr indent="0" lvl="0" marL="457200" rtl="0" algn="l">
              <a:spcBef>
                <a:spcPts val="0"/>
              </a:spcBef>
              <a:spcAft>
                <a:spcPts val="0"/>
              </a:spcAft>
              <a:buNone/>
            </a:pPr>
            <a:r>
              <a:t/>
            </a:r>
            <a:endParaRPr sz="1300"/>
          </a:p>
          <a:p>
            <a:pPr indent="-311150" lvl="0" marL="457200" rtl="0" algn="l">
              <a:spcBef>
                <a:spcPts val="0"/>
              </a:spcBef>
              <a:spcAft>
                <a:spcPts val="0"/>
              </a:spcAft>
              <a:buClr>
                <a:srgbClr val="000000"/>
              </a:buClr>
              <a:buSzPts val="1300"/>
              <a:buChar char="●"/>
            </a:pPr>
            <a:r>
              <a:rPr lang="fr-FR" sz="1300"/>
              <a:t>Small leaks are normal because the volume is not hermetic and the pressure is reduced gradually. However, in case of leaky PCE the air pressure drops drastically.</a:t>
            </a:r>
            <a:endParaRPr sz="1300">
              <a:solidFill>
                <a:srgbClr val="000000"/>
              </a:solidFill>
            </a:endParaRPr>
          </a:p>
        </p:txBody>
      </p:sp>
      <p:sp>
        <p:nvSpPr>
          <p:cNvPr id="596" name="Google Shape;596;p46"/>
          <p:cNvSpPr txBox="1"/>
          <p:nvPr/>
        </p:nvSpPr>
        <p:spPr>
          <a:xfrm>
            <a:off x="7693425" y="4731300"/>
            <a:ext cx="2609400" cy="1404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FR" sz="1200" u="sng">
                <a:solidFill>
                  <a:srgbClr val="000000"/>
                </a:solidFill>
              </a:rPr>
              <a:t>PCE</a:t>
            </a:r>
            <a:endParaRPr b="1" sz="1200" u="sng">
              <a:solidFill>
                <a:srgbClr val="000000"/>
              </a:solidFill>
            </a:endParaRPr>
          </a:p>
          <a:p>
            <a:pPr indent="0" lvl="0" marL="0" rtl="0" algn="ctr">
              <a:lnSpc>
                <a:spcPct val="115000"/>
              </a:lnSpc>
              <a:spcBef>
                <a:spcPts val="0"/>
              </a:spcBef>
              <a:spcAft>
                <a:spcPts val="0"/>
              </a:spcAft>
              <a:buNone/>
            </a:pPr>
            <a:r>
              <a:t/>
            </a:r>
            <a:endParaRPr b="1" sz="1200" u="sng">
              <a:solidFill>
                <a:srgbClr val="000000"/>
              </a:solidFill>
            </a:endParaRPr>
          </a:p>
          <a:p>
            <a:pPr indent="-304800" lvl="0" marL="457200" rtl="0" algn="l">
              <a:lnSpc>
                <a:spcPct val="115000"/>
              </a:lnSpc>
              <a:spcBef>
                <a:spcPts val="0"/>
              </a:spcBef>
              <a:spcAft>
                <a:spcPts val="0"/>
              </a:spcAft>
              <a:buClr>
                <a:srgbClr val="000000"/>
              </a:buClr>
              <a:buSzPts val="1200"/>
              <a:buChar char="●"/>
            </a:pPr>
            <a:r>
              <a:rPr b="1" lang="fr-FR" sz="1200">
                <a:solidFill>
                  <a:srgbClr val="000000"/>
                </a:solidFill>
              </a:rPr>
              <a:t>ATA 6D:</a:t>
            </a:r>
            <a:r>
              <a:rPr lang="fr-FR" sz="1200">
                <a:solidFill>
                  <a:srgbClr val="000000"/>
                </a:solidFill>
              </a:rPr>
              <a:t> 36-11-62</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b="1" lang="fr-FR" sz="1200">
                <a:solidFill>
                  <a:srgbClr val="000000"/>
                </a:solidFill>
              </a:rPr>
              <a:t>FIN:</a:t>
            </a:r>
            <a:r>
              <a:rPr lang="fr-FR" sz="1200">
                <a:solidFill>
                  <a:srgbClr val="000000"/>
                </a:solidFill>
              </a:rPr>
              <a:t> 7150HA1, 7150HA2</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b="1" lang="fr-FR" sz="1200">
                <a:solidFill>
                  <a:srgbClr val="000000"/>
                </a:solidFill>
              </a:rPr>
              <a:t>PN</a:t>
            </a:r>
            <a:r>
              <a:rPr lang="fr-FR" sz="1200">
                <a:solidFill>
                  <a:srgbClr val="000000"/>
                </a:solidFill>
              </a:rPr>
              <a:t>: 67200000-02</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b="1" lang="fr-FR" sz="1200">
                <a:solidFill>
                  <a:srgbClr val="000000"/>
                </a:solidFill>
              </a:rPr>
              <a:t>Supplier:</a:t>
            </a:r>
            <a:r>
              <a:rPr lang="fr-FR" sz="1200">
                <a:solidFill>
                  <a:srgbClr val="000000"/>
                </a:solidFill>
              </a:rPr>
              <a:t>HNW Torrance</a:t>
            </a:r>
            <a:endParaRPr sz="1200">
              <a:solidFill>
                <a:srgbClr val="000000"/>
              </a:solidFill>
            </a:endParaRPr>
          </a:p>
        </p:txBody>
      </p:sp>
      <p:grpSp>
        <p:nvGrpSpPr>
          <p:cNvPr id="597" name="Google Shape;597;p46"/>
          <p:cNvGrpSpPr/>
          <p:nvPr/>
        </p:nvGrpSpPr>
        <p:grpSpPr>
          <a:xfrm>
            <a:off x="2424975" y="2150138"/>
            <a:ext cx="1803000" cy="1702513"/>
            <a:chOff x="2424975" y="2150138"/>
            <a:chExt cx="1803000" cy="1702513"/>
          </a:xfrm>
        </p:grpSpPr>
        <p:cxnSp>
          <p:nvCxnSpPr>
            <p:cNvPr id="598" name="Google Shape;598;p46"/>
            <p:cNvCxnSpPr/>
            <p:nvPr/>
          </p:nvCxnSpPr>
          <p:spPr>
            <a:xfrm>
              <a:off x="3604275" y="2313750"/>
              <a:ext cx="623700" cy="3000"/>
            </a:xfrm>
            <a:prstGeom prst="straightConnector1">
              <a:avLst/>
            </a:prstGeom>
            <a:noFill/>
            <a:ln cap="flat" cmpd="sng" w="28575">
              <a:solidFill>
                <a:srgbClr val="9900FF"/>
              </a:solidFill>
              <a:prstDash val="solid"/>
              <a:round/>
              <a:headEnd len="med" w="med" type="none"/>
              <a:tailEnd len="med" w="med" type="none"/>
            </a:ln>
          </p:spPr>
        </p:cxnSp>
        <p:grpSp>
          <p:nvGrpSpPr>
            <p:cNvPr id="599" name="Google Shape;599;p46"/>
            <p:cNvGrpSpPr/>
            <p:nvPr/>
          </p:nvGrpSpPr>
          <p:grpSpPr>
            <a:xfrm>
              <a:off x="2424975" y="2150138"/>
              <a:ext cx="1799700" cy="1702513"/>
              <a:chOff x="2424975" y="2150138"/>
              <a:chExt cx="1799700" cy="1702513"/>
            </a:xfrm>
          </p:grpSpPr>
          <p:sp>
            <p:nvSpPr>
              <p:cNvPr id="600" name="Google Shape;600;p46"/>
              <p:cNvSpPr/>
              <p:nvPr/>
            </p:nvSpPr>
            <p:spPr>
              <a:xfrm>
                <a:off x="2424975" y="2162825"/>
                <a:ext cx="1799700" cy="140400"/>
              </a:xfrm>
              <a:prstGeom prst="rect">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46"/>
              <p:cNvSpPr/>
              <p:nvPr/>
            </p:nvSpPr>
            <p:spPr>
              <a:xfrm>
                <a:off x="3465075" y="2295925"/>
                <a:ext cx="144000" cy="666900"/>
              </a:xfrm>
              <a:prstGeom prst="rect">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2" name="Google Shape;602;p46"/>
              <p:cNvSpPr/>
              <p:nvPr/>
            </p:nvSpPr>
            <p:spPr>
              <a:xfrm>
                <a:off x="3469475" y="3520700"/>
                <a:ext cx="144000" cy="331200"/>
              </a:xfrm>
              <a:prstGeom prst="rect">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03" name="Google Shape;603;p46"/>
              <p:cNvCxnSpPr/>
              <p:nvPr/>
            </p:nvCxnSpPr>
            <p:spPr>
              <a:xfrm flipH="1" rot="5400000">
                <a:off x="2978200" y="3374000"/>
                <a:ext cx="889500" cy="67800"/>
              </a:xfrm>
              <a:prstGeom prst="bentConnector3">
                <a:avLst>
                  <a:gd fmla="val 36422" name="adj1"/>
                </a:avLst>
              </a:prstGeom>
              <a:noFill/>
              <a:ln cap="flat" cmpd="sng" w="28575">
                <a:solidFill>
                  <a:srgbClr val="9900FF"/>
                </a:solidFill>
                <a:prstDash val="solid"/>
                <a:round/>
                <a:headEnd len="med" w="med" type="none"/>
                <a:tailEnd len="med" w="med" type="none"/>
              </a:ln>
            </p:spPr>
          </p:cxnSp>
          <p:cxnSp>
            <p:nvCxnSpPr>
              <p:cNvPr id="604" name="Google Shape;604;p46"/>
              <p:cNvCxnSpPr/>
              <p:nvPr/>
            </p:nvCxnSpPr>
            <p:spPr>
              <a:xfrm flipH="1" rot="5400000">
                <a:off x="3339400" y="2604500"/>
                <a:ext cx="644100" cy="76800"/>
              </a:xfrm>
              <a:prstGeom prst="bentConnector3">
                <a:avLst>
                  <a:gd fmla="val 1510" name="adj1"/>
                </a:avLst>
              </a:prstGeom>
              <a:noFill/>
              <a:ln cap="flat" cmpd="sng" w="28575">
                <a:solidFill>
                  <a:srgbClr val="9900FF"/>
                </a:solidFill>
                <a:prstDash val="solid"/>
                <a:round/>
                <a:headEnd len="med" w="med" type="none"/>
                <a:tailEnd len="med" w="med" type="none"/>
              </a:ln>
            </p:spPr>
          </p:cxnSp>
          <p:cxnSp>
            <p:nvCxnSpPr>
              <p:cNvPr id="605" name="Google Shape;605;p46"/>
              <p:cNvCxnSpPr/>
              <p:nvPr/>
            </p:nvCxnSpPr>
            <p:spPr>
              <a:xfrm rot="-5400000">
                <a:off x="3100525" y="2611725"/>
                <a:ext cx="639900" cy="63300"/>
              </a:xfrm>
              <a:prstGeom prst="bentConnector3">
                <a:avLst>
                  <a:gd fmla="val 1266" name="adj1"/>
                </a:avLst>
              </a:prstGeom>
              <a:noFill/>
              <a:ln cap="flat" cmpd="sng" w="28575">
                <a:solidFill>
                  <a:srgbClr val="9900FF"/>
                </a:solidFill>
                <a:prstDash val="solid"/>
                <a:round/>
                <a:headEnd len="med" w="med" type="none"/>
                <a:tailEnd len="med" w="med" type="none"/>
              </a:ln>
            </p:spPr>
          </p:cxnSp>
          <p:cxnSp>
            <p:nvCxnSpPr>
              <p:cNvPr id="606" name="Google Shape;606;p46"/>
              <p:cNvCxnSpPr/>
              <p:nvPr/>
            </p:nvCxnSpPr>
            <p:spPr>
              <a:xfrm>
                <a:off x="2424975" y="2317000"/>
                <a:ext cx="1040100" cy="0"/>
              </a:xfrm>
              <a:prstGeom prst="straightConnector1">
                <a:avLst/>
              </a:prstGeom>
              <a:noFill/>
              <a:ln cap="flat" cmpd="sng" w="28575">
                <a:solidFill>
                  <a:srgbClr val="9900FF"/>
                </a:solidFill>
                <a:prstDash val="solid"/>
                <a:round/>
                <a:headEnd len="med" w="med" type="none"/>
                <a:tailEnd len="med" w="med" type="none"/>
              </a:ln>
            </p:spPr>
          </p:cxnSp>
          <p:cxnSp>
            <p:nvCxnSpPr>
              <p:cNvPr id="607" name="Google Shape;607;p46"/>
              <p:cNvCxnSpPr/>
              <p:nvPr/>
            </p:nvCxnSpPr>
            <p:spPr>
              <a:xfrm flipH="1" rot="10800000">
                <a:off x="2424975" y="2150138"/>
                <a:ext cx="1799700" cy="1800"/>
              </a:xfrm>
              <a:prstGeom prst="straightConnector1">
                <a:avLst/>
              </a:prstGeom>
              <a:noFill/>
              <a:ln cap="flat" cmpd="sng" w="28575">
                <a:solidFill>
                  <a:srgbClr val="9900FF"/>
                </a:solidFill>
                <a:prstDash val="solid"/>
                <a:round/>
                <a:headEnd len="med" w="med" type="none"/>
                <a:tailEnd len="med" w="med" type="none"/>
              </a:ln>
            </p:spPr>
          </p:cxnSp>
          <p:cxnSp>
            <p:nvCxnSpPr>
              <p:cNvPr id="608" name="Google Shape;608;p46"/>
              <p:cNvCxnSpPr/>
              <p:nvPr/>
            </p:nvCxnSpPr>
            <p:spPr>
              <a:xfrm rot="-5400000">
                <a:off x="3216975" y="3368525"/>
                <a:ext cx="888900" cy="77700"/>
              </a:xfrm>
              <a:prstGeom prst="bentConnector3">
                <a:avLst>
                  <a:gd fmla="val 37226" name="adj1"/>
                </a:avLst>
              </a:prstGeom>
              <a:noFill/>
              <a:ln cap="flat" cmpd="sng" w="28575">
                <a:solidFill>
                  <a:srgbClr val="9900FF"/>
                </a:solidFill>
                <a:prstDash val="solid"/>
                <a:round/>
                <a:headEnd len="med" w="med" type="none"/>
                <a:tailEnd len="med" w="med"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7"/>
                                        </p:tgtEl>
                                        <p:attrNameLst>
                                          <p:attrName>style.visibility</p:attrName>
                                        </p:attrNameLst>
                                      </p:cBhvr>
                                      <p:to>
                                        <p:strVal val="visible"/>
                                      </p:to>
                                    </p:set>
                                    <p:anim calcmode="lin" valueType="num">
                                      <p:cBhvr additive="base">
                                        <p:cTn dur="1000"/>
                                        <p:tgtEl>
                                          <p:spTgt spid="59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7"/>
          <p:cNvSpPr/>
          <p:nvPr/>
        </p:nvSpPr>
        <p:spPr>
          <a:xfrm>
            <a:off x="13255134" y="4303817"/>
            <a:ext cx="232800" cy="3333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lang="fr-FR" sz="1361">
                <a:solidFill>
                  <a:srgbClr val="000000"/>
                </a:solidFill>
                <a:latin typeface="Arial"/>
                <a:ea typeface="Arial"/>
                <a:cs typeface="Arial"/>
                <a:sym typeface="Arial"/>
              </a:rPr>
              <a:t> </a:t>
            </a:r>
            <a:endParaRPr sz="1361">
              <a:solidFill>
                <a:schemeClr val="dk1"/>
              </a:solidFill>
              <a:latin typeface="Arial"/>
              <a:ea typeface="Arial"/>
              <a:cs typeface="Arial"/>
              <a:sym typeface="Arial"/>
            </a:endParaRPr>
          </a:p>
        </p:txBody>
      </p:sp>
      <p:sp>
        <p:nvSpPr>
          <p:cNvPr id="615" name="Google Shape;615;p47"/>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Operational context and model objective</a:t>
            </a:r>
            <a:endParaRPr sz="2500">
              <a:solidFill>
                <a:schemeClr val="dk2"/>
              </a:solidFill>
            </a:endParaRPr>
          </a:p>
          <a:p>
            <a:pPr indent="0" lvl="0" marL="0" marR="0" rtl="0" algn="l">
              <a:lnSpc>
                <a:spcPct val="110000"/>
              </a:lnSpc>
              <a:spcBef>
                <a:spcPts val="0"/>
              </a:spcBef>
              <a:spcAft>
                <a:spcPts val="0"/>
              </a:spcAft>
              <a:buNone/>
            </a:pPr>
            <a:r>
              <a:t/>
            </a:r>
            <a:endParaRPr sz="2500">
              <a:solidFill>
                <a:schemeClr val="dk2"/>
              </a:solidFill>
            </a:endParaRPr>
          </a:p>
        </p:txBody>
      </p:sp>
      <p:sp>
        <p:nvSpPr>
          <p:cNvPr id="616" name="Google Shape;616;p47"/>
          <p:cNvSpPr/>
          <p:nvPr/>
        </p:nvSpPr>
        <p:spPr>
          <a:xfrm>
            <a:off x="11297095" y="5419193"/>
            <a:ext cx="325800" cy="3402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400">
                <a:solidFill>
                  <a:schemeClr val="lt1"/>
                </a:solidFill>
                <a:latin typeface="Noto Sans Symbols"/>
                <a:ea typeface="Noto Sans Symbols"/>
                <a:cs typeface="Noto Sans Symbols"/>
                <a:sym typeface="Noto Sans Symbols"/>
              </a:rPr>
              <a:t>✔</a:t>
            </a:r>
            <a:endParaRPr b="1" sz="1400">
              <a:solidFill>
                <a:schemeClr val="lt1"/>
              </a:solidFill>
              <a:latin typeface="Noto Sans Symbols"/>
              <a:ea typeface="Noto Sans Symbols"/>
              <a:cs typeface="Noto Sans Symbols"/>
              <a:sym typeface="Noto Sans Symbols"/>
            </a:endParaRPr>
          </a:p>
        </p:txBody>
      </p:sp>
      <p:sp>
        <p:nvSpPr>
          <p:cNvPr id="617" name="Google Shape;617;p47"/>
          <p:cNvSpPr/>
          <p:nvPr/>
        </p:nvSpPr>
        <p:spPr>
          <a:xfrm>
            <a:off x="10395383" y="536837"/>
            <a:ext cx="365700" cy="4110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800">
                <a:solidFill>
                  <a:schemeClr val="lt1"/>
                </a:solidFill>
                <a:latin typeface="Noto Sans Symbols"/>
                <a:ea typeface="Noto Sans Symbols"/>
                <a:cs typeface="Noto Sans Symbols"/>
                <a:sym typeface="Noto Sans Symbols"/>
              </a:rPr>
              <a:t>✔</a:t>
            </a:r>
            <a:endParaRPr b="1" sz="1800">
              <a:solidFill>
                <a:schemeClr val="lt1"/>
              </a:solidFill>
              <a:latin typeface="Noto Sans Symbols"/>
              <a:ea typeface="Noto Sans Symbols"/>
              <a:cs typeface="Noto Sans Symbols"/>
              <a:sym typeface="Noto Sans Symbols"/>
            </a:endParaRPr>
          </a:p>
        </p:txBody>
      </p:sp>
      <p:sp>
        <p:nvSpPr>
          <p:cNvPr id="618" name="Google Shape;618;p47"/>
          <p:cNvSpPr txBox="1"/>
          <p:nvPr/>
        </p:nvSpPr>
        <p:spPr>
          <a:xfrm>
            <a:off x="511300" y="1246375"/>
            <a:ext cx="11166900" cy="4266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b="1" lang="fr-FR">
                <a:solidFill>
                  <a:schemeClr val="dk1"/>
                </a:solidFill>
              </a:rPr>
              <a:t>Background:</a:t>
            </a:r>
            <a:r>
              <a:rPr lang="fr-FR">
                <a:solidFill>
                  <a:schemeClr val="dk1"/>
                </a:solidFill>
              </a:rPr>
              <a:t> </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fr-FR">
                <a:solidFill>
                  <a:schemeClr val="dk1"/>
                </a:solidFill>
              </a:rPr>
              <a:t>Reported damages on ENG Thrust Reverser Thermal Blanket and Pylon Thermal blanket due to PCE leaks.</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fr-FR">
                <a:solidFill>
                  <a:schemeClr val="dk1"/>
                </a:solidFill>
              </a:rPr>
              <a:t>TFU 36.11.00129</a:t>
            </a:r>
            <a:endParaRPr>
              <a:solidFill>
                <a:schemeClr val="dk1"/>
              </a:solidFill>
            </a:endParaRPr>
          </a:p>
          <a:p>
            <a:pPr indent="0" lvl="0" marL="914400" rtl="0" algn="l">
              <a:lnSpc>
                <a:spcPct val="115000"/>
              </a:lnSpc>
              <a:spcBef>
                <a:spcPts val="0"/>
              </a:spcBef>
              <a:spcAft>
                <a:spcPts val="0"/>
              </a:spcAft>
              <a:buNone/>
            </a:pPr>
            <a:r>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fr-FR">
                <a:solidFill>
                  <a:schemeClr val="dk1"/>
                </a:solidFill>
              </a:rPr>
              <a:t>Root cause:</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fr-FR">
                <a:solidFill>
                  <a:schemeClr val="dk1"/>
                </a:solidFill>
              </a:rPr>
              <a:t>PCE accelerated thermal fatigue caused by additional thermal cycles due to IP-HP switchings in cruise phase not foreseen in the design phase.</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fr-FR">
                <a:solidFill>
                  <a:schemeClr val="dk1"/>
                </a:solidFill>
              </a:rPr>
              <a:t>PCE leakage velocity above Thermal Blanket qualification levels.</a:t>
            </a:r>
            <a:endParaRPr>
              <a:solidFill>
                <a:schemeClr val="dk1"/>
              </a:solidFill>
            </a:endParaRPr>
          </a:p>
          <a:p>
            <a:pPr indent="0" lvl="0" marL="914400" rtl="0" algn="l">
              <a:lnSpc>
                <a:spcPct val="115000"/>
              </a:lnSpc>
              <a:spcBef>
                <a:spcPts val="0"/>
              </a:spcBef>
              <a:spcAft>
                <a:spcPts val="0"/>
              </a:spcAft>
              <a:buNone/>
            </a:pPr>
            <a:r>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fr-FR">
                <a:solidFill>
                  <a:schemeClr val="dk1"/>
                </a:solidFill>
              </a:rPr>
              <a:t>Impact:</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fr-FR">
                <a:solidFill>
                  <a:schemeClr val="dk1"/>
                </a:solidFill>
              </a:rPr>
              <a:t>A big leak in the PCE could damage the thermal blankets</a:t>
            </a:r>
            <a:endParaRPr>
              <a:solidFill>
                <a:schemeClr val="dk1"/>
              </a:solidFill>
            </a:endParaRPr>
          </a:p>
          <a:p>
            <a:pPr indent="0" lvl="0" marL="914400" rtl="0" algn="l">
              <a:lnSpc>
                <a:spcPct val="115000"/>
              </a:lnSpc>
              <a:spcBef>
                <a:spcPts val="0"/>
              </a:spcBef>
              <a:spcAft>
                <a:spcPts val="0"/>
              </a:spcAft>
              <a:buNone/>
            </a:pPr>
            <a:r>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fr-FR">
                <a:solidFill>
                  <a:schemeClr val="dk1"/>
                </a:solidFill>
              </a:rPr>
              <a:t>Model objective:</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fr-FR">
                <a:solidFill>
                  <a:schemeClr val="dk1"/>
                </a:solidFill>
              </a:rPr>
              <a:t>Detect leaky PCE by measuring the depressurization time</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0" lvl="0" marL="914400" rtl="0" algn="l">
              <a:lnSpc>
                <a:spcPct val="115000"/>
              </a:lnSpc>
              <a:spcBef>
                <a:spcPts val="0"/>
              </a:spcBef>
              <a:spcAft>
                <a:spcPts val="0"/>
              </a:spcAft>
              <a:buNone/>
            </a:pPr>
            <a:r>
              <a:t/>
            </a:r>
            <a:endParaRPr sz="1100">
              <a:solidFill>
                <a:schemeClr val="dk1"/>
              </a:solidFill>
            </a:endParaRPr>
          </a:p>
          <a:p>
            <a:pPr indent="0" lvl="0" marL="457200" rtl="0" algn="l">
              <a:lnSpc>
                <a:spcPct val="115000"/>
              </a:lnSpc>
              <a:spcBef>
                <a:spcPts val="0"/>
              </a:spcBef>
              <a:spcAft>
                <a:spcPts val="0"/>
              </a:spcAft>
              <a:buNone/>
            </a:pPr>
            <a:r>
              <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grpSp>
        <p:nvGrpSpPr>
          <p:cNvPr id="624" name="Google Shape;624;p48"/>
          <p:cNvGrpSpPr/>
          <p:nvPr/>
        </p:nvGrpSpPr>
        <p:grpSpPr>
          <a:xfrm>
            <a:off x="1043735" y="1354119"/>
            <a:ext cx="10102044" cy="4776574"/>
            <a:chOff x="885013" y="1401251"/>
            <a:chExt cx="10421999" cy="5034332"/>
          </a:xfrm>
        </p:grpSpPr>
        <p:pic>
          <p:nvPicPr>
            <p:cNvPr id="625" name="Google Shape;625;p48"/>
            <p:cNvPicPr preferRelativeResize="0"/>
            <p:nvPr/>
          </p:nvPicPr>
          <p:blipFill>
            <a:blip r:embed="rId3">
              <a:alphaModFix/>
            </a:blip>
            <a:stretch>
              <a:fillRect/>
            </a:stretch>
          </p:blipFill>
          <p:spPr>
            <a:xfrm>
              <a:off x="885713" y="1401251"/>
              <a:ext cx="10420575" cy="2517921"/>
            </a:xfrm>
            <a:prstGeom prst="rect">
              <a:avLst/>
            </a:prstGeom>
            <a:noFill/>
            <a:ln>
              <a:noFill/>
            </a:ln>
          </p:spPr>
        </p:pic>
        <p:pic>
          <p:nvPicPr>
            <p:cNvPr id="626" name="Google Shape;626;p48"/>
            <p:cNvPicPr preferRelativeResize="0"/>
            <p:nvPr/>
          </p:nvPicPr>
          <p:blipFill>
            <a:blip r:embed="rId4">
              <a:alphaModFix/>
            </a:blip>
            <a:stretch>
              <a:fillRect/>
            </a:stretch>
          </p:blipFill>
          <p:spPr>
            <a:xfrm>
              <a:off x="885013" y="3919183"/>
              <a:ext cx="10421999" cy="2516400"/>
            </a:xfrm>
            <a:prstGeom prst="rect">
              <a:avLst/>
            </a:prstGeom>
            <a:noFill/>
            <a:ln>
              <a:noFill/>
            </a:ln>
          </p:spPr>
        </p:pic>
      </p:grpSp>
      <p:sp>
        <p:nvSpPr>
          <p:cNvPr id="627" name="Google Shape;627;p48"/>
          <p:cNvSpPr/>
          <p:nvPr/>
        </p:nvSpPr>
        <p:spPr>
          <a:xfrm>
            <a:off x="13255134" y="4303817"/>
            <a:ext cx="232800" cy="3333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lang="fr-FR" sz="1361">
                <a:solidFill>
                  <a:srgbClr val="000000"/>
                </a:solidFill>
                <a:latin typeface="Arial"/>
                <a:ea typeface="Arial"/>
                <a:cs typeface="Arial"/>
                <a:sym typeface="Arial"/>
              </a:rPr>
              <a:t> </a:t>
            </a:r>
            <a:endParaRPr sz="1361">
              <a:solidFill>
                <a:schemeClr val="dk1"/>
              </a:solidFill>
              <a:latin typeface="Arial"/>
              <a:ea typeface="Arial"/>
              <a:cs typeface="Arial"/>
              <a:sym typeface="Arial"/>
            </a:endParaRPr>
          </a:p>
        </p:txBody>
      </p:sp>
      <p:sp>
        <p:nvSpPr>
          <p:cNvPr id="628" name="Google Shape;628;p48"/>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Operational context and model objective</a:t>
            </a:r>
            <a:endParaRPr sz="2500">
              <a:solidFill>
                <a:schemeClr val="dk2"/>
              </a:solidFill>
            </a:endParaRPr>
          </a:p>
          <a:p>
            <a:pPr indent="0" lvl="0" marL="0" marR="0" rtl="0" algn="l">
              <a:lnSpc>
                <a:spcPct val="110000"/>
              </a:lnSpc>
              <a:spcBef>
                <a:spcPts val="0"/>
              </a:spcBef>
              <a:spcAft>
                <a:spcPts val="0"/>
              </a:spcAft>
              <a:buNone/>
            </a:pPr>
            <a:r>
              <a:t/>
            </a:r>
            <a:endParaRPr sz="2500">
              <a:solidFill>
                <a:schemeClr val="dk2"/>
              </a:solidFill>
            </a:endParaRPr>
          </a:p>
        </p:txBody>
      </p:sp>
      <p:sp>
        <p:nvSpPr>
          <p:cNvPr id="629" name="Google Shape;629;p48"/>
          <p:cNvSpPr/>
          <p:nvPr/>
        </p:nvSpPr>
        <p:spPr>
          <a:xfrm>
            <a:off x="11297095" y="5266793"/>
            <a:ext cx="325800" cy="3402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400">
                <a:solidFill>
                  <a:schemeClr val="lt1"/>
                </a:solidFill>
                <a:latin typeface="Noto Sans Symbols"/>
                <a:ea typeface="Noto Sans Symbols"/>
                <a:cs typeface="Noto Sans Symbols"/>
                <a:sym typeface="Noto Sans Symbols"/>
              </a:rPr>
              <a:t>✔</a:t>
            </a:r>
            <a:endParaRPr b="1" sz="1400">
              <a:solidFill>
                <a:schemeClr val="lt1"/>
              </a:solidFill>
              <a:latin typeface="Noto Sans Symbols"/>
              <a:ea typeface="Noto Sans Symbols"/>
              <a:cs typeface="Noto Sans Symbols"/>
              <a:sym typeface="Noto Sans Symbols"/>
            </a:endParaRPr>
          </a:p>
        </p:txBody>
      </p:sp>
      <p:sp>
        <p:nvSpPr>
          <p:cNvPr id="630" name="Google Shape;630;p48"/>
          <p:cNvSpPr/>
          <p:nvPr/>
        </p:nvSpPr>
        <p:spPr>
          <a:xfrm>
            <a:off x="10395383" y="536837"/>
            <a:ext cx="365700" cy="4110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800">
                <a:solidFill>
                  <a:schemeClr val="lt1"/>
                </a:solidFill>
                <a:latin typeface="Noto Sans Symbols"/>
                <a:ea typeface="Noto Sans Symbols"/>
                <a:cs typeface="Noto Sans Symbols"/>
                <a:sym typeface="Noto Sans Symbols"/>
              </a:rPr>
              <a:t>✔</a:t>
            </a:r>
            <a:endParaRPr b="1" sz="1800">
              <a:solidFill>
                <a:schemeClr val="lt1"/>
              </a:solidFill>
              <a:latin typeface="Noto Sans Symbols"/>
              <a:ea typeface="Noto Sans Symbols"/>
              <a:cs typeface="Noto Sans Symbols"/>
              <a:sym typeface="Noto Sans Symbols"/>
            </a:endParaRPr>
          </a:p>
        </p:txBody>
      </p:sp>
      <p:sp>
        <p:nvSpPr>
          <p:cNvPr id="631" name="Google Shape;631;p48"/>
          <p:cNvSpPr txBox="1"/>
          <p:nvPr/>
        </p:nvSpPr>
        <p:spPr>
          <a:xfrm>
            <a:off x="6843600" y="1556575"/>
            <a:ext cx="2624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FR" sz="1500">
                <a:solidFill>
                  <a:srgbClr val="595959"/>
                </a:solidFill>
              </a:rPr>
              <a:t>PCE Pressure Decay</a:t>
            </a:r>
            <a:endParaRPr sz="1500">
              <a:solidFill>
                <a:srgbClr val="595959"/>
              </a:solidFill>
            </a:endParaRPr>
          </a:p>
          <a:p>
            <a:pPr indent="0" lvl="0" marL="0" rtl="0" algn="ctr">
              <a:spcBef>
                <a:spcPts val="0"/>
              </a:spcBef>
              <a:spcAft>
                <a:spcPts val="0"/>
              </a:spcAft>
              <a:buClr>
                <a:srgbClr val="000000"/>
              </a:buClr>
              <a:buSzPts val="1100"/>
              <a:buFont typeface="Arial"/>
              <a:buNone/>
            </a:pPr>
            <a:r>
              <a:rPr lang="fr-FR" sz="1500">
                <a:solidFill>
                  <a:srgbClr val="595959"/>
                </a:solidFill>
              </a:rPr>
              <a:t>(Healthy PCE)</a:t>
            </a:r>
            <a:endParaRPr sz="1500">
              <a:solidFill>
                <a:srgbClr val="595959"/>
              </a:solidFill>
            </a:endParaRPr>
          </a:p>
        </p:txBody>
      </p:sp>
      <p:sp>
        <p:nvSpPr>
          <p:cNvPr id="632" name="Google Shape;632;p48"/>
          <p:cNvSpPr txBox="1"/>
          <p:nvPr/>
        </p:nvSpPr>
        <p:spPr>
          <a:xfrm>
            <a:off x="5875200" y="3990613"/>
            <a:ext cx="3162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FR" sz="1500">
                <a:solidFill>
                  <a:srgbClr val="595959"/>
                </a:solidFill>
              </a:rPr>
              <a:t>PCE Pressure Decay</a:t>
            </a:r>
            <a:endParaRPr sz="1500">
              <a:solidFill>
                <a:srgbClr val="595959"/>
              </a:solidFill>
            </a:endParaRPr>
          </a:p>
          <a:p>
            <a:pPr indent="0" lvl="0" marL="0" rtl="0" algn="ctr">
              <a:spcBef>
                <a:spcPts val="0"/>
              </a:spcBef>
              <a:spcAft>
                <a:spcPts val="0"/>
              </a:spcAft>
              <a:buNone/>
            </a:pPr>
            <a:r>
              <a:rPr lang="fr-FR" sz="1500">
                <a:solidFill>
                  <a:srgbClr val="595959"/>
                </a:solidFill>
              </a:rPr>
              <a:t>(Leaky PCE)</a:t>
            </a:r>
            <a:endParaRPr sz="1500">
              <a:solidFill>
                <a:srgbClr val="595959"/>
              </a:solidFill>
            </a:endParaRPr>
          </a:p>
        </p:txBody>
      </p:sp>
      <p:sp>
        <p:nvSpPr>
          <p:cNvPr id="633" name="Google Shape;633;p48"/>
          <p:cNvSpPr txBox="1"/>
          <p:nvPr/>
        </p:nvSpPr>
        <p:spPr>
          <a:xfrm>
            <a:off x="4514850" y="985750"/>
            <a:ext cx="3162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FR" sz="1500" u="sng">
                <a:solidFill>
                  <a:srgbClr val="000000"/>
                </a:solidFill>
              </a:rPr>
              <a:t>MSN 54 SIA</a:t>
            </a:r>
            <a:endParaRPr b="1" sz="1500" u="sng">
              <a:solidFill>
                <a:srgbClr val="000000"/>
              </a:solidFill>
            </a:endParaRPr>
          </a:p>
        </p:txBody>
      </p:sp>
      <p:pic>
        <p:nvPicPr>
          <p:cNvPr id="634" name="Google Shape;634;p48"/>
          <p:cNvPicPr preferRelativeResize="0"/>
          <p:nvPr/>
        </p:nvPicPr>
        <p:blipFill>
          <a:blip r:embed="rId5">
            <a:alphaModFix/>
          </a:blip>
          <a:stretch>
            <a:fillRect/>
          </a:stretch>
        </p:blipFill>
        <p:spPr>
          <a:xfrm>
            <a:off x="9293075" y="66376"/>
            <a:ext cx="1852700" cy="11968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49"/>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Model description</a:t>
            </a:r>
            <a:endParaRPr sz="2500">
              <a:solidFill>
                <a:schemeClr val="dk2"/>
              </a:solidFill>
            </a:endParaRPr>
          </a:p>
        </p:txBody>
      </p:sp>
      <p:sp>
        <p:nvSpPr>
          <p:cNvPr id="641" name="Google Shape;641;p49"/>
          <p:cNvSpPr txBox="1"/>
          <p:nvPr/>
        </p:nvSpPr>
        <p:spPr>
          <a:xfrm>
            <a:off x="469900" y="1139600"/>
            <a:ext cx="5319600" cy="19395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fr-FR" sz="1200" u="sng"/>
              <a:t>Model Logic</a:t>
            </a:r>
            <a:endParaRPr sz="1200" u="sng"/>
          </a:p>
          <a:p>
            <a:pPr indent="-304800" lvl="1" marL="914400" rtl="0" algn="l">
              <a:spcBef>
                <a:spcPts val="0"/>
              </a:spcBef>
              <a:spcAft>
                <a:spcPts val="0"/>
              </a:spcAft>
              <a:buClr>
                <a:schemeClr val="dk1"/>
              </a:buClr>
              <a:buSzPts val="1200"/>
              <a:buChar char="○"/>
            </a:pPr>
            <a:r>
              <a:rPr b="1" lang="fr-FR" sz="1200">
                <a:solidFill>
                  <a:schemeClr val="dk1"/>
                </a:solidFill>
              </a:rPr>
              <a:t>Monitoring Window:</a:t>
            </a:r>
            <a:endParaRPr b="1" sz="12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15 psig &lt;= PM1 &lt;= 30 psig</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20 psi &lt; HP6 &lt; 80 psi</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HP6(1 minute ago) &lt; 20 psi</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ENG_RUNNING == 1</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ENG_RUNNING(30 seconds ago) == 0</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APU_BV_FULLY_CLOSED == 0</a:t>
            </a:r>
            <a:endParaRPr sz="1100">
              <a:solidFill>
                <a:schemeClr val="dk1"/>
              </a:solidFill>
            </a:endParaRPr>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grpSp>
        <p:nvGrpSpPr>
          <p:cNvPr id="642" name="Google Shape;642;p49"/>
          <p:cNvGrpSpPr/>
          <p:nvPr/>
        </p:nvGrpSpPr>
        <p:grpSpPr>
          <a:xfrm>
            <a:off x="3703593" y="1517775"/>
            <a:ext cx="7503425" cy="338700"/>
            <a:chOff x="3093973" y="1517775"/>
            <a:chExt cx="9271500" cy="338700"/>
          </a:xfrm>
        </p:grpSpPr>
        <p:cxnSp>
          <p:nvCxnSpPr>
            <p:cNvPr id="643" name="Google Shape;643;p49"/>
            <p:cNvCxnSpPr>
              <a:endCxn id="644" idx="1"/>
            </p:cNvCxnSpPr>
            <p:nvPr/>
          </p:nvCxnSpPr>
          <p:spPr>
            <a:xfrm>
              <a:off x="3093973" y="1682925"/>
              <a:ext cx="4132500" cy="4200"/>
            </a:xfrm>
            <a:prstGeom prst="straightConnector1">
              <a:avLst/>
            </a:prstGeom>
            <a:noFill/>
            <a:ln cap="flat" cmpd="sng" w="9525">
              <a:solidFill>
                <a:srgbClr val="CC4125"/>
              </a:solidFill>
              <a:prstDash val="solid"/>
              <a:round/>
              <a:headEnd len="med" w="med" type="none"/>
              <a:tailEnd len="med" w="med" type="triangle"/>
            </a:ln>
          </p:spPr>
        </p:cxnSp>
        <p:sp>
          <p:nvSpPr>
            <p:cNvPr id="644" name="Google Shape;644;p49"/>
            <p:cNvSpPr txBox="1"/>
            <p:nvPr/>
          </p:nvSpPr>
          <p:spPr>
            <a:xfrm>
              <a:off x="7226473" y="1517775"/>
              <a:ext cx="5139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All the depressurizations go through this range of pressures</a:t>
              </a:r>
              <a:endParaRPr sz="1000">
                <a:solidFill>
                  <a:srgbClr val="CC4125"/>
                </a:solidFill>
              </a:endParaRPr>
            </a:p>
          </p:txBody>
        </p:sp>
      </p:grpSp>
      <p:grpSp>
        <p:nvGrpSpPr>
          <p:cNvPr id="645" name="Google Shape;645;p49"/>
          <p:cNvGrpSpPr/>
          <p:nvPr/>
        </p:nvGrpSpPr>
        <p:grpSpPr>
          <a:xfrm>
            <a:off x="4177150" y="1757125"/>
            <a:ext cx="7029850" cy="338700"/>
            <a:chOff x="3567550" y="1757125"/>
            <a:chExt cx="7029850" cy="338700"/>
          </a:xfrm>
        </p:grpSpPr>
        <p:sp>
          <p:nvSpPr>
            <p:cNvPr id="646" name="Google Shape;646;p49"/>
            <p:cNvSpPr/>
            <p:nvPr/>
          </p:nvSpPr>
          <p:spPr>
            <a:xfrm>
              <a:off x="3567550" y="1769125"/>
              <a:ext cx="84300" cy="314700"/>
            </a:xfrm>
            <a:prstGeom prst="rightBrace">
              <a:avLst>
                <a:gd fmla="val 50000" name="adj1"/>
                <a:gd fmla="val 50000" name="adj2"/>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47" name="Google Shape;647;p49"/>
            <p:cNvGrpSpPr/>
            <p:nvPr/>
          </p:nvGrpSpPr>
          <p:grpSpPr>
            <a:xfrm>
              <a:off x="3651850" y="1757125"/>
              <a:ext cx="6945550" cy="338700"/>
              <a:chOff x="3651850" y="1757125"/>
              <a:chExt cx="6945550" cy="338700"/>
            </a:xfrm>
          </p:grpSpPr>
          <p:cxnSp>
            <p:nvCxnSpPr>
              <p:cNvPr id="648" name="Google Shape;648;p49"/>
              <p:cNvCxnSpPr>
                <a:stCxn id="646" idx="1"/>
              </p:cNvCxnSpPr>
              <p:nvPr/>
            </p:nvCxnSpPr>
            <p:spPr>
              <a:xfrm>
                <a:off x="3651850" y="1926475"/>
                <a:ext cx="2799600" cy="4800"/>
              </a:xfrm>
              <a:prstGeom prst="straightConnector1">
                <a:avLst/>
              </a:prstGeom>
              <a:noFill/>
              <a:ln cap="flat" cmpd="sng" w="9525">
                <a:solidFill>
                  <a:srgbClr val="CC4125"/>
                </a:solidFill>
                <a:prstDash val="solid"/>
                <a:round/>
                <a:headEnd len="med" w="med" type="none"/>
                <a:tailEnd len="med" w="med" type="triangle"/>
              </a:ln>
            </p:spPr>
          </p:cxnSp>
          <p:sp>
            <p:nvSpPr>
              <p:cNvPr id="649" name="Google Shape;649;p49"/>
              <p:cNvSpPr txBox="1"/>
              <p:nvPr/>
            </p:nvSpPr>
            <p:spPr>
              <a:xfrm>
                <a:off x="6438500" y="1757125"/>
                <a:ext cx="415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FR" sz="1000">
                    <a:solidFill>
                      <a:srgbClr val="CC4125"/>
                    </a:solidFill>
                  </a:rPr>
                  <a:t>HP6 pressure was very low 1 minute ago</a:t>
                </a:r>
                <a:endParaRPr sz="1000">
                  <a:solidFill>
                    <a:srgbClr val="CC4125"/>
                  </a:solidFill>
                </a:endParaRPr>
              </a:p>
            </p:txBody>
          </p:sp>
        </p:grpSp>
      </p:grpSp>
      <p:grpSp>
        <p:nvGrpSpPr>
          <p:cNvPr id="650" name="Google Shape;650;p49"/>
          <p:cNvGrpSpPr/>
          <p:nvPr/>
        </p:nvGrpSpPr>
        <p:grpSpPr>
          <a:xfrm>
            <a:off x="5179625" y="2081525"/>
            <a:ext cx="6792975" cy="338700"/>
            <a:chOff x="4570025" y="2081525"/>
            <a:chExt cx="6792975" cy="338700"/>
          </a:xfrm>
        </p:grpSpPr>
        <p:sp>
          <p:nvSpPr>
            <p:cNvPr id="651" name="Google Shape;651;p49"/>
            <p:cNvSpPr/>
            <p:nvPr/>
          </p:nvSpPr>
          <p:spPr>
            <a:xfrm>
              <a:off x="4570025" y="2093525"/>
              <a:ext cx="84300" cy="314700"/>
            </a:xfrm>
            <a:prstGeom prst="rightBrace">
              <a:avLst>
                <a:gd fmla="val 50000" name="adj1"/>
                <a:gd fmla="val 50000" name="adj2"/>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2" name="Google Shape;652;p49"/>
            <p:cNvCxnSpPr>
              <a:stCxn id="651" idx="1"/>
            </p:cNvCxnSpPr>
            <p:nvPr/>
          </p:nvCxnSpPr>
          <p:spPr>
            <a:xfrm flipH="1" rot="10800000">
              <a:off x="4654325" y="2249375"/>
              <a:ext cx="1790700" cy="1500"/>
            </a:xfrm>
            <a:prstGeom prst="straightConnector1">
              <a:avLst/>
            </a:prstGeom>
            <a:noFill/>
            <a:ln cap="flat" cmpd="sng" w="9525">
              <a:solidFill>
                <a:srgbClr val="CC4125"/>
              </a:solidFill>
              <a:prstDash val="solid"/>
              <a:round/>
              <a:headEnd len="med" w="med" type="none"/>
              <a:tailEnd len="med" w="med" type="triangle"/>
            </a:ln>
          </p:spPr>
        </p:cxnSp>
        <p:sp>
          <p:nvSpPr>
            <p:cNvPr id="653" name="Google Shape;653;p49"/>
            <p:cNvSpPr txBox="1"/>
            <p:nvPr/>
          </p:nvSpPr>
          <p:spPr>
            <a:xfrm>
              <a:off x="6438500" y="2081525"/>
              <a:ext cx="492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Engine started less than 30 seconds ago</a:t>
              </a:r>
              <a:endParaRPr sz="1000">
                <a:solidFill>
                  <a:srgbClr val="CC4125"/>
                </a:solidFill>
              </a:endParaRPr>
            </a:p>
          </p:txBody>
        </p:sp>
      </p:grpSp>
      <p:grpSp>
        <p:nvGrpSpPr>
          <p:cNvPr id="654" name="Google Shape;654;p49"/>
          <p:cNvGrpSpPr/>
          <p:nvPr/>
        </p:nvGrpSpPr>
        <p:grpSpPr>
          <a:xfrm>
            <a:off x="4640900" y="2353100"/>
            <a:ext cx="7331700" cy="338700"/>
            <a:chOff x="4031300" y="2353100"/>
            <a:chExt cx="7331700" cy="338700"/>
          </a:xfrm>
        </p:grpSpPr>
        <p:cxnSp>
          <p:nvCxnSpPr>
            <p:cNvPr id="655" name="Google Shape;655;p49"/>
            <p:cNvCxnSpPr/>
            <p:nvPr/>
          </p:nvCxnSpPr>
          <p:spPr>
            <a:xfrm flipH="1" rot="10800000">
              <a:off x="4031300" y="2521700"/>
              <a:ext cx="2407200" cy="1500"/>
            </a:xfrm>
            <a:prstGeom prst="straightConnector1">
              <a:avLst/>
            </a:prstGeom>
            <a:noFill/>
            <a:ln cap="flat" cmpd="sng" w="9525">
              <a:solidFill>
                <a:srgbClr val="CC4125"/>
              </a:solidFill>
              <a:prstDash val="solid"/>
              <a:round/>
              <a:headEnd len="med" w="med" type="none"/>
              <a:tailEnd len="med" w="med" type="triangle"/>
            </a:ln>
          </p:spPr>
        </p:cxnSp>
        <p:sp>
          <p:nvSpPr>
            <p:cNvPr id="656" name="Google Shape;656;p49"/>
            <p:cNvSpPr txBox="1"/>
            <p:nvPr/>
          </p:nvSpPr>
          <p:spPr>
            <a:xfrm>
              <a:off x="6438500" y="2353100"/>
              <a:ext cx="492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Air needs to be coming from APU (EBAS isolated)</a:t>
              </a:r>
              <a:endParaRPr sz="1000">
                <a:solidFill>
                  <a:srgbClr val="CC4125"/>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grpSp>
        <p:nvGrpSpPr>
          <p:cNvPr id="662" name="Google Shape;662;p50"/>
          <p:cNvGrpSpPr/>
          <p:nvPr/>
        </p:nvGrpSpPr>
        <p:grpSpPr>
          <a:xfrm>
            <a:off x="1043721" y="1401249"/>
            <a:ext cx="10102044" cy="4777133"/>
            <a:chOff x="885000" y="1401258"/>
            <a:chExt cx="10421999" cy="5032799"/>
          </a:xfrm>
        </p:grpSpPr>
        <p:pic>
          <p:nvPicPr>
            <p:cNvPr id="663" name="Google Shape;663;p50"/>
            <p:cNvPicPr preferRelativeResize="0"/>
            <p:nvPr/>
          </p:nvPicPr>
          <p:blipFill>
            <a:blip r:embed="rId3">
              <a:alphaModFix/>
            </a:blip>
            <a:stretch>
              <a:fillRect/>
            </a:stretch>
          </p:blipFill>
          <p:spPr>
            <a:xfrm>
              <a:off x="885000" y="1401258"/>
              <a:ext cx="10421999" cy="2516400"/>
            </a:xfrm>
            <a:prstGeom prst="rect">
              <a:avLst/>
            </a:prstGeom>
            <a:noFill/>
            <a:ln>
              <a:noFill/>
            </a:ln>
          </p:spPr>
        </p:pic>
        <p:pic>
          <p:nvPicPr>
            <p:cNvPr id="664" name="Google Shape;664;p50"/>
            <p:cNvPicPr preferRelativeResize="0"/>
            <p:nvPr/>
          </p:nvPicPr>
          <p:blipFill>
            <a:blip r:embed="rId4">
              <a:alphaModFix/>
            </a:blip>
            <a:stretch>
              <a:fillRect/>
            </a:stretch>
          </p:blipFill>
          <p:spPr>
            <a:xfrm>
              <a:off x="885000" y="3917658"/>
              <a:ext cx="10421999" cy="2516400"/>
            </a:xfrm>
            <a:prstGeom prst="rect">
              <a:avLst/>
            </a:prstGeom>
            <a:noFill/>
            <a:ln>
              <a:noFill/>
            </a:ln>
          </p:spPr>
        </p:pic>
      </p:grpSp>
      <p:sp>
        <p:nvSpPr>
          <p:cNvPr id="665" name="Google Shape;665;p50"/>
          <p:cNvSpPr/>
          <p:nvPr/>
        </p:nvSpPr>
        <p:spPr>
          <a:xfrm>
            <a:off x="13255134" y="4303817"/>
            <a:ext cx="232800" cy="3333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lang="fr-FR" sz="1361">
                <a:solidFill>
                  <a:srgbClr val="000000"/>
                </a:solidFill>
                <a:latin typeface="Arial"/>
                <a:ea typeface="Arial"/>
                <a:cs typeface="Arial"/>
                <a:sym typeface="Arial"/>
              </a:rPr>
              <a:t> </a:t>
            </a:r>
            <a:endParaRPr sz="1361">
              <a:solidFill>
                <a:schemeClr val="dk1"/>
              </a:solidFill>
              <a:latin typeface="Arial"/>
              <a:ea typeface="Arial"/>
              <a:cs typeface="Arial"/>
              <a:sym typeface="Arial"/>
            </a:endParaRPr>
          </a:p>
        </p:txBody>
      </p:sp>
      <p:sp>
        <p:nvSpPr>
          <p:cNvPr id="666" name="Google Shape;666;p50"/>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rtl="0" algn="l">
              <a:lnSpc>
                <a:spcPct val="110000"/>
              </a:lnSpc>
              <a:spcBef>
                <a:spcPts val="0"/>
              </a:spcBef>
              <a:spcAft>
                <a:spcPts val="0"/>
              </a:spcAft>
              <a:buClr>
                <a:schemeClr val="dk1"/>
              </a:buClr>
              <a:buFont typeface="Arial"/>
              <a:buNone/>
            </a:pPr>
            <a:r>
              <a:rPr lang="fr-FR" sz="2500">
                <a:solidFill>
                  <a:schemeClr val="dk2"/>
                </a:solidFill>
              </a:rPr>
              <a:t>Model description</a:t>
            </a:r>
            <a:endParaRPr sz="2500">
              <a:solidFill>
                <a:schemeClr val="dk2"/>
              </a:solidFill>
            </a:endParaRPr>
          </a:p>
          <a:p>
            <a:pPr indent="0" lvl="0" marL="0" marR="0" rtl="0" algn="l">
              <a:lnSpc>
                <a:spcPct val="110000"/>
              </a:lnSpc>
              <a:spcBef>
                <a:spcPts val="0"/>
              </a:spcBef>
              <a:spcAft>
                <a:spcPts val="0"/>
              </a:spcAft>
              <a:buNone/>
            </a:pPr>
            <a:r>
              <a:t/>
            </a:r>
            <a:endParaRPr sz="2500">
              <a:solidFill>
                <a:schemeClr val="dk2"/>
              </a:solidFill>
            </a:endParaRPr>
          </a:p>
        </p:txBody>
      </p:sp>
      <p:sp>
        <p:nvSpPr>
          <p:cNvPr id="667" name="Google Shape;667;p50"/>
          <p:cNvSpPr/>
          <p:nvPr/>
        </p:nvSpPr>
        <p:spPr>
          <a:xfrm>
            <a:off x="11297095" y="5266793"/>
            <a:ext cx="325800" cy="3402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400">
                <a:solidFill>
                  <a:schemeClr val="lt1"/>
                </a:solidFill>
                <a:latin typeface="Noto Sans Symbols"/>
                <a:ea typeface="Noto Sans Symbols"/>
                <a:cs typeface="Noto Sans Symbols"/>
                <a:sym typeface="Noto Sans Symbols"/>
              </a:rPr>
              <a:t>✔</a:t>
            </a:r>
            <a:endParaRPr b="1" sz="1400">
              <a:solidFill>
                <a:schemeClr val="lt1"/>
              </a:solidFill>
              <a:latin typeface="Noto Sans Symbols"/>
              <a:ea typeface="Noto Sans Symbols"/>
              <a:cs typeface="Noto Sans Symbols"/>
              <a:sym typeface="Noto Sans Symbols"/>
            </a:endParaRPr>
          </a:p>
        </p:txBody>
      </p:sp>
      <p:sp>
        <p:nvSpPr>
          <p:cNvPr id="668" name="Google Shape;668;p50"/>
          <p:cNvSpPr/>
          <p:nvPr/>
        </p:nvSpPr>
        <p:spPr>
          <a:xfrm>
            <a:off x="10395383" y="536837"/>
            <a:ext cx="365700" cy="4110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800">
                <a:solidFill>
                  <a:schemeClr val="lt1"/>
                </a:solidFill>
                <a:latin typeface="Noto Sans Symbols"/>
                <a:ea typeface="Noto Sans Symbols"/>
                <a:cs typeface="Noto Sans Symbols"/>
                <a:sym typeface="Noto Sans Symbols"/>
              </a:rPr>
              <a:t>✔</a:t>
            </a:r>
            <a:endParaRPr b="1" sz="1800">
              <a:solidFill>
                <a:schemeClr val="lt1"/>
              </a:solidFill>
              <a:latin typeface="Noto Sans Symbols"/>
              <a:ea typeface="Noto Sans Symbols"/>
              <a:cs typeface="Noto Sans Symbols"/>
              <a:sym typeface="Noto Sans Symbols"/>
            </a:endParaRPr>
          </a:p>
        </p:txBody>
      </p:sp>
      <p:sp>
        <p:nvSpPr>
          <p:cNvPr id="669" name="Google Shape;669;p50"/>
          <p:cNvSpPr txBox="1"/>
          <p:nvPr/>
        </p:nvSpPr>
        <p:spPr>
          <a:xfrm>
            <a:off x="7074300" y="1772550"/>
            <a:ext cx="1764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FR" sz="1200">
                <a:solidFill>
                  <a:srgbClr val="595959"/>
                </a:solidFill>
              </a:rPr>
              <a:t>PCE Pressure Decay</a:t>
            </a:r>
            <a:endParaRPr sz="1200">
              <a:solidFill>
                <a:srgbClr val="595959"/>
              </a:solidFill>
            </a:endParaRPr>
          </a:p>
          <a:p>
            <a:pPr indent="0" lvl="0" marL="0" rtl="0" algn="ctr">
              <a:spcBef>
                <a:spcPts val="0"/>
              </a:spcBef>
              <a:spcAft>
                <a:spcPts val="0"/>
              </a:spcAft>
              <a:buClr>
                <a:srgbClr val="000000"/>
              </a:buClr>
              <a:buSzPts val="1100"/>
              <a:buFont typeface="Arial"/>
              <a:buNone/>
            </a:pPr>
            <a:r>
              <a:rPr lang="fr-FR" sz="1200">
                <a:solidFill>
                  <a:srgbClr val="595959"/>
                </a:solidFill>
              </a:rPr>
              <a:t>(Healthy PCE)</a:t>
            </a:r>
            <a:endParaRPr sz="1200">
              <a:solidFill>
                <a:srgbClr val="595959"/>
              </a:solidFill>
            </a:endParaRPr>
          </a:p>
        </p:txBody>
      </p:sp>
      <p:sp>
        <p:nvSpPr>
          <p:cNvPr id="670" name="Google Shape;670;p50"/>
          <p:cNvSpPr txBox="1"/>
          <p:nvPr/>
        </p:nvSpPr>
        <p:spPr>
          <a:xfrm>
            <a:off x="6424800" y="4161075"/>
            <a:ext cx="1764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FR" sz="1200">
                <a:solidFill>
                  <a:srgbClr val="595959"/>
                </a:solidFill>
              </a:rPr>
              <a:t>PCE Pressure Decay</a:t>
            </a:r>
            <a:endParaRPr sz="1200">
              <a:solidFill>
                <a:srgbClr val="595959"/>
              </a:solidFill>
            </a:endParaRPr>
          </a:p>
          <a:p>
            <a:pPr indent="0" lvl="0" marL="0" rtl="0" algn="ctr">
              <a:spcBef>
                <a:spcPts val="0"/>
              </a:spcBef>
              <a:spcAft>
                <a:spcPts val="0"/>
              </a:spcAft>
              <a:buNone/>
            </a:pPr>
            <a:r>
              <a:rPr lang="fr-FR" sz="1200">
                <a:solidFill>
                  <a:srgbClr val="595959"/>
                </a:solidFill>
              </a:rPr>
              <a:t>(Leaky PCE)</a:t>
            </a:r>
            <a:endParaRPr sz="1200">
              <a:solidFill>
                <a:srgbClr val="595959"/>
              </a:solidFill>
            </a:endParaRPr>
          </a:p>
        </p:txBody>
      </p:sp>
      <p:sp>
        <p:nvSpPr>
          <p:cNvPr id="671" name="Google Shape;671;p50"/>
          <p:cNvSpPr txBox="1"/>
          <p:nvPr/>
        </p:nvSpPr>
        <p:spPr>
          <a:xfrm>
            <a:off x="4514850" y="985750"/>
            <a:ext cx="3162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FR" sz="1500" u="sng">
                <a:solidFill>
                  <a:srgbClr val="000000"/>
                </a:solidFill>
              </a:rPr>
              <a:t>MSN 54 SIA</a:t>
            </a:r>
            <a:endParaRPr b="1" sz="1500" u="sng">
              <a:solidFill>
                <a:srgbClr val="000000"/>
              </a:solidFill>
            </a:endParaRPr>
          </a:p>
        </p:txBody>
      </p:sp>
      <p:sp>
        <p:nvSpPr>
          <p:cNvPr id="672" name="Google Shape;672;p50"/>
          <p:cNvSpPr txBox="1"/>
          <p:nvPr/>
        </p:nvSpPr>
        <p:spPr>
          <a:xfrm>
            <a:off x="2652525" y="2495900"/>
            <a:ext cx="1764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FR" sz="1200">
                <a:solidFill>
                  <a:srgbClr val="595959"/>
                </a:solidFill>
              </a:rPr>
              <a:t>PCE Pressure Decay</a:t>
            </a:r>
            <a:endParaRPr sz="1200">
              <a:solidFill>
                <a:srgbClr val="595959"/>
              </a:solidFill>
            </a:endParaRPr>
          </a:p>
          <a:p>
            <a:pPr indent="0" lvl="0" marL="0" rtl="0" algn="ctr">
              <a:spcBef>
                <a:spcPts val="0"/>
              </a:spcBef>
              <a:spcAft>
                <a:spcPts val="0"/>
              </a:spcAft>
              <a:buClr>
                <a:srgbClr val="000000"/>
              </a:buClr>
              <a:buSzPts val="1100"/>
              <a:buFont typeface="Arial"/>
              <a:buNone/>
            </a:pPr>
            <a:r>
              <a:rPr lang="fr-FR" sz="1200">
                <a:solidFill>
                  <a:srgbClr val="595959"/>
                </a:solidFill>
              </a:rPr>
              <a:t>Monitoring Window</a:t>
            </a:r>
            <a:endParaRPr sz="1200">
              <a:solidFill>
                <a:srgbClr val="595959"/>
              </a:solidFill>
            </a:endParaRPr>
          </a:p>
        </p:txBody>
      </p:sp>
      <p:sp>
        <p:nvSpPr>
          <p:cNvPr id="673" name="Google Shape;673;p50"/>
          <p:cNvSpPr txBox="1"/>
          <p:nvPr/>
        </p:nvSpPr>
        <p:spPr>
          <a:xfrm>
            <a:off x="2805825" y="4856725"/>
            <a:ext cx="1764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FR" sz="1200">
                <a:solidFill>
                  <a:srgbClr val="595959"/>
                </a:solidFill>
              </a:rPr>
              <a:t>PCE Pressure Decay</a:t>
            </a:r>
            <a:endParaRPr sz="1200">
              <a:solidFill>
                <a:srgbClr val="595959"/>
              </a:solidFill>
            </a:endParaRPr>
          </a:p>
          <a:p>
            <a:pPr indent="0" lvl="0" marL="0" rtl="0" algn="ctr">
              <a:spcBef>
                <a:spcPts val="0"/>
              </a:spcBef>
              <a:spcAft>
                <a:spcPts val="0"/>
              </a:spcAft>
              <a:buNone/>
            </a:pPr>
            <a:r>
              <a:rPr lang="fr-FR" sz="1200">
                <a:solidFill>
                  <a:srgbClr val="595959"/>
                </a:solidFill>
              </a:rPr>
              <a:t>Monitoring Window</a:t>
            </a:r>
            <a:endParaRPr sz="1200">
              <a:solidFill>
                <a:srgbClr val="595959"/>
              </a:solidFill>
            </a:endParaRPr>
          </a:p>
        </p:txBody>
      </p:sp>
      <p:cxnSp>
        <p:nvCxnSpPr>
          <p:cNvPr id="674" name="Google Shape;674;p50"/>
          <p:cNvCxnSpPr>
            <a:stCxn id="672" idx="3"/>
          </p:cNvCxnSpPr>
          <p:nvPr/>
        </p:nvCxnSpPr>
        <p:spPr>
          <a:xfrm>
            <a:off x="4417425" y="2772950"/>
            <a:ext cx="587100" cy="1800"/>
          </a:xfrm>
          <a:prstGeom prst="straightConnector1">
            <a:avLst/>
          </a:prstGeom>
          <a:noFill/>
          <a:ln cap="flat" cmpd="sng" w="9525">
            <a:solidFill>
              <a:srgbClr val="CC4125"/>
            </a:solidFill>
            <a:prstDash val="solid"/>
            <a:round/>
            <a:headEnd len="med" w="med" type="none"/>
            <a:tailEnd len="med" w="med" type="triangle"/>
          </a:ln>
        </p:spPr>
      </p:cxnSp>
      <p:cxnSp>
        <p:nvCxnSpPr>
          <p:cNvPr id="675" name="Google Shape;675;p50"/>
          <p:cNvCxnSpPr>
            <a:stCxn id="673" idx="3"/>
          </p:cNvCxnSpPr>
          <p:nvPr/>
        </p:nvCxnSpPr>
        <p:spPr>
          <a:xfrm>
            <a:off x="4570725" y="5133775"/>
            <a:ext cx="719400" cy="2700"/>
          </a:xfrm>
          <a:prstGeom prst="straightConnector1">
            <a:avLst/>
          </a:prstGeom>
          <a:noFill/>
          <a:ln cap="flat" cmpd="sng" w="9525">
            <a:solidFill>
              <a:srgbClr val="CC4125"/>
            </a:solidFill>
            <a:prstDash val="solid"/>
            <a:round/>
            <a:headEnd len="med" w="med" type="none"/>
            <a:tailEnd len="med" w="med" type="triangle"/>
          </a:ln>
        </p:spPr>
      </p:cxnSp>
      <p:cxnSp>
        <p:nvCxnSpPr>
          <p:cNvPr id="676" name="Google Shape;676;p50"/>
          <p:cNvCxnSpPr>
            <a:stCxn id="669" idx="1"/>
          </p:cNvCxnSpPr>
          <p:nvPr/>
        </p:nvCxnSpPr>
        <p:spPr>
          <a:xfrm rot="10800000">
            <a:off x="6853800" y="2048100"/>
            <a:ext cx="220500" cy="1500"/>
          </a:xfrm>
          <a:prstGeom prst="straightConnector1">
            <a:avLst/>
          </a:prstGeom>
          <a:noFill/>
          <a:ln cap="flat" cmpd="sng" w="9525">
            <a:solidFill>
              <a:srgbClr val="999999"/>
            </a:solidFill>
            <a:prstDash val="solid"/>
            <a:round/>
            <a:headEnd len="med" w="med" type="none"/>
            <a:tailEnd len="med" w="med" type="triangle"/>
          </a:ln>
        </p:spPr>
      </p:cxnSp>
      <p:cxnSp>
        <p:nvCxnSpPr>
          <p:cNvPr id="677" name="Google Shape;677;p50"/>
          <p:cNvCxnSpPr>
            <a:stCxn id="670" idx="1"/>
          </p:cNvCxnSpPr>
          <p:nvPr/>
        </p:nvCxnSpPr>
        <p:spPr>
          <a:xfrm flipH="1">
            <a:off x="5809200" y="4438125"/>
            <a:ext cx="615600" cy="4200"/>
          </a:xfrm>
          <a:prstGeom prst="straightConnector1">
            <a:avLst/>
          </a:prstGeom>
          <a:noFill/>
          <a:ln cap="flat" cmpd="sng" w="9525">
            <a:solidFill>
              <a:srgbClr val="999999"/>
            </a:solidFill>
            <a:prstDash val="solid"/>
            <a:round/>
            <a:headEnd len="med" w="med" type="none"/>
            <a:tailEnd len="med" w="med" type="triangle"/>
          </a:ln>
        </p:spPr>
      </p:cxnSp>
      <p:pic>
        <p:nvPicPr>
          <p:cNvPr id="678" name="Google Shape;678;p50"/>
          <p:cNvPicPr preferRelativeResize="0"/>
          <p:nvPr/>
        </p:nvPicPr>
        <p:blipFill>
          <a:blip r:embed="rId5">
            <a:alphaModFix/>
          </a:blip>
          <a:stretch>
            <a:fillRect/>
          </a:stretch>
        </p:blipFill>
        <p:spPr>
          <a:xfrm>
            <a:off x="9313900" y="104652"/>
            <a:ext cx="1831875" cy="1183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51"/>
          <p:cNvSpPr txBox="1"/>
          <p:nvPr/>
        </p:nvSpPr>
        <p:spPr>
          <a:xfrm>
            <a:off x="469900" y="1139600"/>
            <a:ext cx="10893000" cy="50178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fr-FR" sz="1200" u="sng"/>
              <a:t>Model Logic</a:t>
            </a:r>
            <a:endParaRPr sz="1200" u="sng"/>
          </a:p>
          <a:p>
            <a:pPr indent="-304800" lvl="1" marL="914400" rtl="0" algn="l">
              <a:spcBef>
                <a:spcPts val="0"/>
              </a:spcBef>
              <a:spcAft>
                <a:spcPts val="0"/>
              </a:spcAft>
              <a:buClr>
                <a:schemeClr val="dk1"/>
              </a:buClr>
              <a:buSzPts val="1200"/>
              <a:buChar char="○"/>
            </a:pPr>
            <a:r>
              <a:rPr b="1" lang="fr-FR" sz="1200">
                <a:solidFill>
                  <a:schemeClr val="dk1"/>
                </a:solidFill>
              </a:rPr>
              <a:t>Monitoring Window:</a:t>
            </a:r>
            <a:endParaRPr b="1" sz="12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15 psig &lt;= PM1 &lt;= 30 psig</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20 psi &lt; HP6 &lt; 80 psi</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HP6(1 minute ago) &lt; 20 psi</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ENG_RUNNING == 1</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ENG_RUNNING(30 seconds ago) == 0</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APU_BV_FULLY_CLOSED == 0</a:t>
            </a:r>
            <a:endParaRPr sz="1100">
              <a:solidFill>
                <a:schemeClr val="dk1"/>
              </a:solidFill>
            </a:endParaRPr>
          </a:p>
          <a:p>
            <a:pPr indent="0" lvl="0" marL="1371600" rtl="0" algn="l">
              <a:spcBef>
                <a:spcPts val="0"/>
              </a:spcBef>
              <a:spcAft>
                <a:spcPts val="0"/>
              </a:spcAft>
              <a:buNone/>
            </a:pPr>
            <a:r>
              <a:t/>
            </a:r>
            <a:endParaRPr sz="1100">
              <a:solidFill>
                <a:schemeClr val="dk1"/>
              </a:solidFill>
            </a:endParaRPr>
          </a:p>
          <a:p>
            <a:pPr indent="-304800" lvl="1" marL="914400" rtl="0" algn="l">
              <a:spcBef>
                <a:spcPts val="0"/>
              </a:spcBef>
              <a:spcAft>
                <a:spcPts val="0"/>
              </a:spcAft>
              <a:buClr>
                <a:schemeClr val="dk1"/>
              </a:buClr>
              <a:buSzPts val="1200"/>
              <a:buChar char="○"/>
            </a:pPr>
            <a:r>
              <a:rPr b="1" lang="fr-FR" sz="1200">
                <a:solidFill>
                  <a:schemeClr val="dk1"/>
                </a:solidFill>
              </a:rPr>
              <a:t>Features computation:</a:t>
            </a:r>
            <a:endParaRPr b="1" sz="12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event_duration = Monitoring Window duration in seconds</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pressure_drop = PM1_first - PM1_last</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depress_rate = pressure_drop / event_duration</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event_duration_corrected = 15 / depress_rate</a:t>
            </a:r>
            <a:endParaRPr sz="1100">
              <a:solidFill>
                <a:schemeClr val="dk1"/>
              </a:solidFill>
            </a:endParaRPr>
          </a:p>
          <a:p>
            <a:pPr indent="0" lvl="0" marL="1371600" rtl="0" algn="l">
              <a:spcBef>
                <a:spcPts val="0"/>
              </a:spcBef>
              <a:spcAft>
                <a:spcPts val="0"/>
              </a:spcAft>
              <a:buNone/>
            </a:pPr>
            <a:r>
              <a:t/>
            </a:r>
            <a:endParaRPr sz="1100">
              <a:solidFill>
                <a:schemeClr val="dk1"/>
              </a:solidFill>
            </a:endParaRPr>
          </a:p>
          <a:p>
            <a:pPr indent="-304800" lvl="1" marL="914400" rtl="0" algn="l">
              <a:spcBef>
                <a:spcPts val="0"/>
              </a:spcBef>
              <a:spcAft>
                <a:spcPts val="0"/>
              </a:spcAft>
              <a:buClr>
                <a:schemeClr val="dk1"/>
              </a:buClr>
              <a:buSzPts val="1200"/>
              <a:buChar char="○"/>
            </a:pPr>
            <a:r>
              <a:rPr b="1" lang="fr-FR" sz="1200">
                <a:solidFill>
                  <a:schemeClr val="dk1"/>
                </a:solidFill>
              </a:rPr>
              <a:t>Valid conditions:</a:t>
            </a:r>
            <a:endParaRPr b="1" sz="12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depress_rate &gt; 0 psig/s</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pressure_drop &gt;= 3 psig</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(OPSOV_POS_first == 1) OR (OPSOV_POS_changed == 1)</a:t>
            </a:r>
            <a:endParaRPr sz="1100">
              <a:solidFill>
                <a:schemeClr val="dk1"/>
              </a:solidFill>
            </a:endParaRPr>
          </a:p>
          <a:p>
            <a:pPr indent="0" lvl="0" marL="1371600" rtl="0" algn="l">
              <a:spcBef>
                <a:spcPts val="0"/>
              </a:spcBef>
              <a:spcAft>
                <a:spcPts val="0"/>
              </a:spcAft>
              <a:buNone/>
            </a:pPr>
            <a:r>
              <a:t/>
            </a:r>
            <a:endParaRPr sz="1100">
              <a:solidFill>
                <a:schemeClr val="dk1"/>
              </a:solidFill>
            </a:endParaRPr>
          </a:p>
          <a:p>
            <a:pPr indent="-304800" lvl="1" marL="914400" rtl="0" algn="l">
              <a:spcBef>
                <a:spcPts val="0"/>
              </a:spcBef>
              <a:spcAft>
                <a:spcPts val="0"/>
              </a:spcAft>
              <a:buClr>
                <a:schemeClr val="dk1"/>
              </a:buClr>
              <a:buSzPts val="1200"/>
              <a:buChar char="○"/>
            </a:pPr>
            <a:r>
              <a:rPr b="1" lang="fr-FR" sz="1200">
                <a:solidFill>
                  <a:schemeClr val="dk1"/>
                </a:solidFill>
              </a:rPr>
              <a:t>Thresholds:</a:t>
            </a:r>
            <a:endParaRPr b="1" sz="12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medium</a:t>
            </a:r>
            <a:r>
              <a:rPr lang="fr-FR" sz="1100">
                <a:solidFill>
                  <a:schemeClr val="dk1"/>
                </a:solidFill>
              </a:rPr>
              <a:t>_threshold = 3 seconds</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high_threshold = 1 seconds</a:t>
            </a:r>
            <a:endParaRPr sz="1100">
              <a:solidFill>
                <a:schemeClr val="dk1"/>
              </a:solidFill>
            </a:endParaRPr>
          </a:p>
          <a:p>
            <a:pPr indent="0" lvl="0" marL="914400" rtl="0" algn="l">
              <a:spcBef>
                <a:spcPts val="0"/>
              </a:spcBef>
              <a:spcAft>
                <a:spcPts val="0"/>
              </a:spcAft>
              <a:buNone/>
            </a:pPr>
            <a:r>
              <a:t/>
            </a:r>
            <a:endParaRPr sz="1100">
              <a:solidFill>
                <a:schemeClr val="dk1"/>
              </a:solidFill>
            </a:endParaRPr>
          </a:p>
          <a:p>
            <a:pPr indent="-298450" lvl="1" marL="914400" rtl="0" algn="l">
              <a:spcBef>
                <a:spcPts val="0"/>
              </a:spcBef>
              <a:spcAft>
                <a:spcPts val="0"/>
              </a:spcAft>
              <a:buClr>
                <a:schemeClr val="dk1"/>
              </a:buClr>
              <a:buSzPts val="1100"/>
              <a:buChar char="○"/>
            </a:pPr>
            <a:r>
              <a:rPr b="1" lang="fr-FR" sz="1100">
                <a:solidFill>
                  <a:schemeClr val="dk1"/>
                </a:solidFill>
              </a:rPr>
              <a:t>Alerts:</a:t>
            </a:r>
            <a:endParaRPr b="1"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medium_threshold &gt; event_duration_corrected &gt;= high_threshold</a:t>
            </a:r>
            <a:endParaRPr sz="1100">
              <a:solidFill>
                <a:schemeClr val="dk1"/>
              </a:solidFill>
            </a:endParaRPr>
          </a:p>
          <a:p>
            <a:pPr indent="-298450" lvl="2" marL="1371600" rtl="0" algn="l">
              <a:spcBef>
                <a:spcPts val="0"/>
              </a:spcBef>
              <a:spcAft>
                <a:spcPts val="0"/>
              </a:spcAft>
              <a:buClr>
                <a:schemeClr val="dk1"/>
              </a:buClr>
              <a:buSzPts val="1100"/>
              <a:buChar char="■"/>
            </a:pPr>
            <a:r>
              <a:rPr lang="fr-FR" sz="1100">
                <a:solidFill>
                  <a:schemeClr val="dk1"/>
                </a:solidFill>
              </a:rPr>
              <a:t>high_threshold &gt; event_duration_corrected</a:t>
            </a:r>
            <a:endParaRPr sz="1100">
              <a:solidFill>
                <a:schemeClr val="dk1"/>
              </a:solidFill>
            </a:endParaRPr>
          </a:p>
          <a:p>
            <a:pPr indent="0" lvl="0" marL="0" rtl="0" algn="l">
              <a:spcBef>
                <a:spcPts val="0"/>
              </a:spcBef>
              <a:spcAft>
                <a:spcPts val="0"/>
              </a:spcAft>
              <a:buNone/>
            </a:pPr>
            <a:r>
              <a:t/>
            </a:r>
            <a:endParaRPr sz="1200"/>
          </a:p>
        </p:txBody>
      </p:sp>
      <p:sp>
        <p:nvSpPr>
          <p:cNvPr id="685" name="Google Shape;685;p51"/>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Model description</a:t>
            </a:r>
            <a:endParaRPr sz="2500">
              <a:solidFill>
                <a:schemeClr val="dk2"/>
              </a:solidFill>
            </a:endParaRPr>
          </a:p>
        </p:txBody>
      </p:sp>
      <p:grpSp>
        <p:nvGrpSpPr>
          <p:cNvPr id="686" name="Google Shape;686;p51"/>
          <p:cNvGrpSpPr/>
          <p:nvPr/>
        </p:nvGrpSpPr>
        <p:grpSpPr>
          <a:xfrm>
            <a:off x="3627393" y="1517775"/>
            <a:ext cx="7503425" cy="338700"/>
            <a:chOff x="3093973" y="1517775"/>
            <a:chExt cx="9271500" cy="338700"/>
          </a:xfrm>
        </p:grpSpPr>
        <p:cxnSp>
          <p:nvCxnSpPr>
            <p:cNvPr id="687" name="Google Shape;687;p51"/>
            <p:cNvCxnSpPr>
              <a:endCxn id="688" idx="1"/>
            </p:cNvCxnSpPr>
            <p:nvPr/>
          </p:nvCxnSpPr>
          <p:spPr>
            <a:xfrm>
              <a:off x="3093973" y="1682925"/>
              <a:ext cx="4132500" cy="4200"/>
            </a:xfrm>
            <a:prstGeom prst="straightConnector1">
              <a:avLst/>
            </a:prstGeom>
            <a:noFill/>
            <a:ln cap="flat" cmpd="sng" w="9525">
              <a:solidFill>
                <a:srgbClr val="CC4125"/>
              </a:solidFill>
              <a:prstDash val="solid"/>
              <a:round/>
              <a:headEnd len="med" w="med" type="none"/>
              <a:tailEnd len="med" w="med" type="triangle"/>
            </a:ln>
          </p:spPr>
        </p:cxnSp>
        <p:sp>
          <p:nvSpPr>
            <p:cNvPr id="688" name="Google Shape;688;p51"/>
            <p:cNvSpPr txBox="1"/>
            <p:nvPr/>
          </p:nvSpPr>
          <p:spPr>
            <a:xfrm>
              <a:off x="7226473" y="1517775"/>
              <a:ext cx="5139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All the depressurizations go through this range of pressures</a:t>
              </a:r>
              <a:endParaRPr sz="1000">
                <a:solidFill>
                  <a:srgbClr val="CC4125"/>
                </a:solidFill>
              </a:endParaRPr>
            </a:p>
          </p:txBody>
        </p:sp>
      </p:grpSp>
      <p:grpSp>
        <p:nvGrpSpPr>
          <p:cNvPr id="689" name="Google Shape;689;p51"/>
          <p:cNvGrpSpPr/>
          <p:nvPr/>
        </p:nvGrpSpPr>
        <p:grpSpPr>
          <a:xfrm>
            <a:off x="4100950" y="1757125"/>
            <a:ext cx="7029850" cy="338700"/>
            <a:chOff x="3567550" y="1757125"/>
            <a:chExt cx="7029850" cy="338700"/>
          </a:xfrm>
        </p:grpSpPr>
        <p:sp>
          <p:nvSpPr>
            <p:cNvPr id="690" name="Google Shape;690;p51"/>
            <p:cNvSpPr/>
            <p:nvPr/>
          </p:nvSpPr>
          <p:spPr>
            <a:xfrm>
              <a:off x="3567550" y="1769125"/>
              <a:ext cx="84300" cy="314700"/>
            </a:xfrm>
            <a:prstGeom prst="rightBrace">
              <a:avLst>
                <a:gd fmla="val 50000" name="adj1"/>
                <a:gd fmla="val 50000" name="adj2"/>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1" name="Google Shape;691;p51"/>
            <p:cNvGrpSpPr/>
            <p:nvPr/>
          </p:nvGrpSpPr>
          <p:grpSpPr>
            <a:xfrm>
              <a:off x="3651850" y="1757125"/>
              <a:ext cx="6945550" cy="338700"/>
              <a:chOff x="3651850" y="1757125"/>
              <a:chExt cx="6945550" cy="338700"/>
            </a:xfrm>
          </p:grpSpPr>
          <p:cxnSp>
            <p:nvCxnSpPr>
              <p:cNvPr id="692" name="Google Shape;692;p51"/>
              <p:cNvCxnSpPr>
                <a:stCxn id="690" idx="1"/>
              </p:cNvCxnSpPr>
              <p:nvPr/>
            </p:nvCxnSpPr>
            <p:spPr>
              <a:xfrm>
                <a:off x="3651850" y="1926475"/>
                <a:ext cx="2799600" cy="4800"/>
              </a:xfrm>
              <a:prstGeom prst="straightConnector1">
                <a:avLst/>
              </a:prstGeom>
              <a:noFill/>
              <a:ln cap="flat" cmpd="sng" w="9525">
                <a:solidFill>
                  <a:srgbClr val="CC4125"/>
                </a:solidFill>
                <a:prstDash val="solid"/>
                <a:round/>
                <a:headEnd len="med" w="med" type="none"/>
                <a:tailEnd len="med" w="med" type="triangle"/>
              </a:ln>
            </p:spPr>
          </p:cxnSp>
          <p:sp>
            <p:nvSpPr>
              <p:cNvPr id="693" name="Google Shape;693;p51"/>
              <p:cNvSpPr txBox="1"/>
              <p:nvPr/>
            </p:nvSpPr>
            <p:spPr>
              <a:xfrm>
                <a:off x="6438500" y="1757125"/>
                <a:ext cx="415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FR" sz="1000">
                    <a:solidFill>
                      <a:srgbClr val="CC4125"/>
                    </a:solidFill>
                  </a:rPr>
                  <a:t>HP6 pressure was very low 1 minute ago</a:t>
                </a:r>
                <a:endParaRPr sz="1000">
                  <a:solidFill>
                    <a:srgbClr val="CC4125"/>
                  </a:solidFill>
                </a:endParaRPr>
              </a:p>
            </p:txBody>
          </p:sp>
        </p:grpSp>
      </p:grpSp>
      <p:grpSp>
        <p:nvGrpSpPr>
          <p:cNvPr id="694" name="Google Shape;694;p51"/>
          <p:cNvGrpSpPr/>
          <p:nvPr/>
        </p:nvGrpSpPr>
        <p:grpSpPr>
          <a:xfrm>
            <a:off x="5103425" y="2081525"/>
            <a:ext cx="6792975" cy="338700"/>
            <a:chOff x="4570025" y="2081525"/>
            <a:chExt cx="6792975" cy="338700"/>
          </a:xfrm>
        </p:grpSpPr>
        <p:sp>
          <p:nvSpPr>
            <p:cNvPr id="695" name="Google Shape;695;p51"/>
            <p:cNvSpPr/>
            <p:nvPr/>
          </p:nvSpPr>
          <p:spPr>
            <a:xfrm>
              <a:off x="4570025" y="2093525"/>
              <a:ext cx="84300" cy="314700"/>
            </a:xfrm>
            <a:prstGeom prst="rightBrace">
              <a:avLst>
                <a:gd fmla="val 50000" name="adj1"/>
                <a:gd fmla="val 50000" name="adj2"/>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96" name="Google Shape;696;p51"/>
            <p:cNvCxnSpPr>
              <a:stCxn id="695" idx="1"/>
            </p:cNvCxnSpPr>
            <p:nvPr/>
          </p:nvCxnSpPr>
          <p:spPr>
            <a:xfrm flipH="1" rot="10800000">
              <a:off x="4654325" y="2249375"/>
              <a:ext cx="1790700" cy="1500"/>
            </a:xfrm>
            <a:prstGeom prst="straightConnector1">
              <a:avLst/>
            </a:prstGeom>
            <a:noFill/>
            <a:ln cap="flat" cmpd="sng" w="9525">
              <a:solidFill>
                <a:srgbClr val="CC4125"/>
              </a:solidFill>
              <a:prstDash val="solid"/>
              <a:round/>
              <a:headEnd len="med" w="med" type="none"/>
              <a:tailEnd len="med" w="med" type="triangle"/>
            </a:ln>
          </p:spPr>
        </p:cxnSp>
        <p:sp>
          <p:nvSpPr>
            <p:cNvPr id="697" name="Google Shape;697;p51"/>
            <p:cNvSpPr txBox="1"/>
            <p:nvPr/>
          </p:nvSpPr>
          <p:spPr>
            <a:xfrm>
              <a:off x="6438500" y="2081525"/>
              <a:ext cx="492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Engine started less than 30 seconds ago</a:t>
              </a:r>
              <a:endParaRPr sz="1000">
                <a:solidFill>
                  <a:srgbClr val="CC4125"/>
                </a:solidFill>
              </a:endParaRPr>
            </a:p>
          </p:txBody>
        </p:sp>
      </p:grpSp>
      <p:grpSp>
        <p:nvGrpSpPr>
          <p:cNvPr id="698" name="Google Shape;698;p51"/>
          <p:cNvGrpSpPr/>
          <p:nvPr/>
        </p:nvGrpSpPr>
        <p:grpSpPr>
          <a:xfrm>
            <a:off x="4564700" y="2353100"/>
            <a:ext cx="7331700" cy="338700"/>
            <a:chOff x="4031300" y="2353100"/>
            <a:chExt cx="7331700" cy="338700"/>
          </a:xfrm>
        </p:grpSpPr>
        <p:cxnSp>
          <p:nvCxnSpPr>
            <p:cNvPr id="699" name="Google Shape;699;p51"/>
            <p:cNvCxnSpPr/>
            <p:nvPr/>
          </p:nvCxnSpPr>
          <p:spPr>
            <a:xfrm flipH="1" rot="10800000">
              <a:off x="4031300" y="2521700"/>
              <a:ext cx="2407200" cy="1500"/>
            </a:xfrm>
            <a:prstGeom prst="straightConnector1">
              <a:avLst/>
            </a:prstGeom>
            <a:noFill/>
            <a:ln cap="flat" cmpd="sng" w="9525">
              <a:solidFill>
                <a:srgbClr val="CC4125"/>
              </a:solidFill>
              <a:prstDash val="solid"/>
              <a:round/>
              <a:headEnd len="med" w="med" type="none"/>
              <a:tailEnd len="med" w="med" type="triangle"/>
            </a:ln>
          </p:spPr>
        </p:cxnSp>
        <p:sp>
          <p:nvSpPr>
            <p:cNvPr id="700" name="Google Shape;700;p51"/>
            <p:cNvSpPr txBox="1"/>
            <p:nvPr/>
          </p:nvSpPr>
          <p:spPr>
            <a:xfrm>
              <a:off x="6438500" y="2353100"/>
              <a:ext cx="492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fr-FR" sz="1000">
                  <a:solidFill>
                    <a:srgbClr val="CC4125"/>
                  </a:solidFill>
                </a:rPr>
                <a:t>Air needs to be coming from APU (EBAS isolated)</a:t>
              </a:r>
              <a:endParaRPr sz="1000">
                <a:solidFill>
                  <a:srgbClr val="CC4125"/>
                </a:solidFill>
              </a:endParaRPr>
            </a:p>
          </p:txBody>
        </p:sp>
      </p:grpSp>
      <p:grpSp>
        <p:nvGrpSpPr>
          <p:cNvPr id="701" name="Google Shape;701;p51"/>
          <p:cNvGrpSpPr/>
          <p:nvPr/>
        </p:nvGrpSpPr>
        <p:grpSpPr>
          <a:xfrm>
            <a:off x="4387750" y="3042500"/>
            <a:ext cx="6988200" cy="338700"/>
            <a:chOff x="4387750" y="3042500"/>
            <a:chExt cx="6988200" cy="338700"/>
          </a:xfrm>
        </p:grpSpPr>
        <p:cxnSp>
          <p:nvCxnSpPr>
            <p:cNvPr id="702" name="Google Shape;702;p51"/>
            <p:cNvCxnSpPr>
              <a:endCxn id="703" idx="1"/>
            </p:cNvCxnSpPr>
            <p:nvPr/>
          </p:nvCxnSpPr>
          <p:spPr>
            <a:xfrm>
              <a:off x="4387750" y="3207650"/>
              <a:ext cx="2063700" cy="4200"/>
            </a:xfrm>
            <a:prstGeom prst="straightConnector1">
              <a:avLst/>
            </a:prstGeom>
            <a:noFill/>
            <a:ln cap="flat" cmpd="sng" w="9525">
              <a:solidFill>
                <a:srgbClr val="CC4125"/>
              </a:solidFill>
              <a:prstDash val="solid"/>
              <a:round/>
              <a:headEnd len="med" w="med" type="none"/>
              <a:tailEnd len="med" w="med" type="triangle"/>
            </a:ln>
          </p:spPr>
        </p:cxnSp>
        <p:sp>
          <p:nvSpPr>
            <p:cNvPr id="703" name="Google Shape;703;p51"/>
            <p:cNvSpPr txBox="1"/>
            <p:nvPr/>
          </p:nvSpPr>
          <p:spPr>
            <a:xfrm>
              <a:off x="6451450" y="3042500"/>
              <a:ext cx="492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Pressure difference between first and last point of the monitoring window</a:t>
              </a:r>
              <a:endParaRPr sz="1000">
                <a:solidFill>
                  <a:srgbClr val="CC4125"/>
                </a:solidFill>
              </a:endParaRPr>
            </a:p>
          </p:txBody>
        </p:sp>
      </p:grpSp>
      <p:grpSp>
        <p:nvGrpSpPr>
          <p:cNvPr id="704" name="Google Shape;704;p51"/>
          <p:cNvGrpSpPr/>
          <p:nvPr/>
        </p:nvGrpSpPr>
        <p:grpSpPr>
          <a:xfrm>
            <a:off x="4868300" y="3381200"/>
            <a:ext cx="6507650" cy="338700"/>
            <a:chOff x="4868300" y="3381200"/>
            <a:chExt cx="6507650" cy="338700"/>
          </a:xfrm>
        </p:grpSpPr>
        <p:sp>
          <p:nvSpPr>
            <p:cNvPr id="705" name="Google Shape;705;p51"/>
            <p:cNvSpPr txBox="1"/>
            <p:nvPr/>
          </p:nvSpPr>
          <p:spPr>
            <a:xfrm>
              <a:off x="6451450" y="3381200"/>
              <a:ext cx="492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Time it takes to depressurize 15 psig assuming linear pressure decay</a:t>
              </a:r>
              <a:endParaRPr sz="1000">
                <a:solidFill>
                  <a:srgbClr val="CC4125"/>
                </a:solidFill>
              </a:endParaRPr>
            </a:p>
          </p:txBody>
        </p:sp>
        <p:cxnSp>
          <p:nvCxnSpPr>
            <p:cNvPr id="706" name="Google Shape;706;p51"/>
            <p:cNvCxnSpPr/>
            <p:nvPr/>
          </p:nvCxnSpPr>
          <p:spPr>
            <a:xfrm flipH="1" rot="10800000">
              <a:off x="4868300" y="3552750"/>
              <a:ext cx="1583100" cy="600"/>
            </a:xfrm>
            <a:prstGeom prst="straightConnector1">
              <a:avLst/>
            </a:prstGeom>
            <a:noFill/>
            <a:ln cap="flat" cmpd="sng" w="9525">
              <a:solidFill>
                <a:srgbClr val="CC4125"/>
              </a:solidFill>
              <a:prstDash val="solid"/>
              <a:round/>
              <a:headEnd len="med" w="med" type="none"/>
              <a:tailEnd len="med" w="med" type="triangle"/>
            </a:ln>
          </p:spPr>
        </p:cxnSp>
      </p:grpSp>
      <p:grpSp>
        <p:nvGrpSpPr>
          <p:cNvPr id="707" name="Google Shape;707;p51"/>
          <p:cNvGrpSpPr/>
          <p:nvPr/>
        </p:nvGrpSpPr>
        <p:grpSpPr>
          <a:xfrm>
            <a:off x="3474879" y="3877475"/>
            <a:ext cx="7503362" cy="338700"/>
            <a:chOff x="4868471" y="3381200"/>
            <a:chExt cx="5432102" cy="338700"/>
          </a:xfrm>
        </p:grpSpPr>
        <p:sp>
          <p:nvSpPr>
            <p:cNvPr id="708" name="Google Shape;708;p51"/>
            <p:cNvSpPr txBox="1"/>
            <p:nvPr/>
          </p:nvSpPr>
          <p:spPr>
            <a:xfrm>
              <a:off x="7303873" y="3381200"/>
              <a:ext cx="299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Air has to exit the volume</a:t>
              </a:r>
              <a:endParaRPr sz="1000">
                <a:solidFill>
                  <a:srgbClr val="CC4125"/>
                </a:solidFill>
              </a:endParaRPr>
            </a:p>
          </p:txBody>
        </p:sp>
        <p:cxnSp>
          <p:nvCxnSpPr>
            <p:cNvPr id="709" name="Google Shape;709;p51"/>
            <p:cNvCxnSpPr/>
            <p:nvPr/>
          </p:nvCxnSpPr>
          <p:spPr>
            <a:xfrm>
              <a:off x="4868471" y="3553275"/>
              <a:ext cx="2440200" cy="9900"/>
            </a:xfrm>
            <a:prstGeom prst="straightConnector1">
              <a:avLst/>
            </a:prstGeom>
            <a:noFill/>
            <a:ln cap="flat" cmpd="sng" w="9525">
              <a:solidFill>
                <a:srgbClr val="CC4125"/>
              </a:solidFill>
              <a:prstDash val="solid"/>
              <a:round/>
              <a:headEnd len="med" w="med" type="none"/>
              <a:tailEnd len="med" w="med" type="triangle"/>
            </a:ln>
          </p:spPr>
        </p:cxnSp>
      </p:grpSp>
      <p:grpSp>
        <p:nvGrpSpPr>
          <p:cNvPr id="710" name="Google Shape;710;p51"/>
          <p:cNvGrpSpPr/>
          <p:nvPr/>
        </p:nvGrpSpPr>
        <p:grpSpPr>
          <a:xfrm>
            <a:off x="3627100" y="4059150"/>
            <a:ext cx="6507900" cy="338700"/>
            <a:chOff x="4868150" y="3381200"/>
            <a:chExt cx="6507900" cy="338700"/>
          </a:xfrm>
        </p:grpSpPr>
        <p:sp>
          <p:nvSpPr>
            <p:cNvPr id="711" name="Google Shape;711;p51"/>
            <p:cNvSpPr txBox="1"/>
            <p:nvPr/>
          </p:nvSpPr>
          <p:spPr>
            <a:xfrm>
              <a:off x="8079950" y="3381200"/>
              <a:ext cx="3296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Pressure drop must be significant</a:t>
              </a:r>
              <a:endParaRPr sz="1000">
                <a:solidFill>
                  <a:srgbClr val="CC4125"/>
                </a:solidFill>
              </a:endParaRPr>
            </a:p>
          </p:txBody>
        </p:sp>
        <p:cxnSp>
          <p:nvCxnSpPr>
            <p:cNvPr id="712" name="Google Shape;712;p51"/>
            <p:cNvCxnSpPr>
              <a:endCxn id="711" idx="1"/>
            </p:cNvCxnSpPr>
            <p:nvPr/>
          </p:nvCxnSpPr>
          <p:spPr>
            <a:xfrm flipH="1" rot="10800000">
              <a:off x="4868150" y="3550550"/>
              <a:ext cx="3211800" cy="2700"/>
            </a:xfrm>
            <a:prstGeom prst="straightConnector1">
              <a:avLst/>
            </a:prstGeom>
            <a:noFill/>
            <a:ln cap="flat" cmpd="sng" w="9525">
              <a:solidFill>
                <a:srgbClr val="CC4125"/>
              </a:solidFill>
              <a:prstDash val="solid"/>
              <a:round/>
              <a:headEnd len="med" w="med" type="none"/>
              <a:tailEnd len="med" w="med" type="triangle"/>
            </a:ln>
          </p:spPr>
        </p:cxnSp>
      </p:grpSp>
      <p:grpSp>
        <p:nvGrpSpPr>
          <p:cNvPr id="713" name="Google Shape;713;p51"/>
          <p:cNvGrpSpPr/>
          <p:nvPr/>
        </p:nvGrpSpPr>
        <p:grpSpPr>
          <a:xfrm>
            <a:off x="6112341" y="4224275"/>
            <a:ext cx="4256031" cy="492600"/>
            <a:chOff x="-517442" y="3389300"/>
            <a:chExt cx="7748100" cy="492600"/>
          </a:xfrm>
        </p:grpSpPr>
        <p:sp>
          <p:nvSpPr>
            <p:cNvPr id="714" name="Google Shape;714;p51"/>
            <p:cNvSpPr txBox="1"/>
            <p:nvPr/>
          </p:nvSpPr>
          <p:spPr>
            <a:xfrm>
              <a:off x="805258" y="3389300"/>
              <a:ext cx="6425400" cy="49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fr-FR" sz="1000">
                  <a:solidFill>
                    <a:srgbClr val="CC4125"/>
                  </a:solidFill>
                </a:rPr>
                <a:t>OPSOV is closed or closes during monitoring window</a:t>
              </a:r>
              <a:endParaRPr sz="1000">
                <a:solidFill>
                  <a:srgbClr val="CC4125"/>
                </a:solidFill>
              </a:endParaRPr>
            </a:p>
            <a:p>
              <a:pPr indent="0" lvl="0" marL="0" rtl="0" algn="l">
                <a:spcBef>
                  <a:spcPts val="0"/>
                </a:spcBef>
                <a:spcAft>
                  <a:spcPts val="0"/>
                </a:spcAft>
                <a:buNone/>
              </a:pPr>
              <a:r>
                <a:rPr lang="fr-FR" sz="1000">
                  <a:solidFill>
                    <a:srgbClr val="CC4125"/>
                  </a:solidFill>
                </a:rPr>
                <a:t>(due to low sample rate of the signal)</a:t>
              </a:r>
              <a:endParaRPr sz="1000">
                <a:solidFill>
                  <a:srgbClr val="CC4125"/>
                </a:solidFill>
              </a:endParaRPr>
            </a:p>
          </p:txBody>
        </p:sp>
        <p:cxnSp>
          <p:nvCxnSpPr>
            <p:cNvPr id="715" name="Google Shape;715;p51"/>
            <p:cNvCxnSpPr>
              <a:endCxn id="714" idx="1"/>
            </p:cNvCxnSpPr>
            <p:nvPr/>
          </p:nvCxnSpPr>
          <p:spPr>
            <a:xfrm flipH="1" rot="10800000">
              <a:off x="-517442" y="3635600"/>
              <a:ext cx="1322700" cy="3300"/>
            </a:xfrm>
            <a:prstGeom prst="straightConnector1">
              <a:avLst/>
            </a:prstGeom>
            <a:noFill/>
            <a:ln cap="flat" cmpd="sng" w="9525">
              <a:solidFill>
                <a:srgbClr val="CC4125"/>
              </a:solidFill>
              <a:prstDash val="solid"/>
              <a:round/>
              <a:headEnd len="med" w="med" type="none"/>
              <a:tailEnd len="med" w="med" type="triangle"/>
            </a:ln>
          </p:spPr>
        </p:cxnSp>
      </p:grpSp>
      <p:grpSp>
        <p:nvGrpSpPr>
          <p:cNvPr id="716" name="Google Shape;716;p51"/>
          <p:cNvGrpSpPr/>
          <p:nvPr/>
        </p:nvGrpSpPr>
        <p:grpSpPr>
          <a:xfrm>
            <a:off x="6075841" y="5406050"/>
            <a:ext cx="4826187" cy="338700"/>
            <a:chOff x="-359788" y="4058250"/>
            <a:chExt cx="11255100" cy="338700"/>
          </a:xfrm>
        </p:grpSpPr>
        <p:sp>
          <p:nvSpPr>
            <p:cNvPr id="717" name="Google Shape;717;p51"/>
            <p:cNvSpPr txBox="1"/>
            <p:nvPr/>
          </p:nvSpPr>
          <p:spPr>
            <a:xfrm>
              <a:off x="2649212" y="4058250"/>
              <a:ext cx="8246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Medium Leak on PCE (in more than 3 of the last 5 flights)</a:t>
              </a:r>
              <a:endParaRPr sz="1000">
                <a:solidFill>
                  <a:srgbClr val="CC4125"/>
                </a:solidFill>
              </a:endParaRPr>
            </a:p>
          </p:txBody>
        </p:sp>
        <p:cxnSp>
          <p:nvCxnSpPr>
            <p:cNvPr id="718" name="Google Shape;718;p51"/>
            <p:cNvCxnSpPr>
              <a:endCxn id="717" idx="1"/>
            </p:cNvCxnSpPr>
            <p:nvPr/>
          </p:nvCxnSpPr>
          <p:spPr>
            <a:xfrm flipH="1" rot="10800000">
              <a:off x="-359788" y="4227600"/>
              <a:ext cx="3009000" cy="8700"/>
            </a:xfrm>
            <a:prstGeom prst="straightConnector1">
              <a:avLst/>
            </a:prstGeom>
            <a:noFill/>
            <a:ln cap="flat" cmpd="sng" w="9525">
              <a:solidFill>
                <a:srgbClr val="CC4125"/>
              </a:solidFill>
              <a:prstDash val="solid"/>
              <a:round/>
              <a:headEnd len="med" w="med" type="none"/>
              <a:tailEnd len="med" w="med" type="triangle"/>
            </a:ln>
          </p:spPr>
        </p:cxnSp>
      </p:grpSp>
      <p:grpSp>
        <p:nvGrpSpPr>
          <p:cNvPr id="719" name="Google Shape;719;p51"/>
          <p:cNvGrpSpPr/>
          <p:nvPr/>
        </p:nvGrpSpPr>
        <p:grpSpPr>
          <a:xfrm>
            <a:off x="4951014" y="5596725"/>
            <a:ext cx="5892726" cy="338700"/>
            <a:chOff x="-411174" y="3389300"/>
            <a:chExt cx="10727700" cy="338700"/>
          </a:xfrm>
        </p:grpSpPr>
        <p:sp>
          <p:nvSpPr>
            <p:cNvPr id="720" name="Google Shape;720;p51"/>
            <p:cNvSpPr txBox="1"/>
            <p:nvPr/>
          </p:nvSpPr>
          <p:spPr>
            <a:xfrm>
              <a:off x="3959226" y="3389300"/>
              <a:ext cx="635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000">
                  <a:solidFill>
                    <a:srgbClr val="CC4125"/>
                  </a:solidFill>
                </a:rPr>
                <a:t>High Leak on PCE (in more than 3 of the last 5 flights)</a:t>
              </a:r>
              <a:endParaRPr sz="1000">
                <a:solidFill>
                  <a:srgbClr val="CC4125"/>
                </a:solidFill>
              </a:endParaRPr>
            </a:p>
          </p:txBody>
        </p:sp>
        <p:cxnSp>
          <p:nvCxnSpPr>
            <p:cNvPr id="721" name="Google Shape;721;p51"/>
            <p:cNvCxnSpPr>
              <a:endCxn id="720" idx="1"/>
            </p:cNvCxnSpPr>
            <p:nvPr/>
          </p:nvCxnSpPr>
          <p:spPr>
            <a:xfrm flipH="1" rot="10800000">
              <a:off x="-411174" y="3558650"/>
              <a:ext cx="4370400" cy="9300"/>
            </a:xfrm>
            <a:prstGeom prst="straightConnector1">
              <a:avLst/>
            </a:prstGeom>
            <a:noFill/>
            <a:ln cap="flat" cmpd="sng" w="9525">
              <a:solidFill>
                <a:srgbClr val="CC4125"/>
              </a:solidFill>
              <a:prstDash val="solid"/>
              <a:round/>
              <a:headEnd len="med" w="med" type="none"/>
              <a:tailEnd len="med" w="med" type="triangle"/>
            </a:ln>
          </p:spPr>
        </p:cxn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52"/>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Feature plotting</a:t>
            </a:r>
            <a:endParaRPr sz="2500">
              <a:solidFill>
                <a:schemeClr val="dk2"/>
              </a:solidFill>
            </a:endParaRPr>
          </a:p>
        </p:txBody>
      </p:sp>
      <p:pic>
        <p:nvPicPr>
          <p:cNvPr id="728" name="Google Shape;728;p52"/>
          <p:cNvPicPr preferRelativeResize="0"/>
          <p:nvPr/>
        </p:nvPicPr>
        <p:blipFill>
          <a:blip r:embed="rId3">
            <a:alphaModFix/>
          </a:blip>
          <a:stretch>
            <a:fillRect/>
          </a:stretch>
        </p:blipFill>
        <p:spPr>
          <a:xfrm>
            <a:off x="578250" y="1047325"/>
            <a:ext cx="11350226" cy="4893674"/>
          </a:xfrm>
          <a:prstGeom prst="rect">
            <a:avLst/>
          </a:prstGeom>
          <a:noFill/>
          <a:ln>
            <a:noFill/>
          </a:ln>
        </p:spPr>
      </p:pic>
      <p:sp>
        <p:nvSpPr>
          <p:cNvPr id="729" name="Google Shape;729;p52"/>
          <p:cNvSpPr/>
          <p:nvPr/>
        </p:nvSpPr>
        <p:spPr>
          <a:xfrm>
            <a:off x="2643575" y="1361675"/>
            <a:ext cx="580500" cy="4288500"/>
          </a:xfrm>
          <a:prstGeom prst="rect">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52"/>
          <p:cNvSpPr/>
          <p:nvPr/>
        </p:nvSpPr>
        <p:spPr>
          <a:xfrm>
            <a:off x="3249700" y="1361825"/>
            <a:ext cx="1680600" cy="42885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p52"/>
          <p:cNvSpPr txBox="1"/>
          <p:nvPr/>
        </p:nvSpPr>
        <p:spPr>
          <a:xfrm>
            <a:off x="3249700" y="3309950"/>
            <a:ext cx="1680600" cy="8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FR" sz="600">
                <a:solidFill>
                  <a:srgbClr val="CC0000"/>
                </a:solidFill>
              </a:rPr>
              <a:t>HIGH LEAK</a:t>
            </a:r>
            <a:endParaRPr sz="600">
              <a:solidFill>
                <a:srgbClr val="CC0000"/>
              </a:solidFill>
            </a:endParaRPr>
          </a:p>
          <a:p>
            <a:pPr indent="0" lvl="0" marL="0" rtl="0" algn="ctr">
              <a:spcBef>
                <a:spcPts val="0"/>
              </a:spcBef>
              <a:spcAft>
                <a:spcPts val="0"/>
              </a:spcAft>
              <a:buNone/>
            </a:pPr>
            <a:r>
              <a:rPr lang="fr-FR" sz="600">
                <a:solidFill>
                  <a:srgbClr val="CC0000"/>
                </a:solidFill>
              </a:rPr>
              <a:t>ALERT</a:t>
            </a:r>
            <a:endParaRPr sz="600">
              <a:solidFill>
                <a:srgbClr val="CC0000"/>
              </a:solidFill>
            </a:endParaRPr>
          </a:p>
        </p:txBody>
      </p:sp>
      <p:sp>
        <p:nvSpPr>
          <p:cNvPr id="732" name="Google Shape;732;p52"/>
          <p:cNvSpPr txBox="1"/>
          <p:nvPr/>
        </p:nvSpPr>
        <p:spPr>
          <a:xfrm>
            <a:off x="2093525" y="3309950"/>
            <a:ext cx="1680600" cy="8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FR" sz="600">
                <a:solidFill>
                  <a:srgbClr val="F1C232"/>
                </a:solidFill>
              </a:rPr>
              <a:t>MEDIUM</a:t>
            </a:r>
            <a:r>
              <a:rPr lang="fr-FR" sz="600">
                <a:solidFill>
                  <a:srgbClr val="F1C232"/>
                </a:solidFill>
              </a:rPr>
              <a:t> LEAK</a:t>
            </a:r>
            <a:endParaRPr sz="600">
              <a:solidFill>
                <a:srgbClr val="F1C232"/>
              </a:solidFill>
            </a:endParaRPr>
          </a:p>
          <a:p>
            <a:pPr indent="0" lvl="0" marL="0" rtl="0" algn="ctr">
              <a:spcBef>
                <a:spcPts val="0"/>
              </a:spcBef>
              <a:spcAft>
                <a:spcPts val="0"/>
              </a:spcAft>
              <a:buNone/>
            </a:pPr>
            <a:r>
              <a:rPr lang="fr-FR" sz="600">
                <a:solidFill>
                  <a:srgbClr val="F1C232"/>
                </a:solidFill>
              </a:rPr>
              <a:t>ALERT</a:t>
            </a:r>
            <a:endParaRPr sz="600">
              <a:solidFill>
                <a:srgbClr val="F1C23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53"/>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Failure statistics - Confirmed events</a:t>
            </a:r>
            <a:endParaRPr sz="2500">
              <a:solidFill>
                <a:schemeClr val="dk2"/>
              </a:solidFill>
            </a:endParaRPr>
          </a:p>
        </p:txBody>
      </p:sp>
      <p:graphicFrame>
        <p:nvGraphicFramePr>
          <p:cNvPr id="739" name="Google Shape;739;p53"/>
          <p:cNvGraphicFramePr/>
          <p:nvPr/>
        </p:nvGraphicFramePr>
        <p:xfrm>
          <a:off x="1741150" y="1033100"/>
          <a:ext cx="3000000" cy="3000000"/>
        </p:xfrm>
        <a:graphic>
          <a:graphicData uri="http://schemas.openxmlformats.org/drawingml/2006/table">
            <a:tbl>
              <a:tblPr>
                <a:noFill/>
                <a:tableStyleId>{1C6EBF6C-FD3C-4C5B-9882-FFA9A7B042ED}</a:tableStyleId>
              </a:tblPr>
              <a:tblGrid>
                <a:gridCol w="547475"/>
                <a:gridCol w="476375"/>
                <a:gridCol w="1073975"/>
                <a:gridCol w="1432700"/>
                <a:gridCol w="826500"/>
                <a:gridCol w="1140625"/>
                <a:gridCol w="1140625"/>
                <a:gridCol w="1140625"/>
              </a:tblGrid>
              <a:tr h="434250">
                <a:tc>
                  <a:txBody>
                    <a:bodyPr/>
                    <a:lstStyle/>
                    <a:p>
                      <a:pPr indent="0" lvl="0" marL="0" rtl="0" algn="ctr">
                        <a:lnSpc>
                          <a:spcPct val="115000"/>
                        </a:lnSpc>
                        <a:spcBef>
                          <a:spcPts val="0"/>
                        </a:spcBef>
                        <a:spcAft>
                          <a:spcPts val="0"/>
                        </a:spcAft>
                        <a:buNone/>
                      </a:pPr>
                      <a:r>
                        <a:rPr b="1" lang="fr-FR" sz="700"/>
                        <a:t>Airline</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MSN</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Inspection Date</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Inspection findings</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Side</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Model </a:t>
                      </a:r>
                      <a:r>
                        <a:rPr b="1" lang="fr-FR" sz="700"/>
                        <a:t>Alert</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Pressure decay duration</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Data Source</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r>
              <a:tr h="260550">
                <a:tc>
                  <a:txBody>
                    <a:bodyPr/>
                    <a:lstStyle/>
                    <a:p>
                      <a:pPr indent="0" lvl="0" marL="0" rtl="0" algn="ctr">
                        <a:lnSpc>
                          <a:spcPct val="115000"/>
                        </a:lnSpc>
                        <a:spcBef>
                          <a:spcPts val="0"/>
                        </a:spcBef>
                        <a:spcAft>
                          <a:spcPts val="0"/>
                        </a:spcAft>
                        <a:buNone/>
                      </a:pPr>
                      <a:r>
                        <a:rPr lang="fr-FR" sz="700"/>
                        <a:t>SIA</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54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13/01/2024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PCE Blanket Damaged</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YES</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fr-FR" sz="700"/>
                        <a:t>&lt; 1 sec</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Skywise SAR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260550">
                <a:tc>
                  <a:txBody>
                    <a:bodyPr/>
                    <a:lstStyle/>
                    <a:p>
                      <a:pPr indent="0" lvl="0" marL="0" rtl="0" algn="ctr">
                        <a:lnSpc>
                          <a:spcPct val="115000"/>
                        </a:lnSpc>
                        <a:spcBef>
                          <a:spcPts val="0"/>
                        </a:spcBef>
                        <a:spcAft>
                          <a:spcPts val="0"/>
                        </a:spcAft>
                        <a:buNone/>
                      </a:pPr>
                      <a:r>
                        <a:rPr lang="fr-FR" sz="700"/>
                        <a:t>HVN</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10/09/2023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PCE Blanket Damaged</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YES</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Clr>
                          <a:schemeClr val="dk1"/>
                        </a:buClr>
                        <a:buSzPts val="1100"/>
                        <a:buFont typeface="Arial"/>
                        <a:buNone/>
                      </a:pPr>
                      <a:r>
                        <a:rPr lang="fr-FR" sz="700">
                          <a:solidFill>
                            <a:schemeClr val="dk1"/>
                          </a:solidFill>
                        </a:rPr>
                        <a:t>&lt; 1 sec</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Tech Request SAR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A4C2F4"/>
                    </a:solidFill>
                  </a:tcPr>
                </a:tc>
              </a:tr>
              <a:tr h="260550">
                <a:tc>
                  <a:txBody>
                    <a:bodyPr/>
                    <a:lstStyle/>
                    <a:p>
                      <a:pPr indent="0" lvl="0" marL="0" rtl="0" algn="ctr">
                        <a:lnSpc>
                          <a:spcPct val="115000"/>
                        </a:lnSpc>
                        <a:spcBef>
                          <a:spcPts val="0"/>
                        </a:spcBef>
                        <a:spcAft>
                          <a:spcPts val="0"/>
                        </a:spcAft>
                        <a:buNone/>
                      </a:pPr>
                      <a:r>
                        <a:rPr lang="fr-FR" sz="700"/>
                        <a:t>HVN</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8/03/2023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fr-FR" sz="700"/>
                        <a:t>PCE Leaky</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YES</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Clr>
                          <a:schemeClr val="dk1"/>
                        </a:buClr>
                        <a:buSzPts val="1100"/>
                        <a:buFont typeface="Arial"/>
                        <a:buNone/>
                      </a:pPr>
                      <a:r>
                        <a:rPr lang="fr-FR" sz="700">
                          <a:solidFill>
                            <a:schemeClr val="dk1"/>
                          </a:solidFill>
                        </a:rPr>
                        <a:t>&lt; 3 sec</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Tech Request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A4C2F4"/>
                    </a:solidFill>
                  </a:tcPr>
                </a:tc>
              </a:tr>
              <a:tr h="260550">
                <a:tc>
                  <a:txBody>
                    <a:bodyPr/>
                    <a:lstStyle/>
                    <a:p>
                      <a:pPr indent="0" lvl="0" marL="0" rtl="0" algn="ctr">
                        <a:lnSpc>
                          <a:spcPct val="115000"/>
                        </a:lnSpc>
                        <a:spcBef>
                          <a:spcPts val="0"/>
                        </a:spcBef>
                        <a:spcAft>
                          <a:spcPts val="0"/>
                        </a:spcAft>
                        <a:buNone/>
                      </a:pPr>
                      <a:r>
                        <a:rPr lang="fr-FR" sz="700"/>
                        <a:t>HVN</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15</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30/12/2020</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PCE Blanket Damaged</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PROCESSING</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Tech Request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A4C2F4"/>
                    </a:solidFill>
                  </a:tcPr>
                </a:tc>
              </a:tr>
              <a:tr h="260550">
                <a:tc>
                  <a:txBody>
                    <a:bodyPr/>
                    <a:lstStyle/>
                    <a:p>
                      <a:pPr indent="0" lvl="0" marL="0" rtl="0" algn="ctr">
                        <a:lnSpc>
                          <a:spcPct val="115000"/>
                        </a:lnSpc>
                        <a:spcBef>
                          <a:spcPts val="0"/>
                        </a:spcBef>
                        <a:spcAft>
                          <a:spcPts val="0"/>
                        </a:spcAft>
                        <a:buNone/>
                      </a:pPr>
                      <a:r>
                        <a:rPr lang="fr-FR" sz="700"/>
                        <a:t>HVN</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15</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1/06/2021</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PCE Blanket Damaged</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YES</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Clr>
                          <a:schemeClr val="dk1"/>
                        </a:buClr>
                        <a:buSzPts val="1100"/>
                        <a:buFont typeface="Arial"/>
                        <a:buNone/>
                      </a:pPr>
                      <a:r>
                        <a:rPr lang="fr-FR" sz="700">
                          <a:solidFill>
                            <a:schemeClr val="dk1"/>
                          </a:solidFill>
                        </a:rPr>
                        <a:t>&lt; 1 sec</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Tech Request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A4C2F4"/>
                    </a:solidFill>
                  </a:tcPr>
                </a:tc>
              </a:tr>
              <a:tr h="260550">
                <a:tc>
                  <a:txBody>
                    <a:bodyPr/>
                    <a:lstStyle/>
                    <a:p>
                      <a:pPr indent="0" lvl="0" marL="0" rtl="0" algn="ctr">
                        <a:lnSpc>
                          <a:spcPct val="115000"/>
                        </a:lnSpc>
                        <a:spcBef>
                          <a:spcPts val="0"/>
                        </a:spcBef>
                        <a:spcAft>
                          <a:spcPts val="0"/>
                        </a:spcAft>
                        <a:buNone/>
                      </a:pPr>
                      <a:r>
                        <a:rPr lang="fr-FR" sz="700"/>
                        <a:t>HVN</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15</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21/06/2022</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PCE Blanket Damaged</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fr-FR" sz="700">
                          <a:solidFill>
                            <a:schemeClr val="dk1"/>
                          </a:solidFill>
                        </a:rPr>
                        <a:t>PROCESSING</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Tech Request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A4C2F4"/>
                    </a:solidFill>
                  </a:tcPr>
                </a:tc>
              </a:tr>
              <a:tr h="260550">
                <a:tc>
                  <a:txBody>
                    <a:bodyPr/>
                    <a:lstStyle/>
                    <a:p>
                      <a:pPr indent="0" lvl="0" marL="0" rtl="0" algn="ctr">
                        <a:lnSpc>
                          <a:spcPct val="115000"/>
                        </a:lnSpc>
                        <a:spcBef>
                          <a:spcPts val="0"/>
                        </a:spcBef>
                        <a:spcAft>
                          <a:spcPts val="0"/>
                        </a:spcAft>
                        <a:buNone/>
                      </a:pPr>
                      <a:r>
                        <a:rPr lang="fr-FR" sz="700"/>
                        <a:t>HVN</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17</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1/11/2022</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PCE Blanket Damaged</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PROCESSING</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Tech Request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A4C2F4"/>
                    </a:solidFill>
                  </a:tcPr>
                </a:tc>
              </a:tr>
              <a:tr h="260550">
                <a:tc>
                  <a:txBody>
                    <a:bodyPr/>
                    <a:lstStyle/>
                    <a:p>
                      <a:pPr indent="0" lvl="0" marL="0" rtl="0" algn="ctr">
                        <a:lnSpc>
                          <a:spcPct val="115000"/>
                        </a:lnSpc>
                        <a:spcBef>
                          <a:spcPts val="0"/>
                        </a:spcBef>
                        <a:spcAft>
                          <a:spcPts val="0"/>
                        </a:spcAft>
                        <a:buNone/>
                      </a:pPr>
                      <a:r>
                        <a:rPr lang="fr-FR" sz="700"/>
                        <a:t>HVN</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17</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21/03/2023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fr-FR" sz="700">
                          <a:solidFill>
                            <a:schemeClr val="dk1"/>
                          </a:solidFill>
                        </a:rPr>
                        <a:t>PCE Leaky</a:t>
                      </a:r>
                      <a:endParaRPr sz="11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PROCESSING</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Tech Request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A4C2F4"/>
                    </a:solidFill>
                  </a:tcPr>
                </a:tc>
              </a:tr>
              <a:tr h="2605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42</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2/04/2024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fr-FR" sz="700">
                          <a:solidFill>
                            <a:schemeClr val="dk1"/>
                          </a:solidFill>
                        </a:rPr>
                        <a:t>PCE Leaky</a:t>
                      </a:r>
                      <a:endParaRPr sz="11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fr-FR" sz="700">
                          <a:solidFill>
                            <a:schemeClr val="dk1"/>
                          </a:solidFill>
                        </a:rPr>
                        <a:t>&lt; 3 sec</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Tech Request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A4C2F4"/>
                    </a:solidFill>
                  </a:tcPr>
                </a:tc>
              </a:tr>
              <a:tr h="2605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42</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2/04/2024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PCE Blanket Damaged</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Clr>
                          <a:schemeClr val="dk1"/>
                        </a:buClr>
                        <a:buSzPts val="1100"/>
                        <a:buFont typeface="Arial"/>
                        <a:buNone/>
                      </a:pPr>
                      <a:r>
                        <a:rPr lang="fr-FR" sz="700">
                          <a:solidFill>
                            <a:schemeClr val="dk1"/>
                          </a:solidFill>
                        </a:rPr>
                        <a:t>&lt; 1 sec</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Tech Request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A4C2F4"/>
                    </a:solidFill>
                  </a:tcPr>
                </a:tc>
              </a:tr>
            </a:tbl>
          </a:graphicData>
        </a:graphic>
      </p:graphicFrame>
      <p:graphicFrame>
        <p:nvGraphicFramePr>
          <p:cNvPr id="740" name="Google Shape;740;p53"/>
          <p:cNvGraphicFramePr/>
          <p:nvPr/>
        </p:nvGraphicFramePr>
        <p:xfrm>
          <a:off x="1477688" y="4655988"/>
          <a:ext cx="3000000" cy="3000000"/>
        </p:xfrm>
        <a:graphic>
          <a:graphicData uri="http://schemas.openxmlformats.org/drawingml/2006/table">
            <a:tbl>
              <a:tblPr>
                <a:noFill/>
                <a:tableStyleId>{D355ECA3-881E-4A8B-88D0-60AD9045D3C1}</a:tableStyleId>
              </a:tblPr>
              <a:tblGrid>
                <a:gridCol w="1537525"/>
                <a:gridCol w="1300550"/>
                <a:gridCol w="1300550"/>
                <a:gridCol w="1300550"/>
                <a:gridCol w="1471175"/>
                <a:gridCol w="1469650"/>
              </a:tblGrid>
              <a:tr h="522100">
                <a:tc>
                  <a:txBody>
                    <a:bodyPr/>
                    <a:lstStyle/>
                    <a:p>
                      <a:pPr indent="0" lvl="0" marL="0" rtl="0" algn="ctr">
                        <a:spcBef>
                          <a:spcPts val="0"/>
                        </a:spcBef>
                        <a:spcAft>
                          <a:spcPts val="0"/>
                        </a:spcAft>
                        <a:buNone/>
                      </a:pPr>
                      <a:r>
                        <a:rPr b="1" lang="fr-FR"/>
                        <a:t>Threshold combination</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fr-FR" sz="1300"/>
                        <a:t>Event Set</a:t>
                      </a:r>
                      <a:endParaRPr b="1" sz="13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fr-FR" sz="1300"/>
                        <a:t>Number of events</a:t>
                      </a:r>
                      <a:endParaRPr b="1" sz="13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fr-FR" sz="1300"/>
                        <a:t>Number of alerts</a:t>
                      </a:r>
                      <a:endParaRPr b="1" sz="13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FR" sz="1300">
                          <a:solidFill>
                            <a:schemeClr val="dk1"/>
                          </a:solidFill>
                        </a:rPr>
                        <a:t>Detection rate</a:t>
                      </a:r>
                      <a:endParaRPr b="1" sz="1600"/>
                    </a:p>
                  </a:txBody>
                  <a:tcPr marT="91425" marB="91425" marR="91425" marL="91425">
                    <a:lnB cap="flat" cmpd="sng" w="9525">
                      <a:solidFill>
                        <a:srgbClr val="9E9E9E"/>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fr-FR" sz="1300">
                          <a:solidFill>
                            <a:schemeClr val="dk1"/>
                          </a:solidFill>
                        </a:rPr>
                        <a:t>Confidence rate</a:t>
                      </a:r>
                      <a:endParaRPr b="1" sz="1600"/>
                    </a:p>
                  </a:txBody>
                  <a:tcPr marT="91425" marB="91425" marR="91425" marL="91425">
                    <a:lnB cap="flat" cmpd="sng" w="9525">
                      <a:solidFill>
                        <a:srgbClr val="9E9E9E"/>
                      </a:solidFill>
                      <a:prstDash val="solid"/>
                      <a:round/>
                      <a:headEnd len="sm" w="sm" type="none"/>
                      <a:tailEnd len="sm" w="sm" type="none"/>
                    </a:lnB>
                    <a:solidFill>
                      <a:srgbClr val="A4C2F4"/>
                    </a:solidFill>
                  </a:tcPr>
                </a:tc>
              </a:tr>
              <a:tr h="417675">
                <a:tc>
                  <a:txBody>
                    <a:bodyPr/>
                    <a:lstStyle/>
                    <a:p>
                      <a:pPr indent="0" lvl="0" marL="0" rtl="0" algn="ctr">
                        <a:spcBef>
                          <a:spcPts val="0"/>
                        </a:spcBef>
                        <a:spcAft>
                          <a:spcPts val="0"/>
                        </a:spcAft>
                        <a:buNone/>
                      </a:pPr>
                      <a:r>
                        <a:rPr lang="fr-FR" sz="1000"/>
                        <a:t>PCE Pressure Decay</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fr-FR" sz="1000"/>
                        <a:t>Confirmed events with available data</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fr-FR" sz="1000"/>
                        <a:t>6</a:t>
                      </a:r>
                      <a:endParaRPr sz="5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fr-FR" sz="1000"/>
                        <a:t>6</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fr-FR" sz="1000"/>
                        <a:t>6</a:t>
                      </a:r>
                      <a:r>
                        <a:rPr lang="fr-FR" sz="1000"/>
                        <a:t>/6 (100%)</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4C2F4"/>
                    </a:solidFill>
                  </a:tcPr>
                </a:tc>
                <a:tc>
                  <a:txBody>
                    <a:bodyPr/>
                    <a:lstStyle/>
                    <a:p>
                      <a:pPr indent="0" lvl="0" marL="0" rtl="0" algn="ctr">
                        <a:spcBef>
                          <a:spcPts val="0"/>
                        </a:spcBef>
                        <a:spcAft>
                          <a:spcPts val="0"/>
                        </a:spcAft>
                        <a:buNone/>
                      </a:pPr>
                      <a:r>
                        <a:rPr lang="fr-FR" sz="1000"/>
                        <a:t>6</a:t>
                      </a:r>
                      <a:r>
                        <a:rPr lang="fr-FR" sz="1000"/>
                        <a:t>/6 (100%)</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4C2F4"/>
                    </a:solidFill>
                  </a:tcPr>
                </a:tc>
              </a:tr>
            </a:tbl>
          </a:graphicData>
        </a:graphic>
      </p:graphicFrame>
      <p:sp>
        <p:nvSpPr>
          <p:cNvPr id="741" name="Google Shape;741;p53"/>
          <p:cNvSpPr txBox="1"/>
          <p:nvPr/>
        </p:nvSpPr>
        <p:spPr>
          <a:xfrm>
            <a:off x="10093575" y="1913625"/>
            <a:ext cx="1377900" cy="11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sz="1500">
                <a:solidFill>
                  <a:srgbClr val="9900FF"/>
                </a:solidFill>
              </a:rPr>
              <a:t>All events with </a:t>
            </a:r>
            <a:r>
              <a:rPr lang="fr-FR" sz="1500">
                <a:solidFill>
                  <a:srgbClr val="9900FF"/>
                </a:solidFill>
              </a:rPr>
              <a:t>available</a:t>
            </a:r>
            <a:r>
              <a:rPr lang="fr-FR" sz="1500">
                <a:solidFill>
                  <a:srgbClr val="9900FF"/>
                </a:solidFill>
              </a:rPr>
              <a:t> data are detected</a:t>
            </a:r>
            <a:endParaRPr sz="1500">
              <a:solidFill>
                <a:srgbClr val="99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54"/>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Failure statistics - Reference events (TechRequest SAR)</a:t>
            </a:r>
            <a:endParaRPr sz="2500">
              <a:solidFill>
                <a:schemeClr val="dk2"/>
              </a:solidFill>
            </a:endParaRPr>
          </a:p>
        </p:txBody>
      </p:sp>
      <p:grpSp>
        <p:nvGrpSpPr>
          <p:cNvPr id="748" name="Google Shape;748;p54"/>
          <p:cNvGrpSpPr/>
          <p:nvPr/>
        </p:nvGrpSpPr>
        <p:grpSpPr>
          <a:xfrm>
            <a:off x="2364275" y="1024475"/>
            <a:ext cx="9017201" cy="5261200"/>
            <a:chOff x="1297475" y="1024475"/>
            <a:chExt cx="9017201" cy="5261200"/>
          </a:xfrm>
        </p:grpSpPr>
        <p:pic>
          <p:nvPicPr>
            <p:cNvPr id="749" name="Google Shape;749;p54"/>
            <p:cNvPicPr preferRelativeResize="0"/>
            <p:nvPr/>
          </p:nvPicPr>
          <p:blipFill>
            <a:blip r:embed="rId3">
              <a:alphaModFix/>
            </a:blip>
            <a:stretch>
              <a:fillRect/>
            </a:stretch>
          </p:blipFill>
          <p:spPr>
            <a:xfrm>
              <a:off x="1297475" y="1024475"/>
              <a:ext cx="9017201" cy="2496450"/>
            </a:xfrm>
            <a:prstGeom prst="rect">
              <a:avLst/>
            </a:prstGeom>
            <a:noFill/>
            <a:ln>
              <a:noFill/>
            </a:ln>
          </p:spPr>
        </p:pic>
        <p:pic>
          <p:nvPicPr>
            <p:cNvPr id="750" name="Google Shape;750;p54"/>
            <p:cNvPicPr preferRelativeResize="0"/>
            <p:nvPr/>
          </p:nvPicPr>
          <p:blipFill>
            <a:blip r:embed="rId4">
              <a:alphaModFix/>
            </a:blip>
            <a:stretch>
              <a:fillRect/>
            </a:stretch>
          </p:blipFill>
          <p:spPr>
            <a:xfrm>
              <a:off x="1297475" y="3547058"/>
              <a:ext cx="9017201" cy="2738616"/>
            </a:xfrm>
            <a:prstGeom prst="rect">
              <a:avLst/>
            </a:prstGeom>
            <a:noFill/>
            <a:ln>
              <a:noFill/>
            </a:ln>
          </p:spPr>
        </p:pic>
        <p:sp>
          <p:nvSpPr>
            <p:cNvPr id="751" name="Google Shape;751;p54"/>
            <p:cNvSpPr/>
            <p:nvPr/>
          </p:nvSpPr>
          <p:spPr>
            <a:xfrm>
              <a:off x="3486300" y="1593925"/>
              <a:ext cx="188100" cy="661800"/>
            </a:xfrm>
            <a:prstGeom prst="roundRect">
              <a:avLst>
                <a:gd fmla="val 16667" name="adj"/>
              </a:avLst>
            </a:prstGeom>
            <a:no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2" name="Google Shape;752;p54"/>
            <p:cNvSpPr/>
            <p:nvPr/>
          </p:nvSpPr>
          <p:spPr>
            <a:xfrm>
              <a:off x="5088900" y="4344825"/>
              <a:ext cx="253200" cy="584100"/>
            </a:xfrm>
            <a:prstGeom prst="roundRect">
              <a:avLst>
                <a:gd fmla="val 16667" name="adj"/>
              </a:avLst>
            </a:prstGeom>
            <a:no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54"/>
            <p:cNvSpPr txBox="1"/>
            <p:nvPr/>
          </p:nvSpPr>
          <p:spPr>
            <a:xfrm>
              <a:off x="3674400" y="1713925"/>
              <a:ext cx="10575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sz="1500">
                  <a:solidFill>
                    <a:srgbClr val="9900FF"/>
                  </a:solidFill>
                </a:rPr>
                <a:t>&lt; 1 sec</a:t>
              </a:r>
              <a:endParaRPr sz="1500">
                <a:solidFill>
                  <a:srgbClr val="9900FF"/>
                </a:solidFill>
              </a:endParaRPr>
            </a:p>
          </p:txBody>
        </p:sp>
        <p:sp>
          <p:nvSpPr>
            <p:cNvPr id="754" name="Google Shape;754;p54"/>
            <p:cNvSpPr txBox="1"/>
            <p:nvPr/>
          </p:nvSpPr>
          <p:spPr>
            <a:xfrm>
              <a:off x="4307025" y="4425975"/>
              <a:ext cx="8337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sz="1500">
                  <a:solidFill>
                    <a:srgbClr val="9900FF"/>
                  </a:solidFill>
                </a:rPr>
                <a:t>~</a:t>
              </a:r>
              <a:r>
                <a:rPr lang="fr-FR" sz="1500">
                  <a:solidFill>
                    <a:srgbClr val="9900FF"/>
                  </a:solidFill>
                </a:rPr>
                <a:t> 6 sec</a:t>
              </a:r>
              <a:endParaRPr sz="1500">
                <a:solidFill>
                  <a:srgbClr val="9900FF"/>
                </a:solidFill>
              </a:endParaRPr>
            </a:p>
          </p:txBody>
        </p:sp>
        <p:sp>
          <p:nvSpPr>
            <p:cNvPr id="755" name="Google Shape;755;p54"/>
            <p:cNvSpPr txBox="1"/>
            <p:nvPr/>
          </p:nvSpPr>
          <p:spPr>
            <a:xfrm>
              <a:off x="5380625" y="1024475"/>
              <a:ext cx="10575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sz="1500">
                  <a:solidFill>
                    <a:schemeClr val="dk1"/>
                  </a:solidFill>
                </a:rPr>
                <a:t>LH PM1</a:t>
              </a:r>
              <a:endParaRPr sz="1500">
                <a:solidFill>
                  <a:schemeClr val="dk1"/>
                </a:solidFill>
              </a:endParaRPr>
            </a:p>
          </p:txBody>
        </p:sp>
        <p:sp>
          <p:nvSpPr>
            <p:cNvPr id="756" name="Google Shape;756;p54"/>
            <p:cNvSpPr txBox="1"/>
            <p:nvPr/>
          </p:nvSpPr>
          <p:spPr>
            <a:xfrm>
              <a:off x="5342100" y="3615025"/>
              <a:ext cx="999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sz="1500">
                  <a:solidFill>
                    <a:schemeClr val="dk1"/>
                  </a:solidFill>
                </a:rPr>
                <a:t>R</a:t>
              </a:r>
              <a:r>
                <a:rPr lang="fr-FR" sz="1500">
                  <a:solidFill>
                    <a:schemeClr val="dk1"/>
                  </a:solidFill>
                </a:rPr>
                <a:t>H PM1</a:t>
              </a:r>
              <a:endParaRPr sz="1500">
                <a:solidFill>
                  <a:schemeClr val="dk1"/>
                </a:solidFill>
              </a:endParaRPr>
            </a:p>
          </p:txBody>
        </p:sp>
      </p:grpSp>
      <p:sp>
        <p:nvSpPr>
          <p:cNvPr id="757" name="Google Shape;757;p54"/>
          <p:cNvSpPr txBox="1"/>
          <p:nvPr/>
        </p:nvSpPr>
        <p:spPr>
          <a:xfrm>
            <a:off x="88950" y="2201750"/>
            <a:ext cx="2203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500">
                <a:solidFill>
                  <a:schemeClr val="dk1"/>
                </a:solidFill>
              </a:rPr>
              <a:t>HVN MSN 14</a:t>
            </a:r>
            <a:endParaRPr sz="1500">
              <a:solidFill>
                <a:schemeClr val="dk1"/>
              </a:solidFill>
            </a:endParaRPr>
          </a:p>
          <a:p>
            <a:pPr indent="0" lvl="0" marL="0" rtl="0" algn="l">
              <a:spcBef>
                <a:spcPts val="0"/>
              </a:spcBef>
              <a:spcAft>
                <a:spcPts val="0"/>
              </a:spcAft>
              <a:buNone/>
            </a:pPr>
            <a:r>
              <a:rPr lang="fr-FR" sz="1500">
                <a:solidFill>
                  <a:schemeClr val="dk1"/>
                </a:solidFill>
              </a:rPr>
              <a:t>(07/09/2023)</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fr-FR" sz="1500">
                <a:solidFill>
                  <a:schemeClr val="dk1"/>
                </a:solidFill>
              </a:rPr>
              <a:t>3 days before inspection.</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fr-FR" sz="1500">
                <a:solidFill>
                  <a:schemeClr val="dk1"/>
                </a:solidFill>
              </a:rPr>
              <a:t>LH PCE was leaky and blanket was damaged.</a:t>
            </a:r>
            <a:endParaRPr sz="15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55"/>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Failure statistics - Test set coverage</a:t>
            </a:r>
            <a:endParaRPr sz="2500">
              <a:solidFill>
                <a:schemeClr val="dk2"/>
              </a:solidFill>
            </a:endParaRPr>
          </a:p>
        </p:txBody>
      </p:sp>
      <p:pic>
        <p:nvPicPr>
          <p:cNvPr id="764" name="Google Shape;764;p55"/>
          <p:cNvPicPr preferRelativeResize="0"/>
          <p:nvPr/>
        </p:nvPicPr>
        <p:blipFill>
          <a:blip r:embed="rId3">
            <a:alphaModFix/>
          </a:blip>
          <a:stretch>
            <a:fillRect/>
          </a:stretch>
        </p:blipFill>
        <p:spPr>
          <a:xfrm>
            <a:off x="3001950" y="1106500"/>
            <a:ext cx="6185598" cy="779400"/>
          </a:xfrm>
          <a:prstGeom prst="rect">
            <a:avLst/>
          </a:prstGeom>
          <a:noFill/>
          <a:ln>
            <a:noFill/>
          </a:ln>
        </p:spPr>
      </p:pic>
      <p:pic>
        <p:nvPicPr>
          <p:cNvPr id="765" name="Google Shape;765;p55"/>
          <p:cNvPicPr preferRelativeResize="0"/>
          <p:nvPr/>
        </p:nvPicPr>
        <p:blipFill>
          <a:blip r:embed="rId4">
            <a:alphaModFix/>
          </a:blip>
          <a:stretch>
            <a:fillRect/>
          </a:stretch>
        </p:blipFill>
        <p:spPr>
          <a:xfrm>
            <a:off x="1280550" y="1885900"/>
            <a:ext cx="9628388" cy="2460150"/>
          </a:xfrm>
          <a:prstGeom prst="rect">
            <a:avLst/>
          </a:prstGeom>
          <a:noFill/>
          <a:ln>
            <a:noFill/>
          </a:ln>
        </p:spPr>
      </p:pic>
      <p:pic>
        <p:nvPicPr>
          <p:cNvPr id="766" name="Google Shape;766;p55"/>
          <p:cNvPicPr preferRelativeResize="0"/>
          <p:nvPr/>
        </p:nvPicPr>
        <p:blipFill>
          <a:blip r:embed="rId5">
            <a:alphaModFix/>
          </a:blip>
          <a:stretch>
            <a:fillRect/>
          </a:stretch>
        </p:blipFill>
        <p:spPr>
          <a:xfrm>
            <a:off x="3656763" y="4346050"/>
            <a:ext cx="4878476" cy="1921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56"/>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Failure statistics - Skywise</a:t>
            </a:r>
            <a:r>
              <a:rPr lang="fr-FR" sz="2500">
                <a:solidFill>
                  <a:schemeClr val="dk2"/>
                </a:solidFill>
              </a:rPr>
              <a:t> alerts</a:t>
            </a:r>
            <a:endParaRPr sz="2500">
              <a:solidFill>
                <a:schemeClr val="dk2"/>
              </a:solidFill>
            </a:endParaRPr>
          </a:p>
        </p:txBody>
      </p:sp>
      <p:graphicFrame>
        <p:nvGraphicFramePr>
          <p:cNvPr id="773" name="Google Shape;773;p56"/>
          <p:cNvGraphicFramePr/>
          <p:nvPr/>
        </p:nvGraphicFramePr>
        <p:xfrm>
          <a:off x="2005150" y="1799625"/>
          <a:ext cx="3000000" cy="3000000"/>
        </p:xfrm>
        <a:graphic>
          <a:graphicData uri="http://schemas.openxmlformats.org/drawingml/2006/table">
            <a:tbl>
              <a:tblPr>
                <a:noFill/>
                <a:tableStyleId>{1C6EBF6C-FD3C-4C5B-9882-FFA9A7B042ED}</a:tableStyleId>
              </a:tblPr>
              <a:tblGrid>
                <a:gridCol w="450325"/>
                <a:gridCol w="391850"/>
                <a:gridCol w="883400"/>
                <a:gridCol w="1178450"/>
                <a:gridCol w="679850"/>
                <a:gridCol w="938175"/>
                <a:gridCol w="938175"/>
                <a:gridCol w="938175"/>
              </a:tblGrid>
              <a:tr h="317700">
                <a:tc>
                  <a:txBody>
                    <a:bodyPr/>
                    <a:lstStyle/>
                    <a:p>
                      <a:pPr indent="0" lvl="0" marL="0" rtl="0" algn="ctr">
                        <a:lnSpc>
                          <a:spcPct val="115000"/>
                        </a:lnSpc>
                        <a:spcBef>
                          <a:spcPts val="0"/>
                        </a:spcBef>
                        <a:spcAft>
                          <a:spcPts val="0"/>
                        </a:spcAft>
                        <a:buNone/>
                      </a:pPr>
                      <a:r>
                        <a:rPr b="1" lang="fr-FR" sz="700"/>
                        <a:t>Airline</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MSN</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Inspection Date</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Inspection findings</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Side</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Model </a:t>
                      </a:r>
                      <a:r>
                        <a:rPr b="1" lang="fr-FR" sz="700"/>
                        <a:t>Alert</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Alert Date</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c>
                  <a:txBody>
                    <a:bodyPr/>
                    <a:lstStyle/>
                    <a:p>
                      <a:pPr indent="0" lvl="0" marL="0" rtl="0" algn="ctr">
                        <a:lnSpc>
                          <a:spcPct val="115000"/>
                        </a:lnSpc>
                        <a:spcBef>
                          <a:spcPts val="0"/>
                        </a:spcBef>
                        <a:spcAft>
                          <a:spcPts val="0"/>
                        </a:spcAft>
                        <a:buNone/>
                      </a:pPr>
                      <a:r>
                        <a:rPr b="1" lang="fr-FR" sz="700"/>
                        <a:t>Data Source</a:t>
                      </a:r>
                      <a:endParaRPr b="1" sz="700"/>
                    </a:p>
                  </a:txBody>
                  <a:tcPr marT="19050" marB="19050" marR="28575" marL="2857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D9F0FF"/>
                    </a:solidFill>
                  </a:tcPr>
                </a:tc>
              </a:tr>
              <a:tr h="190625">
                <a:tc>
                  <a:txBody>
                    <a:bodyPr/>
                    <a:lstStyle/>
                    <a:p>
                      <a:pPr indent="0" lvl="0" marL="0" rtl="0" algn="ctr">
                        <a:lnSpc>
                          <a:spcPct val="115000"/>
                        </a:lnSpc>
                        <a:spcBef>
                          <a:spcPts val="0"/>
                        </a:spcBef>
                        <a:spcAft>
                          <a:spcPts val="0"/>
                        </a:spcAft>
                        <a:buNone/>
                      </a:pPr>
                      <a:r>
                        <a:rPr lang="fr-FR" sz="700"/>
                        <a:t>SIA</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54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13/01/2024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PCE Blanket Damaged</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YES</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fr-FR" sz="700"/>
                        <a:t>24/10/2022</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Skywise SAR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CPA</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39</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15/03/2024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10</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May, 2025</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13/01/2024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21</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July, 2025</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20/02/2024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33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March, 2025</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02/12/2023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47</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June, 2024</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22/11/2023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47</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June, 2024</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02/04/2024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69</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25/02/2024</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90</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29/11/2023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132</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December, 2025</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23/11/2023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143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LH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22/11/2023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r h="196050">
                <a:tc>
                  <a:txBody>
                    <a:bodyPr/>
                    <a:lstStyle/>
                    <a:p>
                      <a:pPr indent="0" lvl="0" marL="0" rtl="0" algn="ctr">
                        <a:lnSpc>
                          <a:spcPct val="115000"/>
                        </a:lnSpc>
                        <a:spcBef>
                          <a:spcPts val="0"/>
                        </a:spcBef>
                        <a:spcAft>
                          <a:spcPts val="0"/>
                        </a:spcAft>
                        <a:buNone/>
                      </a:pPr>
                      <a:r>
                        <a:rPr lang="fr-FR" sz="700"/>
                        <a:t>QTR</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143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RH</a:t>
                      </a:r>
                      <a:endParaRPr sz="700"/>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YES</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t>22/11/2023</a:t>
                      </a:r>
                      <a:endParaRPr sz="700"/>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fr-FR" sz="700">
                          <a:solidFill>
                            <a:schemeClr val="dk1"/>
                          </a:solidFill>
                        </a:rPr>
                        <a:t>Skywise SAR</a:t>
                      </a:r>
                      <a:endParaRPr sz="700">
                        <a:solidFill>
                          <a:schemeClr val="dk1"/>
                        </a:solidFill>
                      </a:endParaRPr>
                    </a:p>
                  </a:txBody>
                  <a:tcPr marT="19050" marB="19050" marR="28575" marL="28575" anchor="ctr">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B4A7D6"/>
                    </a:solidFill>
                  </a:tcPr>
                </a:tc>
              </a:tr>
            </a:tbl>
          </a:graphicData>
        </a:graphic>
      </p:graphicFrame>
      <p:sp>
        <p:nvSpPr>
          <p:cNvPr id="774" name="Google Shape;774;p56"/>
          <p:cNvSpPr txBox="1"/>
          <p:nvPr/>
        </p:nvSpPr>
        <p:spPr>
          <a:xfrm>
            <a:off x="1949675" y="4731275"/>
            <a:ext cx="7411500" cy="1154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fr-FR" sz="1500">
                <a:solidFill>
                  <a:schemeClr val="dk1"/>
                </a:solidFill>
              </a:rPr>
              <a:t>Only 12 alerts for 121000 flights</a:t>
            </a:r>
            <a:endParaRPr sz="1500">
              <a:solidFill>
                <a:schemeClr val="dk1"/>
              </a:solidFill>
            </a:endParaRPr>
          </a:p>
          <a:p>
            <a:pPr indent="-323850" lvl="0" marL="457200" rtl="0" algn="l">
              <a:spcBef>
                <a:spcPts val="0"/>
              </a:spcBef>
              <a:spcAft>
                <a:spcPts val="0"/>
              </a:spcAft>
              <a:buClr>
                <a:schemeClr val="dk1"/>
              </a:buClr>
              <a:buSzPts val="1500"/>
              <a:buChar char="●"/>
            </a:pPr>
            <a:r>
              <a:rPr lang="fr-FR" sz="1500">
                <a:solidFill>
                  <a:schemeClr val="dk1"/>
                </a:solidFill>
              </a:rPr>
              <a:t>1 confirmed alert, 11 pending inspections</a:t>
            </a:r>
            <a:endParaRPr sz="1500">
              <a:solidFill>
                <a:schemeClr val="dk1"/>
              </a:solidFill>
            </a:endParaRPr>
          </a:p>
          <a:p>
            <a:pPr indent="-323850" lvl="0" marL="457200" rtl="0" algn="l">
              <a:spcBef>
                <a:spcPts val="0"/>
              </a:spcBef>
              <a:spcAft>
                <a:spcPts val="0"/>
              </a:spcAft>
              <a:buClr>
                <a:schemeClr val="dk1"/>
              </a:buClr>
              <a:buSzPts val="1500"/>
              <a:buChar char="●"/>
            </a:pPr>
            <a:r>
              <a:rPr lang="fr-FR" sz="1500">
                <a:solidFill>
                  <a:schemeClr val="dk1"/>
                </a:solidFill>
              </a:rPr>
              <a:t>Feature graphs for the 11 pending cases show compatibility with PCE leak</a:t>
            </a:r>
            <a:endParaRPr sz="1500">
              <a:solidFill>
                <a:schemeClr val="dk1"/>
              </a:solidFill>
            </a:endParaRPr>
          </a:p>
          <a:p>
            <a:pPr indent="0" lvl="0" marL="0" rtl="0" algn="l">
              <a:spcBef>
                <a:spcPts val="0"/>
              </a:spcBef>
              <a:spcAft>
                <a:spcPts val="0"/>
              </a:spcAft>
              <a:buNone/>
            </a:pPr>
            <a:r>
              <a:t/>
            </a:r>
            <a:endParaRPr sz="1500">
              <a:solidFill>
                <a:srgbClr val="99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57"/>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Feature plotting</a:t>
            </a:r>
            <a:endParaRPr sz="2500">
              <a:solidFill>
                <a:schemeClr val="dk2"/>
              </a:solidFill>
            </a:endParaRPr>
          </a:p>
        </p:txBody>
      </p:sp>
      <p:pic>
        <p:nvPicPr>
          <p:cNvPr id="781" name="Google Shape;781;p57"/>
          <p:cNvPicPr preferRelativeResize="0"/>
          <p:nvPr/>
        </p:nvPicPr>
        <p:blipFill>
          <a:blip r:embed="rId3">
            <a:alphaModFix/>
          </a:blip>
          <a:stretch>
            <a:fillRect/>
          </a:stretch>
        </p:blipFill>
        <p:spPr>
          <a:xfrm>
            <a:off x="469900" y="1073275"/>
            <a:ext cx="11569700" cy="5039140"/>
          </a:xfrm>
          <a:prstGeom prst="rect">
            <a:avLst/>
          </a:prstGeom>
          <a:noFill/>
          <a:ln>
            <a:noFill/>
          </a:ln>
        </p:spPr>
      </p:pic>
      <p:sp>
        <p:nvSpPr>
          <p:cNvPr id="782" name="Google Shape;782;p57"/>
          <p:cNvSpPr/>
          <p:nvPr/>
        </p:nvSpPr>
        <p:spPr>
          <a:xfrm>
            <a:off x="4309275" y="1431600"/>
            <a:ext cx="1166700" cy="4406400"/>
          </a:xfrm>
          <a:prstGeom prst="rect">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3" name="Google Shape;783;p57"/>
          <p:cNvSpPr txBox="1"/>
          <p:nvPr/>
        </p:nvSpPr>
        <p:spPr>
          <a:xfrm>
            <a:off x="4052325" y="3152300"/>
            <a:ext cx="1680600" cy="8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FR" sz="800">
                <a:solidFill>
                  <a:srgbClr val="F1C232"/>
                </a:solidFill>
              </a:rPr>
              <a:t>MEDIUM </a:t>
            </a:r>
            <a:r>
              <a:rPr lang="fr-FR" sz="800">
                <a:solidFill>
                  <a:srgbClr val="F1C232"/>
                </a:solidFill>
              </a:rPr>
              <a:t>LEAK</a:t>
            </a:r>
            <a:endParaRPr sz="800">
              <a:solidFill>
                <a:srgbClr val="F1C232"/>
              </a:solidFill>
            </a:endParaRPr>
          </a:p>
          <a:p>
            <a:pPr indent="0" lvl="0" marL="0" rtl="0" algn="ctr">
              <a:spcBef>
                <a:spcPts val="0"/>
              </a:spcBef>
              <a:spcAft>
                <a:spcPts val="0"/>
              </a:spcAft>
              <a:buNone/>
            </a:pPr>
            <a:r>
              <a:rPr lang="fr-FR" sz="800">
                <a:solidFill>
                  <a:srgbClr val="F1C232"/>
                </a:solidFill>
              </a:rPr>
              <a:t>ALERT</a:t>
            </a:r>
            <a:endParaRPr sz="800">
              <a:solidFill>
                <a:srgbClr val="F1C23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58"/>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Feature plotting</a:t>
            </a:r>
            <a:endParaRPr sz="2500">
              <a:solidFill>
                <a:schemeClr val="dk2"/>
              </a:solidFill>
            </a:endParaRPr>
          </a:p>
        </p:txBody>
      </p:sp>
      <p:pic>
        <p:nvPicPr>
          <p:cNvPr id="790" name="Google Shape;790;p58"/>
          <p:cNvPicPr preferRelativeResize="0"/>
          <p:nvPr/>
        </p:nvPicPr>
        <p:blipFill>
          <a:blip r:embed="rId3">
            <a:alphaModFix/>
          </a:blip>
          <a:stretch>
            <a:fillRect/>
          </a:stretch>
        </p:blipFill>
        <p:spPr>
          <a:xfrm>
            <a:off x="469900" y="1060300"/>
            <a:ext cx="11435423" cy="4930409"/>
          </a:xfrm>
          <a:prstGeom prst="rect">
            <a:avLst/>
          </a:prstGeom>
          <a:noFill/>
          <a:ln>
            <a:noFill/>
          </a:ln>
        </p:spPr>
      </p:pic>
      <p:sp>
        <p:nvSpPr>
          <p:cNvPr id="791" name="Google Shape;791;p58"/>
          <p:cNvSpPr/>
          <p:nvPr/>
        </p:nvSpPr>
        <p:spPr>
          <a:xfrm>
            <a:off x="5296075" y="1431600"/>
            <a:ext cx="304200" cy="4288500"/>
          </a:xfrm>
          <a:prstGeom prst="rect">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2" name="Google Shape;792;p58"/>
          <p:cNvSpPr txBox="1"/>
          <p:nvPr/>
        </p:nvSpPr>
        <p:spPr>
          <a:xfrm>
            <a:off x="4086800" y="4876225"/>
            <a:ext cx="1680600" cy="8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FR" sz="800">
                <a:solidFill>
                  <a:srgbClr val="F1C232"/>
                </a:solidFill>
              </a:rPr>
              <a:t>MEDIUM </a:t>
            </a:r>
            <a:r>
              <a:rPr lang="fr-FR" sz="800">
                <a:solidFill>
                  <a:srgbClr val="F1C232"/>
                </a:solidFill>
              </a:rPr>
              <a:t>LEAK</a:t>
            </a:r>
            <a:endParaRPr sz="800">
              <a:solidFill>
                <a:srgbClr val="F1C232"/>
              </a:solidFill>
            </a:endParaRPr>
          </a:p>
          <a:p>
            <a:pPr indent="0" lvl="0" marL="0" rtl="0" algn="ctr">
              <a:spcBef>
                <a:spcPts val="0"/>
              </a:spcBef>
              <a:spcAft>
                <a:spcPts val="0"/>
              </a:spcAft>
              <a:buNone/>
            </a:pPr>
            <a:r>
              <a:rPr lang="fr-FR" sz="800">
                <a:solidFill>
                  <a:srgbClr val="F1C232"/>
                </a:solidFill>
              </a:rPr>
              <a:t>ALERT</a:t>
            </a:r>
            <a:endParaRPr sz="800">
              <a:solidFill>
                <a:srgbClr val="F1C23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pic>
        <p:nvPicPr>
          <p:cNvPr id="798" name="Google Shape;798;p59"/>
          <p:cNvPicPr preferRelativeResize="0"/>
          <p:nvPr/>
        </p:nvPicPr>
        <p:blipFill>
          <a:blip r:embed="rId3">
            <a:alphaModFix/>
          </a:blip>
          <a:stretch>
            <a:fillRect/>
          </a:stretch>
        </p:blipFill>
        <p:spPr>
          <a:xfrm>
            <a:off x="469900" y="1114650"/>
            <a:ext cx="11076065" cy="4791701"/>
          </a:xfrm>
          <a:prstGeom prst="rect">
            <a:avLst/>
          </a:prstGeom>
          <a:noFill/>
          <a:ln>
            <a:noFill/>
          </a:ln>
        </p:spPr>
      </p:pic>
      <p:sp>
        <p:nvSpPr>
          <p:cNvPr id="799" name="Google Shape;799;p59"/>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Feature plotting</a:t>
            </a:r>
            <a:endParaRPr sz="2500">
              <a:solidFill>
                <a:schemeClr val="dk2"/>
              </a:solidFill>
            </a:endParaRPr>
          </a:p>
        </p:txBody>
      </p:sp>
      <p:sp>
        <p:nvSpPr>
          <p:cNvPr id="800" name="Google Shape;800;p59"/>
          <p:cNvSpPr/>
          <p:nvPr/>
        </p:nvSpPr>
        <p:spPr>
          <a:xfrm>
            <a:off x="5803400" y="1442600"/>
            <a:ext cx="4515000" cy="42258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1" name="Google Shape;801;p59"/>
          <p:cNvSpPr txBox="1"/>
          <p:nvPr/>
        </p:nvSpPr>
        <p:spPr>
          <a:xfrm>
            <a:off x="7220600" y="2973749"/>
            <a:ext cx="1680600" cy="91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FR" sz="800">
                <a:solidFill>
                  <a:srgbClr val="CC0000"/>
                </a:solidFill>
              </a:rPr>
              <a:t>HIGH LEAK</a:t>
            </a:r>
            <a:endParaRPr sz="800">
              <a:solidFill>
                <a:srgbClr val="CC0000"/>
              </a:solidFill>
            </a:endParaRPr>
          </a:p>
          <a:p>
            <a:pPr indent="0" lvl="0" marL="0" rtl="0" algn="ctr">
              <a:spcBef>
                <a:spcPts val="0"/>
              </a:spcBef>
              <a:spcAft>
                <a:spcPts val="0"/>
              </a:spcAft>
              <a:buNone/>
            </a:pPr>
            <a:r>
              <a:rPr lang="fr-FR" sz="800">
                <a:solidFill>
                  <a:srgbClr val="CC0000"/>
                </a:solidFill>
              </a:rPr>
              <a:t>ALERT</a:t>
            </a:r>
            <a:endParaRPr sz="800">
              <a:solidFill>
                <a:srgbClr val="CC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pic>
        <p:nvPicPr>
          <p:cNvPr id="807" name="Google Shape;807;p60"/>
          <p:cNvPicPr preferRelativeResize="0"/>
          <p:nvPr/>
        </p:nvPicPr>
        <p:blipFill>
          <a:blip r:embed="rId3">
            <a:alphaModFix/>
          </a:blip>
          <a:stretch>
            <a:fillRect/>
          </a:stretch>
        </p:blipFill>
        <p:spPr>
          <a:xfrm>
            <a:off x="469900" y="1129001"/>
            <a:ext cx="11118295" cy="4777399"/>
          </a:xfrm>
          <a:prstGeom prst="rect">
            <a:avLst/>
          </a:prstGeom>
          <a:noFill/>
          <a:ln>
            <a:noFill/>
          </a:ln>
        </p:spPr>
      </p:pic>
      <p:sp>
        <p:nvSpPr>
          <p:cNvPr id="808" name="Google Shape;808;p60"/>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Feature plotting</a:t>
            </a:r>
            <a:endParaRPr sz="2500">
              <a:solidFill>
                <a:schemeClr val="dk2"/>
              </a:solidFill>
            </a:endParaRPr>
          </a:p>
        </p:txBody>
      </p:sp>
      <p:sp>
        <p:nvSpPr>
          <p:cNvPr id="809" name="Google Shape;809;p60"/>
          <p:cNvSpPr/>
          <p:nvPr/>
        </p:nvSpPr>
        <p:spPr>
          <a:xfrm>
            <a:off x="1585050" y="1451200"/>
            <a:ext cx="3763500" cy="4217400"/>
          </a:xfrm>
          <a:prstGeom prst="rect">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0" name="Google Shape;810;p60"/>
          <p:cNvSpPr txBox="1"/>
          <p:nvPr/>
        </p:nvSpPr>
        <p:spPr>
          <a:xfrm>
            <a:off x="2626500" y="3077150"/>
            <a:ext cx="1680600" cy="8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FR" sz="800">
                <a:solidFill>
                  <a:srgbClr val="F1C232"/>
                </a:solidFill>
              </a:rPr>
              <a:t>MEDIUM </a:t>
            </a:r>
            <a:r>
              <a:rPr lang="fr-FR" sz="800">
                <a:solidFill>
                  <a:srgbClr val="F1C232"/>
                </a:solidFill>
              </a:rPr>
              <a:t>LEAK</a:t>
            </a:r>
            <a:endParaRPr sz="800">
              <a:solidFill>
                <a:srgbClr val="F1C232"/>
              </a:solidFill>
            </a:endParaRPr>
          </a:p>
          <a:p>
            <a:pPr indent="0" lvl="0" marL="0" rtl="0" algn="ctr">
              <a:spcBef>
                <a:spcPts val="0"/>
              </a:spcBef>
              <a:spcAft>
                <a:spcPts val="0"/>
              </a:spcAft>
              <a:buNone/>
            </a:pPr>
            <a:r>
              <a:rPr lang="fr-FR" sz="800">
                <a:solidFill>
                  <a:srgbClr val="F1C232"/>
                </a:solidFill>
              </a:rPr>
              <a:t>ALERT</a:t>
            </a:r>
            <a:endParaRPr sz="800">
              <a:solidFill>
                <a:srgbClr val="F1C23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pic>
        <p:nvPicPr>
          <p:cNvPr id="816" name="Google Shape;816;p61"/>
          <p:cNvPicPr preferRelativeResize="0"/>
          <p:nvPr/>
        </p:nvPicPr>
        <p:blipFill>
          <a:blip r:embed="rId3">
            <a:alphaModFix/>
          </a:blip>
          <a:stretch>
            <a:fillRect/>
          </a:stretch>
        </p:blipFill>
        <p:spPr>
          <a:xfrm>
            <a:off x="469900" y="1114651"/>
            <a:ext cx="11076234" cy="4791749"/>
          </a:xfrm>
          <a:prstGeom prst="rect">
            <a:avLst/>
          </a:prstGeom>
          <a:noFill/>
          <a:ln>
            <a:noFill/>
          </a:ln>
        </p:spPr>
      </p:pic>
      <p:sp>
        <p:nvSpPr>
          <p:cNvPr id="817" name="Google Shape;817;p61"/>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Feature plotting</a:t>
            </a:r>
            <a:endParaRPr sz="2500">
              <a:solidFill>
                <a:schemeClr val="dk2"/>
              </a:solidFill>
            </a:endParaRPr>
          </a:p>
        </p:txBody>
      </p:sp>
      <p:sp>
        <p:nvSpPr>
          <p:cNvPr id="818" name="Google Shape;818;p61"/>
          <p:cNvSpPr/>
          <p:nvPr/>
        </p:nvSpPr>
        <p:spPr>
          <a:xfrm>
            <a:off x="5815350" y="1431725"/>
            <a:ext cx="4425300" cy="4212900"/>
          </a:xfrm>
          <a:prstGeom prst="rect">
            <a:avLst/>
          </a:prstGeom>
          <a:no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9" name="Google Shape;819;p61"/>
          <p:cNvSpPr txBox="1"/>
          <p:nvPr/>
        </p:nvSpPr>
        <p:spPr>
          <a:xfrm>
            <a:off x="7187700" y="3097625"/>
            <a:ext cx="1680600" cy="8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FR" sz="800">
                <a:solidFill>
                  <a:srgbClr val="F1C232"/>
                </a:solidFill>
              </a:rPr>
              <a:t>MEDIUM </a:t>
            </a:r>
            <a:r>
              <a:rPr lang="fr-FR" sz="800">
                <a:solidFill>
                  <a:srgbClr val="F1C232"/>
                </a:solidFill>
              </a:rPr>
              <a:t>LEAK</a:t>
            </a:r>
            <a:endParaRPr sz="800">
              <a:solidFill>
                <a:srgbClr val="F1C232"/>
              </a:solidFill>
            </a:endParaRPr>
          </a:p>
          <a:p>
            <a:pPr indent="0" lvl="0" marL="0" rtl="0" algn="ctr">
              <a:spcBef>
                <a:spcPts val="0"/>
              </a:spcBef>
              <a:spcAft>
                <a:spcPts val="0"/>
              </a:spcAft>
              <a:buNone/>
            </a:pPr>
            <a:r>
              <a:rPr lang="fr-FR" sz="800">
                <a:solidFill>
                  <a:srgbClr val="F1C232"/>
                </a:solidFill>
              </a:rPr>
              <a:t>ALERT</a:t>
            </a:r>
            <a:endParaRPr sz="800">
              <a:solidFill>
                <a:srgbClr val="F1C23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62"/>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Performance evaluation - main indicator</a:t>
            </a:r>
            <a:endParaRPr sz="2500">
              <a:solidFill>
                <a:schemeClr val="dk2"/>
              </a:solidFill>
            </a:endParaRPr>
          </a:p>
        </p:txBody>
      </p:sp>
      <p:graphicFrame>
        <p:nvGraphicFramePr>
          <p:cNvPr id="826" name="Google Shape;826;p62"/>
          <p:cNvGraphicFramePr/>
          <p:nvPr/>
        </p:nvGraphicFramePr>
        <p:xfrm>
          <a:off x="1660613" y="1570363"/>
          <a:ext cx="3000000" cy="3000000"/>
        </p:xfrm>
        <a:graphic>
          <a:graphicData uri="http://schemas.openxmlformats.org/drawingml/2006/table">
            <a:tbl>
              <a:tblPr>
                <a:noFill/>
                <a:tableStyleId>{D355ECA3-881E-4A8B-88D0-60AD9045D3C1}</a:tableStyleId>
              </a:tblPr>
              <a:tblGrid>
                <a:gridCol w="1537525"/>
                <a:gridCol w="1300550"/>
                <a:gridCol w="1300550"/>
                <a:gridCol w="1300550"/>
                <a:gridCol w="1471175"/>
                <a:gridCol w="1469650"/>
              </a:tblGrid>
              <a:tr h="609575">
                <a:tc>
                  <a:txBody>
                    <a:bodyPr/>
                    <a:lstStyle/>
                    <a:p>
                      <a:pPr indent="0" lvl="0" marL="0" rtl="0" algn="ctr">
                        <a:spcBef>
                          <a:spcPts val="0"/>
                        </a:spcBef>
                        <a:spcAft>
                          <a:spcPts val="0"/>
                        </a:spcAft>
                        <a:buNone/>
                      </a:pPr>
                      <a:r>
                        <a:rPr b="1" lang="fr-FR"/>
                        <a:t>Threshold combination</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fr-FR" sz="1300"/>
                        <a:t>Event Set</a:t>
                      </a:r>
                      <a:endParaRPr b="1" sz="13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fr-FR" sz="1300"/>
                        <a:t>Number of events</a:t>
                      </a:r>
                      <a:endParaRPr b="1" sz="13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fr-FR" sz="1300"/>
                        <a:t>Number of alerts</a:t>
                      </a:r>
                      <a:endParaRPr b="1" sz="13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FR" sz="1300">
                          <a:solidFill>
                            <a:schemeClr val="dk1"/>
                          </a:solidFill>
                        </a:rPr>
                        <a:t>Detection rate</a:t>
                      </a:r>
                      <a:endParaRPr b="1" sz="1600"/>
                    </a:p>
                  </a:txBody>
                  <a:tcPr marT="91425" marB="91425" marR="91425" marL="91425">
                    <a:lnB cap="flat" cmpd="sng" w="9525">
                      <a:solidFill>
                        <a:srgbClr val="9E9E9E"/>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fr-FR" sz="1300">
                          <a:solidFill>
                            <a:schemeClr val="dk1"/>
                          </a:solidFill>
                        </a:rPr>
                        <a:t>Confidence rate</a:t>
                      </a:r>
                      <a:endParaRPr b="1" sz="1600"/>
                    </a:p>
                  </a:txBody>
                  <a:tcPr marT="91425" marB="91425" marR="91425" marL="91425">
                    <a:lnB cap="flat" cmpd="sng" w="9525">
                      <a:solidFill>
                        <a:srgbClr val="9E9E9E"/>
                      </a:solidFill>
                      <a:prstDash val="solid"/>
                      <a:round/>
                      <a:headEnd len="sm" w="sm" type="none"/>
                      <a:tailEnd len="sm" w="sm" type="none"/>
                    </a:lnB>
                    <a:solidFill>
                      <a:srgbClr val="A4C2F4"/>
                    </a:solidFill>
                  </a:tcPr>
                </a:tc>
              </a:tr>
              <a:tr h="396200">
                <a:tc>
                  <a:txBody>
                    <a:bodyPr/>
                    <a:lstStyle/>
                    <a:p>
                      <a:pPr indent="0" lvl="0" marL="0" rtl="0" algn="ctr">
                        <a:spcBef>
                          <a:spcPts val="0"/>
                        </a:spcBef>
                        <a:spcAft>
                          <a:spcPts val="0"/>
                        </a:spcAft>
                        <a:buNone/>
                      </a:pPr>
                      <a:r>
                        <a:rPr lang="fr-FR" sz="1000"/>
                        <a:t>PCE Pressure Decay</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fr-FR" sz="1000"/>
                        <a:t>Confirmed events with available data</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fr-FR" sz="1000"/>
                        <a:t>6</a:t>
                      </a:r>
                      <a:endParaRPr sz="5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fr-FR" sz="1000"/>
                        <a:t>6</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fr-FR" sz="1000"/>
                        <a:t>6</a:t>
                      </a:r>
                      <a:r>
                        <a:rPr lang="fr-FR" sz="1000"/>
                        <a:t>/6 (100%)</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4C2F4"/>
                    </a:solidFill>
                  </a:tcPr>
                </a:tc>
                <a:tc>
                  <a:txBody>
                    <a:bodyPr/>
                    <a:lstStyle/>
                    <a:p>
                      <a:pPr indent="0" lvl="0" marL="0" rtl="0" algn="ctr">
                        <a:spcBef>
                          <a:spcPts val="0"/>
                        </a:spcBef>
                        <a:spcAft>
                          <a:spcPts val="0"/>
                        </a:spcAft>
                        <a:buNone/>
                      </a:pPr>
                      <a:r>
                        <a:rPr lang="fr-FR" sz="1000"/>
                        <a:t>6</a:t>
                      </a:r>
                      <a:r>
                        <a:rPr lang="fr-FR" sz="1000"/>
                        <a:t>/6 (100%)</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4C2F4"/>
                    </a:solidFill>
                  </a:tcPr>
                </a:tc>
              </a:tr>
            </a:tbl>
          </a:graphicData>
        </a:graphic>
      </p:graphicFrame>
      <p:graphicFrame>
        <p:nvGraphicFramePr>
          <p:cNvPr id="827" name="Google Shape;827;p62"/>
          <p:cNvGraphicFramePr/>
          <p:nvPr/>
        </p:nvGraphicFramePr>
        <p:xfrm>
          <a:off x="1918713" y="2713400"/>
          <a:ext cx="3000000" cy="3000000"/>
        </p:xfrm>
        <a:graphic>
          <a:graphicData uri="http://schemas.openxmlformats.org/drawingml/2006/table">
            <a:tbl>
              <a:tblPr>
                <a:noFill/>
                <a:tableStyleId>{D355ECA3-881E-4A8B-88D0-60AD9045D3C1}</a:tableStyleId>
              </a:tblPr>
              <a:tblGrid>
                <a:gridCol w="2621275"/>
                <a:gridCol w="2621275"/>
                <a:gridCol w="2621275"/>
              </a:tblGrid>
              <a:tr h="351600">
                <a:tc>
                  <a:txBody>
                    <a:bodyPr/>
                    <a:lstStyle/>
                    <a:p>
                      <a:pPr indent="0" lvl="0" marL="0" rtl="0" algn="ctr">
                        <a:spcBef>
                          <a:spcPts val="0"/>
                        </a:spcBef>
                        <a:spcAft>
                          <a:spcPts val="0"/>
                        </a:spcAft>
                        <a:buClr>
                          <a:schemeClr val="dk1"/>
                        </a:buClr>
                        <a:buSzPts val="1100"/>
                        <a:buFont typeface="Arial"/>
                        <a:buNone/>
                      </a:pPr>
                      <a:r>
                        <a:rPr b="1" lang="fr-FR" sz="1000">
                          <a:solidFill>
                            <a:schemeClr val="dk1"/>
                          </a:solidFill>
                        </a:rPr>
                        <a:t>Threshold combination</a:t>
                      </a:r>
                      <a:endParaRPr b="1" sz="1000"/>
                    </a:p>
                  </a:txBody>
                  <a:tcPr marT="91425" marB="91425" marR="91425" marL="91425" anchor="ctr"/>
                </a:tc>
                <a:tc>
                  <a:txBody>
                    <a:bodyPr/>
                    <a:lstStyle/>
                    <a:p>
                      <a:pPr indent="0" lvl="0" marL="0" rtl="0" algn="ctr">
                        <a:spcBef>
                          <a:spcPts val="0"/>
                        </a:spcBef>
                        <a:spcAft>
                          <a:spcPts val="0"/>
                        </a:spcAft>
                        <a:buNone/>
                      </a:pPr>
                      <a:r>
                        <a:rPr b="1" lang="fr-FR" sz="1000"/>
                        <a:t>medium</a:t>
                      </a:r>
                      <a:r>
                        <a:rPr b="1" lang="fr-FR" sz="1000"/>
                        <a:t>_leak_threshold</a:t>
                      </a:r>
                      <a:endParaRPr b="1" sz="1000"/>
                    </a:p>
                  </a:txBody>
                  <a:tcPr marT="91425" marB="91425" marR="91425" marL="91425" anchor="ctr"/>
                </a:tc>
                <a:tc>
                  <a:txBody>
                    <a:bodyPr/>
                    <a:lstStyle/>
                    <a:p>
                      <a:pPr indent="0" lvl="0" marL="0" rtl="0" algn="ctr">
                        <a:spcBef>
                          <a:spcPts val="0"/>
                        </a:spcBef>
                        <a:spcAft>
                          <a:spcPts val="0"/>
                        </a:spcAft>
                        <a:buNone/>
                      </a:pPr>
                      <a:r>
                        <a:rPr b="1" lang="fr-FR" sz="1000"/>
                        <a:t>high_leak_threshold</a:t>
                      </a:r>
                      <a:endParaRPr b="1" sz="1000"/>
                    </a:p>
                  </a:txBody>
                  <a:tcPr marT="91425" marB="91425" marR="91425" marL="91425" anchor="ctr"/>
                </a:tc>
              </a:tr>
              <a:tr h="351600">
                <a:tc>
                  <a:txBody>
                    <a:bodyPr/>
                    <a:lstStyle/>
                    <a:p>
                      <a:pPr indent="0" lvl="0" marL="0" rtl="0" algn="ctr">
                        <a:spcBef>
                          <a:spcPts val="0"/>
                        </a:spcBef>
                        <a:spcAft>
                          <a:spcPts val="0"/>
                        </a:spcAft>
                        <a:buClr>
                          <a:schemeClr val="dk1"/>
                        </a:buClr>
                        <a:buSzPts val="1100"/>
                        <a:buFont typeface="Arial"/>
                        <a:buNone/>
                      </a:pPr>
                      <a:r>
                        <a:rPr lang="fr-FR" sz="1000">
                          <a:solidFill>
                            <a:schemeClr val="dk1"/>
                          </a:solidFill>
                        </a:rPr>
                        <a:t>PCE Pressure Decay</a:t>
                      </a:r>
                      <a:endParaRPr sz="1000">
                        <a:solidFill>
                          <a:schemeClr val="dk1"/>
                        </a:solidFill>
                      </a:endParaRPr>
                    </a:p>
                  </a:txBody>
                  <a:tcPr marT="91425" marB="91425" marR="91425" marL="91425" anchor="ctr"/>
                </a:tc>
                <a:tc>
                  <a:txBody>
                    <a:bodyPr/>
                    <a:lstStyle/>
                    <a:p>
                      <a:pPr indent="0" lvl="0" marL="0" rtl="0" algn="ctr">
                        <a:spcBef>
                          <a:spcPts val="0"/>
                        </a:spcBef>
                        <a:spcAft>
                          <a:spcPts val="0"/>
                        </a:spcAft>
                        <a:buNone/>
                      </a:pPr>
                      <a:r>
                        <a:rPr lang="fr-FR" sz="1000"/>
                        <a:t>3</a:t>
                      </a:r>
                      <a:endParaRPr sz="1000"/>
                    </a:p>
                  </a:txBody>
                  <a:tcPr marT="91425" marB="91425" marR="91425" marL="91425" anchor="ctr"/>
                </a:tc>
                <a:tc>
                  <a:txBody>
                    <a:bodyPr/>
                    <a:lstStyle/>
                    <a:p>
                      <a:pPr indent="0" lvl="0" marL="0" rtl="0" algn="ctr">
                        <a:spcBef>
                          <a:spcPts val="0"/>
                        </a:spcBef>
                        <a:spcAft>
                          <a:spcPts val="0"/>
                        </a:spcAft>
                        <a:buNone/>
                      </a:pPr>
                      <a:r>
                        <a:rPr lang="fr-FR" sz="1000"/>
                        <a:t>1</a:t>
                      </a:r>
                      <a:endParaRPr sz="1000"/>
                    </a:p>
                  </a:txBody>
                  <a:tcPr marT="91425" marB="91425" marR="91425" marL="91425" anchor="ctr"/>
                </a:tc>
              </a:tr>
            </a:tbl>
          </a:graphicData>
        </a:graphic>
      </p:graphicFrame>
      <p:sp>
        <p:nvSpPr>
          <p:cNvPr id="828" name="Google Shape;828;p62"/>
          <p:cNvSpPr txBox="1"/>
          <p:nvPr/>
        </p:nvSpPr>
        <p:spPr>
          <a:xfrm>
            <a:off x="713800" y="4038075"/>
            <a:ext cx="9471000" cy="17421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fr-FR" sz="1500">
                <a:solidFill>
                  <a:schemeClr val="dk1"/>
                </a:solidFill>
              </a:rPr>
              <a:t>Good detection rate based on 6/6 confirmed events with available data.</a:t>
            </a:r>
            <a:endParaRPr sz="1500">
              <a:solidFill>
                <a:schemeClr val="dk1"/>
              </a:solidFill>
            </a:endParaRPr>
          </a:p>
          <a:p>
            <a:pPr indent="-323850" lvl="1" marL="914400" rtl="0" algn="l">
              <a:spcBef>
                <a:spcPts val="0"/>
              </a:spcBef>
              <a:spcAft>
                <a:spcPts val="0"/>
              </a:spcAft>
              <a:buClr>
                <a:schemeClr val="dk1"/>
              </a:buClr>
              <a:buSzPts val="1500"/>
              <a:buChar char="○"/>
            </a:pPr>
            <a:r>
              <a:rPr lang="fr-FR" sz="1500">
                <a:solidFill>
                  <a:schemeClr val="dk1"/>
                </a:solidFill>
              </a:rPr>
              <a:t>Data for 4 additional events is being processed to check the algorithm</a:t>
            </a:r>
            <a:endParaRPr sz="1500">
              <a:solidFill>
                <a:schemeClr val="dk1"/>
              </a:solidFill>
            </a:endParaRPr>
          </a:p>
          <a:p>
            <a:pPr indent="0" lvl="0" marL="9144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fr-FR" sz="1500">
                <a:solidFill>
                  <a:schemeClr val="dk1"/>
                </a:solidFill>
              </a:rPr>
              <a:t>Good confidence rate based on feature trend for the 11 alerts with pending PCE inspections.</a:t>
            </a:r>
            <a:endParaRPr sz="1500">
              <a:solidFill>
                <a:schemeClr val="dk1"/>
              </a:solidFill>
            </a:endParaRPr>
          </a:p>
          <a:p>
            <a:pPr indent="-323850" lvl="1" marL="914400" rtl="0" algn="l">
              <a:spcBef>
                <a:spcPts val="0"/>
              </a:spcBef>
              <a:spcAft>
                <a:spcPts val="0"/>
              </a:spcAft>
              <a:buClr>
                <a:schemeClr val="dk1"/>
              </a:buClr>
              <a:buSzPts val="1500"/>
              <a:buChar char="○"/>
            </a:pPr>
            <a:r>
              <a:rPr lang="fr-FR" sz="1500">
                <a:solidFill>
                  <a:schemeClr val="dk1"/>
                </a:solidFill>
              </a:rPr>
              <a:t>PCE inspections will be carried out in the coming weeks as ordered by the AOT A36P010-23 (PCEs with more than 5500 FC have to be inspected)</a:t>
            </a:r>
            <a:endParaRPr sz="15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3" name="Shape 833"/>
        <p:cNvGrpSpPr/>
        <p:nvPr/>
      </p:nvGrpSpPr>
      <p:grpSpPr>
        <a:xfrm>
          <a:off x="0" y="0"/>
          <a:ext cx="0" cy="0"/>
          <a:chOff x="0" y="0"/>
          <a:chExt cx="0" cy="0"/>
        </a:xfrm>
      </p:grpSpPr>
      <p:sp>
        <p:nvSpPr>
          <p:cNvPr id="834" name="Google Shape;834;p63"/>
          <p:cNvSpPr txBox="1"/>
          <p:nvPr>
            <p:ph type="title"/>
          </p:nvPr>
        </p:nvSpPr>
        <p:spPr>
          <a:xfrm>
            <a:off x="478800" y="655200"/>
            <a:ext cx="11232000" cy="90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fr-FR"/>
              <a:t>Performance KPIs description</a:t>
            </a:r>
            <a:endParaRPr/>
          </a:p>
        </p:txBody>
      </p:sp>
      <p:sp>
        <p:nvSpPr>
          <p:cNvPr id="835" name="Google Shape;835;p63"/>
          <p:cNvSpPr txBox="1"/>
          <p:nvPr>
            <p:ph idx="12" type="sldNum"/>
          </p:nvPr>
        </p:nvSpPr>
        <p:spPr>
          <a:xfrm>
            <a:off x="478800" y="6444000"/>
            <a:ext cx="288000" cy="2160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fld id="{00000000-1234-1234-1234-123412341234}" type="slidenum">
              <a:rPr lang="fr-FR"/>
              <a:t>‹#›</a:t>
            </a:fld>
            <a:endParaRPr/>
          </a:p>
        </p:txBody>
      </p:sp>
      <p:sp>
        <p:nvSpPr>
          <p:cNvPr id="836" name="Google Shape;836;p63"/>
          <p:cNvSpPr txBox="1"/>
          <p:nvPr>
            <p:ph idx="1" type="body"/>
          </p:nvPr>
        </p:nvSpPr>
        <p:spPr>
          <a:xfrm>
            <a:off x="478800" y="1558800"/>
            <a:ext cx="11232000" cy="4351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fr-FR"/>
              <a:t>See also </a:t>
            </a:r>
            <a:r>
              <a:rPr lang="fr-FR" u="sng">
                <a:solidFill>
                  <a:schemeClr val="hlink"/>
                </a:solidFill>
                <a:hlinkClick r:id="rId3"/>
              </a:rPr>
              <a:t>algorithm performance KPIs proposal presentation</a:t>
            </a:r>
            <a:r>
              <a:rPr lang="fr-FR"/>
              <a:t> (starting slide 7): </a:t>
            </a:r>
            <a:endParaRPr/>
          </a:p>
          <a:p>
            <a:pPr indent="0" lvl="0" marL="0" rtl="0" algn="l">
              <a:spcBef>
                <a:spcPts val="0"/>
              </a:spcBef>
              <a:spcAft>
                <a:spcPts val="0"/>
              </a:spcAft>
              <a:buClr>
                <a:schemeClr val="dk1"/>
              </a:buClr>
              <a:buSzPts val="1100"/>
              <a:buFont typeface="Arial"/>
              <a:buNone/>
            </a:pPr>
            <a:r>
              <a:t/>
            </a:r>
            <a:endParaRPr/>
          </a:p>
          <a:p>
            <a:pPr indent="-180000" lvl="0" marL="180000" marR="0" rtl="0" algn="l">
              <a:lnSpc>
                <a:spcPct val="113000"/>
              </a:lnSpc>
              <a:spcBef>
                <a:spcPts val="0"/>
              </a:spcBef>
              <a:spcAft>
                <a:spcPts val="0"/>
              </a:spcAft>
              <a:buClr>
                <a:srgbClr val="00205B"/>
              </a:buClr>
              <a:buSzPts val="1500"/>
              <a:buChar char="•"/>
            </a:pPr>
            <a:r>
              <a:rPr b="1" lang="fr-FR">
                <a:solidFill>
                  <a:srgbClr val="00205B"/>
                </a:solidFill>
              </a:rPr>
              <a:t>Main measures </a:t>
            </a:r>
            <a:r>
              <a:rPr lang="fr-FR">
                <a:solidFill>
                  <a:srgbClr val="00205B"/>
                </a:solidFill>
              </a:rPr>
              <a:t>(to help airlines make decisions when operating alerts)</a:t>
            </a:r>
            <a:r>
              <a:rPr b="1" lang="fr-FR">
                <a:solidFill>
                  <a:srgbClr val="00205B"/>
                </a:solidFill>
              </a:rPr>
              <a:t>:</a:t>
            </a:r>
            <a:endParaRPr b="1">
              <a:solidFill>
                <a:srgbClr val="00205B"/>
              </a:solidFill>
            </a:endParaRPr>
          </a:p>
          <a:p>
            <a:pPr indent="-180001" lvl="1" marL="360001" marR="0" rtl="0" algn="l">
              <a:lnSpc>
                <a:spcPct val="113000"/>
              </a:lnSpc>
              <a:spcBef>
                <a:spcPts val="1000"/>
              </a:spcBef>
              <a:spcAft>
                <a:spcPts val="0"/>
              </a:spcAft>
              <a:buSzPts val="1500"/>
              <a:buChar char="–"/>
            </a:pPr>
            <a:r>
              <a:rPr b="1" lang="fr-FR"/>
              <a:t>Detection rate</a:t>
            </a:r>
            <a:r>
              <a:rPr lang="fr-FR"/>
              <a:t>: proportion of actual failures that can be detected by the algorithm (in percent).</a:t>
            </a:r>
            <a:endParaRPr/>
          </a:p>
          <a:p>
            <a:pPr indent="-180001" lvl="1" marL="360001" marR="0" rtl="0" algn="l">
              <a:lnSpc>
                <a:spcPct val="113000"/>
              </a:lnSpc>
              <a:spcBef>
                <a:spcPts val="0"/>
              </a:spcBef>
              <a:spcAft>
                <a:spcPts val="0"/>
              </a:spcAft>
              <a:buSzPts val="1500"/>
              <a:buChar char="–"/>
            </a:pPr>
            <a:r>
              <a:rPr b="1" lang="fr-FR"/>
              <a:t>Confidence rate</a:t>
            </a:r>
            <a:r>
              <a:rPr lang="fr-FR"/>
              <a:t>: probability that the algorithm is right when predicting a failure (in percent).</a:t>
            </a:r>
            <a:endParaRPr/>
          </a:p>
          <a:p>
            <a:pPr indent="-180001" lvl="1" marL="360001" marR="0" rtl="0" algn="l">
              <a:lnSpc>
                <a:spcPct val="113000"/>
              </a:lnSpc>
              <a:spcBef>
                <a:spcPts val="0"/>
              </a:spcBef>
              <a:spcAft>
                <a:spcPts val="0"/>
              </a:spcAft>
              <a:buSzPts val="1500"/>
              <a:buChar char="–"/>
            </a:pPr>
            <a:r>
              <a:rPr b="1" lang="fr-FR"/>
              <a:t>Anticipation time</a:t>
            </a:r>
            <a:r>
              <a:rPr lang="fr-FR"/>
              <a:t>: duration between 1st alert generated by the algorithm and actual failure (in days).</a:t>
            </a:r>
            <a:endParaRPr/>
          </a:p>
          <a:p>
            <a:pPr indent="0" lvl="0" marL="914400" rtl="0" algn="l">
              <a:spcBef>
                <a:spcPts val="0"/>
              </a:spcBef>
              <a:spcAft>
                <a:spcPts val="0"/>
              </a:spcAft>
              <a:buClr>
                <a:schemeClr val="dk1"/>
              </a:buClr>
              <a:buSzPts val="1100"/>
              <a:buFont typeface="Arial"/>
              <a:buNone/>
            </a:pPr>
            <a:r>
              <a:rPr lang="fr-FR"/>
              <a:t>Check min, max, median and distribution.</a:t>
            </a:r>
            <a:endParaRPr/>
          </a:p>
          <a:p>
            <a:pPr indent="0" lvl="0" marL="0" rtl="0" algn="l">
              <a:spcBef>
                <a:spcPts val="0"/>
              </a:spcBef>
              <a:spcAft>
                <a:spcPts val="0"/>
              </a:spcAft>
              <a:buClr>
                <a:schemeClr val="dk1"/>
              </a:buClr>
              <a:buSzPts val="1100"/>
              <a:buFont typeface="Arial"/>
              <a:buNone/>
            </a:pPr>
            <a:r>
              <a:t/>
            </a:r>
            <a:endParaRPr/>
          </a:p>
          <a:p>
            <a:pPr indent="-180000" lvl="0" marL="180000" marR="0" rtl="0" algn="l">
              <a:lnSpc>
                <a:spcPct val="113000"/>
              </a:lnSpc>
              <a:spcBef>
                <a:spcPts val="0"/>
              </a:spcBef>
              <a:spcAft>
                <a:spcPts val="0"/>
              </a:spcAft>
              <a:buClr>
                <a:srgbClr val="00205B"/>
              </a:buClr>
              <a:buSzPts val="1500"/>
              <a:buChar char="•"/>
            </a:pPr>
            <a:r>
              <a:rPr b="1" lang="fr-FR">
                <a:solidFill>
                  <a:srgbClr val="00205B"/>
                </a:solidFill>
              </a:rPr>
              <a:t>Secondary measures </a:t>
            </a:r>
            <a:r>
              <a:rPr lang="fr-FR">
                <a:solidFill>
                  <a:srgbClr val="00205B"/>
                </a:solidFill>
              </a:rPr>
              <a:t>(to compare ease of use of competing algorithms)</a:t>
            </a:r>
            <a:r>
              <a:rPr b="1" lang="fr-FR">
                <a:solidFill>
                  <a:srgbClr val="00205B"/>
                </a:solidFill>
              </a:rPr>
              <a:t>:</a:t>
            </a:r>
            <a:endParaRPr b="1">
              <a:solidFill>
                <a:srgbClr val="00205B"/>
              </a:solidFill>
            </a:endParaRPr>
          </a:p>
          <a:p>
            <a:pPr indent="-180001" lvl="1" marL="360001" marR="0" rtl="0" algn="l">
              <a:lnSpc>
                <a:spcPct val="113000"/>
              </a:lnSpc>
              <a:spcBef>
                <a:spcPts val="1000"/>
              </a:spcBef>
              <a:spcAft>
                <a:spcPts val="0"/>
              </a:spcAft>
              <a:buSzPts val="1500"/>
              <a:buChar char="–"/>
            </a:pPr>
            <a:r>
              <a:rPr b="1" lang="fr-FR"/>
              <a:t>Lag time</a:t>
            </a:r>
            <a:r>
              <a:rPr lang="fr-FR"/>
              <a:t>: duration between A/C repair and algorithm alerts discontinuation (in days).</a:t>
            </a:r>
            <a:endParaRPr/>
          </a:p>
          <a:p>
            <a:pPr indent="0" lvl="0" marL="914400" rtl="0" algn="l">
              <a:spcBef>
                <a:spcPts val="0"/>
              </a:spcBef>
              <a:spcAft>
                <a:spcPts val="0"/>
              </a:spcAft>
              <a:buClr>
                <a:schemeClr val="dk1"/>
              </a:buClr>
              <a:buSzPts val="1100"/>
              <a:buFont typeface="Arial"/>
              <a:buNone/>
            </a:pPr>
            <a:r>
              <a:rPr lang="fr-FR"/>
              <a:t>A positive lag means that the algorithm was not able to detect part repair or replacement autonomously.</a:t>
            </a:r>
            <a:endParaRPr/>
          </a:p>
          <a:p>
            <a:pPr indent="0" lvl="0" marL="914400" rtl="0" algn="l">
              <a:spcBef>
                <a:spcPts val="0"/>
              </a:spcBef>
              <a:spcAft>
                <a:spcPts val="0"/>
              </a:spcAft>
              <a:buClr>
                <a:schemeClr val="dk1"/>
              </a:buClr>
              <a:buSzPts val="1100"/>
              <a:buFont typeface="Arial"/>
              <a:buNone/>
            </a:pPr>
            <a:r>
              <a:rPr lang="fr-FR"/>
              <a:t>A negative lag means that there was some cut-off, i.e. a premature alert discontinuation before the actual failure.</a:t>
            </a:r>
            <a:endParaRPr/>
          </a:p>
          <a:p>
            <a:pPr indent="-180001" lvl="1" marL="360001" marR="0" rtl="0" algn="l">
              <a:lnSpc>
                <a:spcPct val="113000"/>
              </a:lnSpc>
              <a:spcBef>
                <a:spcPts val="0"/>
              </a:spcBef>
              <a:spcAft>
                <a:spcPts val="0"/>
              </a:spcAft>
              <a:buSzPts val="1500"/>
              <a:buChar char="–"/>
            </a:pPr>
            <a:r>
              <a:rPr b="1" lang="fr-FR"/>
              <a:t>Jitter proba</a:t>
            </a:r>
            <a:r>
              <a:rPr lang="fr-FR"/>
              <a:t>: indicates the probability that there is an interruption in algorithm alerting between the first alert and return to normal.</a:t>
            </a:r>
            <a:endParaRPr/>
          </a:p>
          <a:p>
            <a:pPr indent="-180001" lvl="1" marL="360001" marR="0" rtl="0" algn="l">
              <a:lnSpc>
                <a:spcPct val="113000"/>
              </a:lnSpc>
              <a:spcBef>
                <a:spcPts val="0"/>
              </a:spcBef>
              <a:spcAft>
                <a:spcPts val="0"/>
              </a:spcAft>
              <a:buSzPts val="1500"/>
              <a:buChar char="–"/>
            </a:pPr>
            <a:r>
              <a:rPr b="1" lang="fr-FR"/>
              <a:t>Gap duration</a:t>
            </a:r>
            <a:r>
              <a:rPr lang="fr-FR"/>
              <a:t>: duration of interruptions in algorithm alerting that have been compensated (thus merging two or more alert periods into a single big alert period).</a:t>
            </a:r>
            <a:endParaRPr/>
          </a:p>
          <a:p>
            <a:pPr indent="0" lvl="0" marL="914400" rtl="0" algn="l">
              <a:spcBef>
                <a:spcPts val="0"/>
              </a:spcBef>
              <a:spcAft>
                <a:spcPts val="0"/>
              </a:spcAft>
              <a:buNone/>
            </a:pPr>
            <a:r>
              <a:rPr lang="fr-FR"/>
              <a:t>Check max to make sure merging of distinct alerts was reasonable.</a:t>
            </a:r>
            <a:endParaRPr/>
          </a:p>
        </p:txBody>
      </p:sp>
      <p:sp>
        <p:nvSpPr>
          <p:cNvPr id="837" name="Google Shape;837;p63"/>
          <p:cNvSpPr txBox="1"/>
          <p:nvPr>
            <p:ph idx="2" type="body"/>
          </p:nvPr>
        </p:nvSpPr>
        <p:spPr>
          <a:xfrm>
            <a:off x="8649337" y="332209"/>
            <a:ext cx="3266700" cy="1446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838" name="Google Shape;838;p63"/>
          <p:cNvSpPr txBox="1"/>
          <p:nvPr/>
        </p:nvSpPr>
        <p:spPr>
          <a:xfrm>
            <a:off x="8192525" y="502500"/>
            <a:ext cx="3723300" cy="8313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fr-FR">
                <a:solidFill>
                  <a:srgbClr val="9900FF"/>
                </a:solidFill>
              </a:rPr>
              <a:t>Note:</a:t>
            </a:r>
            <a:endParaRPr>
              <a:solidFill>
                <a:srgbClr val="9900FF"/>
              </a:solidFill>
            </a:endParaRPr>
          </a:p>
          <a:p>
            <a:pPr indent="0" lvl="0" marL="0" rtl="0" algn="l">
              <a:spcBef>
                <a:spcPts val="0"/>
              </a:spcBef>
              <a:spcAft>
                <a:spcPts val="0"/>
              </a:spcAft>
              <a:buNone/>
            </a:pPr>
            <a:r>
              <a:rPr lang="fr-FR">
                <a:solidFill>
                  <a:srgbClr val="9900FF"/>
                </a:solidFill>
              </a:rPr>
              <a:t>Hide this slide during review.</a:t>
            </a:r>
            <a:endParaRPr>
              <a:solidFill>
                <a:srgbClr val="9900FF"/>
              </a:solidFill>
            </a:endParaRPr>
          </a:p>
          <a:p>
            <a:pPr indent="0" lvl="0" marL="0" rtl="0" algn="l">
              <a:spcBef>
                <a:spcPts val="0"/>
              </a:spcBef>
              <a:spcAft>
                <a:spcPts val="0"/>
              </a:spcAft>
              <a:buNone/>
            </a:pPr>
            <a:r>
              <a:rPr lang="fr-FR">
                <a:solidFill>
                  <a:srgbClr val="9900FF"/>
                </a:solidFill>
              </a:rPr>
              <a:t>Keep it in review presentation as a reminder.</a:t>
            </a:r>
            <a:endParaRPr>
              <a:solidFill>
                <a:srgbClr val="9900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3" name="Shape 843"/>
        <p:cNvGrpSpPr/>
        <p:nvPr/>
      </p:nvGrpSpPr>
      <p:grpSpPr>
        <a:xfrm>
          <a:off x="0" y="0"/>
          <a:ext cx="0" cy="0"/>
          <a:chOff x="0" y="0"/>
          <a:chExt cx="0" cy="0"/>
        </a:xfrm>
      </p:grpSpPr>
      <p:sp>
        <p:nvSpPr>
          <p:cNvPr id="844" name="Google Shape;844;p64"/>
          <p:cNvSpPr txBox="1"/>
          <p:nvPr>
            <p:ph type="title"/>
          </p:nvPr>
        </p:nvSpPr>
        <p:spPr>
          <a:xfrm>
            <a:off x="478800" y="655200"/>
            <a:ext cx="11232000" cy="90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fr-FR"/>
              <a:t>How to use KPIs</a:t>
            </a:r>
            <a:endParaRPr/>
          </a:p>
        </p:txBody>
      </p:sp>
      <p:sp>
        <p:nvSpPr>
          <p:cNvPr id="845" name="Google Shape;845;p64"/>
          <p:cNvSpPr txBox="1"/>
          <p:nvPr>
            <p:ph idx="1" type="body"/>
          </p:nvPr>
        </p:nvSpPr>
        <p:spPr>
          <a:xfrm>
            <a:off x="478800" y="1558800"/>
            <a:ext cx="11232000" cy="4351200"/>
          </a:xfrm>
          <a:prstGeom prst="rect">
            <a:avLst/>
          </a:prstGeom>
        </p:spPr>
        <p:txBody>
          <a:bodyPr anchorCtr="0" anchor="t" bIns="0" lIns="0" spcFirstLastPara="1" rIns="0" wrap="square" tIns="0">
            <a:noAutofit/>
          </a:bodyPr>
          <a:lstStyle/>
          <a:p>
            <a:pPr indent="-180000" lvl="0" marL="180000" marR="0" rtl="0" algn="l">
              <a:lnSpc>
                <a:spcPct val="113000"/>
              </a:lnSpc>
              <a:spcBef>
                <a:spcPts val="0"/>
              </a:spcBef>
              <a:spcAft>
                <a:spcPts val="0"/>
              </a:spcAft>
              <a:buClr>
                <a:schemeClr val="dk2"/>
              </a:buClr>
              <a:buSzPts val="1500"/>
              <a:buChar char="•"/>
            </a:pPr>
            <a:r>
              <a:rPr b="1" lang="fr-FR"/>
              <a:t>Detection rate</a:t>
            </a:r>
            <a:r>
              <a:rPr lang="fr-FR"/>
              <a:t>: the objective is to have it as high as possible while staying good on other KPIs (especially confidence rate)</a:t>
            </a:r>
            <a:endParaRPr/>
          </a:p>
          <a:p>
            <a:pPr indent="-180000" lvl="0" marL="180000" marR="0" rtl="0" algn="l">
              <a:lnSpc>
                <a:spcPct val="113000"/>
              </a:lnSpc>
              <a:spcBef>
                <a:spcPts val="0"/>
              </a:spcBef>
              <a:spcAft>
                <a:spcPts val="0"/>
              </a:spcAft>
              <a:buClr>
                <a:schemeClr val="dk2"/>
              </a:buClr>
              <a:buSzPts val="1500"/>
              <a:buChar char="•"/>
            </a:pPr>
            <a:r>
              <a:rPr b="1" lang="fr-FR"/>
              <a:t>Confidence rate</a:t>
            </a:r>
            <a:r>
              <a:rPr lang="fr-FR"/>
              <a:t>: should be 100%</a:t>
            </a:r>
            <a:endParaRPr/>
          </a:p>
          <a:p>
            <a:pPr indent="-180001" lvl="1" marL="360001" marR="0" rtl="0" algn="l">
              <a:lnSpc>
                <a:spcPct val="113000"/>
              </a:lnSpc>
              <a:spcBef>
                <a:spcPts val="0"/>
              </a:spcBef>
              <a:spcAft>
                <a:spcPts val="0"/>
              </a:spcAft>
              <a:buSzPts val="1500"/>
              <a:buChar char="–"/>
            </a:pPr>
            <a:r>
              <a:rPr lang="fr-FR"/>
              <a:t>If not possible then the acceptable confidence rate level should be agreed with the Front End.</a:t>
            </a:r>
            <a:endParaRPr/>
          </a:p>
          <a:p>
            <a:pPr indent="-180001" lvl="1" marL="360001" marR="0" rtl="0" algn="l">
              <a:lnSpc>
                <a:spcPct val="113000"/>
              </a:lnSpc>
              <a:spcBef>
                <a:spcPts val="0"/>
              </a:spcBef>
              <a:spcAft>
                <a:spcPts val="0"/>
              </a:spcAft>
              <a:buSzPts val="1500"/>
              <a:buChar char="–"/>
            </a:pPr>
            <a:r>
              <a:rPr lang="fr-FR"/>
              <a:t>Note: in some cases confidence rate may be adversely affected by jitter. You might want to check curves to know if confidence rate is due to real spurious alerts or just to jitter. Increase jitter_tol in the latter case.</a:t>
            </a:r>
            <a:endParaRPr/>
          </a:p>
          <a:p>
            <a:pPr indent="-180000" lvl="0" marL="180000" marR="0" rtl="0" algn="l">
              <a:lnSpc>
                <a:spcPct val="113000"/>
              </a:lnSpc>
              <a:spcBef>
                <a:spcPts val="0"/>
              </a:spcBef>
              <a:spcAft>
                <a:spcPts val="0"/>
              </a:spcAft>
              <a:buClr>
                <a:schemeClr val="dk2"/>
              </a:buClr>
              <a:buSzPts val="1500"/>
              <a:buChar char="•"/>
            </a:pPr>
            <a:r>
              <a:rPr b="1" lang="fr-FR"/>
              <a:t>Anticipation time</a:t>
            </a:r>
            <a:r>
              <a:rPr lang="fr-FR"/>
              <a:t>: expected anticipation level must be agreed with Front End (typically 1 week).</a:t>
            </a:r>
            <a:endParaRPr/>
          </a:p>
          <a:p>
            <a:pPr indent="-180000" lvl="0" marL="180000" marR="0" rtl="0" algn="l">
              <a:lnSpc>
                <a:spcPct val="113000"/>
              </a:lnSpc>
              <a:spcBef>
                <a:spcPts val="0"/>
              </a:spcBef>
              <a:spcAft>
                <a:spcPts val="0"/>
              </a:spcAft>
              <a:buClr>
                <a:schemeClr val="dk2"/>
              </a:buClr>
              <a:buSzPts val="1500"/>
              <a:buChar char="•"/>
            </a:pPr>
            <a:r>
              <a:rPr b="1" lang="fr-FR"/>
              <a:t>Lag</a:t>
            </a:r>
            <a:r>
              <a:rPr lang="fr-FR"/>
              <a:t>: must be &lt; 1. (Lag is computed between reference event and first flight without alert after the event)</a:t>
            </a:r>
            <a:endParaRPr/>
          </a:p>
          <a:p>
            <a:pPr indent="-180001" lvl="1" marL="360001" marR="0" rtl="0" algn="l">
              <a:lnSpc>
                <a:spcPct val="113000"/>
              </a:lnSpc>
              <a:spcBef>
                <a:spcPts val="0"/>
              </a:spcBef>
              <a:spcAft>
                <a:spcPts val="0"/>
              </a:spcAft>
              <a:buSzPts val="1500"/>
              <a:buChar char="–"/>
            </a:pPr>
            <a:r>
              <a:rPr lang="fr-FR"/>
              <a:t>A lag of 1 may result from the tolerance added when computing KPIs to compensate for cases where only the date is available for events (and not the exact time of the repair).</a:t>
            </a:r>
            <a:endParaRPr/>
          </a:p>
          <a:p>
            <a:pPr indent="-180001" lvl="1" marL="360001" marR="0" rtl="0" algn="l">
              <a:lnSpc>
                <a:spcPct val="113000"/>
              </a:lnSpc>
              <a:spcBef>
                <a:spcPts val="0"/>
              </a:spcBef>
              <a:spcAft>
                <a:spcPts val="0"/>
              </a:spcAft>
              <a:buSzPts val="1500"/>
              <a:buChar char="–"/>
            </a:pPr>
            <a:r>
              <a:rPr lang="fr-FR"/>
              <a:t>If a lag &lt; 1 cannot be achieved (typically the model cannot detect unit replacement by itself), then you will need to use the SPM model reset feature on maintenance actions declared by airlines.</a:t>
            </a:r>
            <a:endParaRPr/>
          </a:p>
          <a:p>
            <a:pPr indent="-180001" lvl="1" marL="360001" marR="0" rtl="0" algn="l">
              <a:lnSpc>
                <a:spcPct val="113000"/>
              </a:lnSpc>
              <a:spcBef>
                <a:spcPts val="0"/>
              </a:spcBef>
              <a:spcAft>
                <a:spcPts val="0"/>
              </a:spcAft>
              <a:buSzPts val="1500"/>
              <a:buChar char="–"/>
            </a:pPr>
            <a:r>
              <a:rPr lang="fr-FR"/>
              <a:t>A positive lag may also result from the airline operating for some time with the failure still present (in case of MEL application for instance) and/or from the choice of reference event date.</a:t>
            </a:r>
            <a:endParaRPr/>
          </a:p>
          <a:p>
            <a:pPr indent="-180000" lvl="0" marL="180000" marR="0" rtl="0" algn="l">
              <a:lnSpc>
                <a:spcPct val="113000"/>
              </a:lnSpc>
              <a:spcBef>
                <a:spcPts val="0"/>
              </a:spcBef>
              <a:spcAft>
                <a:spcPts val="0"/>
              </a:spcAft>
              <a:buClr>
                <a:schemeClr val="dk2"/>
              </a:buClr>
              <a:buSzPts val="1500"/>
              <a:buChar char="•"/>
            </a:pPr>
            <a:r>
              <a:rPr b="1" lang="fr-FR"/>
              <a:t>Jitter probability</a:t>
            </a:r>
            <a:r>
              <a:rPr lang="fr-FR"/>
              <a:t>: Ideally it should be kept as low as possible. However some jitter is acceptable.</a:t>
            </a:r>
            <a:endParaRPr/>
          </a:p>
          <a:p>
            <a:pPr indent="-180000" lvl="0" marL="180000" marR="0" rtl="0" algn="l">
              <a:lnSpc>
                <a:spcPct val="113000"/>
              </a:lnSpc>
              <a:spcBef>
                <a:spcPts val="0"/>
              </a:spcBef>
              <a:spcAft>
                <a:spcPts val="0"/>
              </a:spcAft>
              <a:buClr>
                <a:schemeClr val="dk2"/>
              </a:buClr>
              <a:buSzPts val="1500"/>
              <a:buChar char="•"/>
            </a:pPr>
            <a:r>
              <a:rPr b="1" lang="fr-FR"/>
              <a:t>Cut off probability</a:t>
            </a:r>
            <a:r>
              <a:rPr lang="fr-FR"/>
              <a:t>: should be 0% or as small as possible.</a:t>
            </a:r>
            <a:endParaRPr/>
          </a:p>
          <a:p>
            <a:pPr indent="-180001" lvl="1" marL="360001" marR="0" rtl="0" algn="l">
              <a:lnSpc>
                <a:spcPct val="113000"/>
              </a:lnSpc>
              <a:spcBef>
                <a:spcPts val="0"/>
              </a:spcBef>
              <a:spcAft>
                <a:spcPts val="0"/>
              </a:spcAft>
              <a:buSzPts val="1500"/>
              <a:buChar char="–"/>
            </a:pPr>
            <a:r>
              <a:rPr lang="fr-FR"/>
              <a:t>If the health indicator is closely correlated to equipment status, then it should steadily display a degraded state when approaching a removal.</a:t>
            </a:r>
            <a:endParaRPr/>
          </a:p>
          <a:p>
            <a:pPr indent="-180001" lvl="1" marL="360001" marR="0" rtl="0" algn="l">
              <a:lnSpc>
                <a:spcPct val="113000"/>
              </a:lnSpc>
              <a:spcBef>
                <a:spcPts val="0"/>
              </a:spcBef>
              <a:spcAft>
                <a:spcPts val="0"/>
              </a:spcAft>
              <a:buSzPts val="1500"/>
              <a:buChar char="–"/>
            </a:pPr>
            <a:r>
              <a:rPr lang="fr-FR"/>
              <a:t>However, noise may be your enemy and may result in an alert that stops triggering some time before the airline fixes the issue.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846" name="Google Shape;846;p64"/>
          <p:cNvSpPr txBox="1"/>
          <p:nvPr>
            <p:ph idx="12" type="sldNum"/>
          </p:nvPr>
        </p:nvSpPr>
        <p:spPr>
          <a:xfrm>
            <a:off x="478800" y="6444000"/>
            <a:ext cx="288000" cy="2160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fld id="{00000000-1234-1234-1234-123412341234}" type="slidenum">
              <a:rPr lang="fr-FR"/>
              <a:t>‹#›</a:t>
            </a:fld>
            <a:endParaRPr/>
          </a:p>
        </p:txBody>
      </p:sp>
      <p:sp>
        <p:nvSpPr>
          <p:cNvPr id="847" name="Google Shape;847;p64"/>
          <p:cNvSpPr txBox="1"/>
          <p:nvPr>
            <p:ph idx="2" type="body"/>
          </p:nvPr>
        </p:nvSpPr>
        <p:spPr>
          <a:xfrm>
            <a:off x="8649337" y="332209"/>
            <a:ext cx="3266700" cy="1446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848" name="Google Shape;848;p64"/>
          <p:cNvSpPr txBox="1"/>
          <p:nvPr/>
        </p:nvSpPr>
        <p:spPr>
          <a:xfrm>
            <a:off x="8192525" y="502500"/>
            <a:ext cx="3723300" cy="8313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fr-FR">
                <a:solidFill>
                  <a:srgbClr val="9900FF"/>
                </a:solidFill>
              </a:rPr>
              <a:t>Note:</a:t>
            </a:r>
            <a:endParaRPr>
              <a:solidFill>
                <a:srgbClr val="9900FF"/>
              </a:solidFill>
            </a:endParaRPr>
          </a:p>
          <a:p>
            <a:pPr indent="0" lvl="0" marL="0" rtl="0" algn="l">
              <a:spcBef>
                <a:spcPts val="0"/>
              </a:spcBef>
              <a:spcAft>
                <a:spcPts val="0"/>
              </a:spcAft>
              <a:buNone/>
            </a:pPr>
            <a:r>
              <a:rPr lang="fr-FR">
                <a:solidFill>
                  <a:srgbClr val="9900FF"/>
                </a:solidFill>
              </a:rPr>
              <a:t>Hide this slide during review.</a:t>
            </a:r>
            <a:endParaRPr>
              <a:solidFill>
                <a:srgbClr val="9900FF"/>
              </a:solidFill>
            </a:endParaRPr>
          </a:p>
          <a:p>
            <a:pPr indent="0" lvl="0" marL="0" rtl="0" algn="l">
              <a:spcBef>
                <a:spcPts val="0"/>
              </a:spcBef>
              <a:spcAft>
                <a:spcPts val="0"/>
              </a:spcAft>
              <a:buNone/>
            </a:pPr>
            <a:r>
              <a:rPr lang="fr-FR">
                <a:solidFill>
                  <a:srgbClr val="9900FF"/>
                </a:solidFill>
              </a:rPr>
              <a:t>Keep it in review presentation as a reminder.</a:t>
            </a:r>
            <a:endParaRPr>
              <a:solidFill>
                <a:srgbClr val="9900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3" name="Shape 853"/>
        <p:cNvGrpSpPr/>
        <p:nvPr/>
      </p:nvGrpSpPr>
      <p:grpSpPr>
        <a:xfrm>
          <a:off x="0" y="0"/>
          <a:ext cx="0" cy="0"/>
          <a:chOff x="0" y="0"/>
          <a:chExt cx="0" cy="0"/>
        </a:xfrm>
      </p:grpSpPr>
      <p:sp>
        <p:nvSpPr>
          <p:cNvPr id="854" name="Google Shape;854;p65"/>
          <p:cNvSpPr txBox="1"/>
          <p:nvPr>
            <p:ph type="title"/>
          </p:nvPr>
        </p:nvSpPr>
        <p:spPr>
          <a:xfrm>
            <a:off x="478800" y="655200"/>
            <a:ext cx="11232000" cy="90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fr-FR"/>
              <a:t>Tools</a:t>
            </a:r>
            <a:endParaRPr/>
          </a:p>
        </p:txBody>
      </p:sp>
      <p:sp>
        <p:nvSpPr>
          <p:cNvPr id="855" name="Google Shape;855;p65"/>
          <p:cNvSpPr txBox="1"/>
          <p:nvPr>
            <p:ph idx="1" type="body"/>
          </p:nvPr>
        </p:nvSpPr>
        <p:spPr>
          <a:xfrm>
            <a:off x="478800" y="1558800"/>
            <a:ext cx="11232000" cy="4351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fr-FR"/>
              <a:t>You can use any of the following tools to assess the performance of predictive maintenance algorithms:</a:t>
            </a:r>
            <a:endParaRPr/>
          </a:p>
          <a:p>
            <a:pPr indent="-180000" lvl="0" marL="180000" marR="0" rtl="0" algn="l">
              <a:lnSpc>
                <a:spcPct val="113000"/>
              </a:lnSpc>
              <a:spcBef>
                <a:spcPts val="0"/>
              </a:spcBef>
              <a:spcAft>
                <a:spcPts val="0"/>
              </a:spcAft>
              <a:buClr>
                <a:schemeClr val="dk2"/>
              </a:buClr>
              <a:buSzPts val="1500"/>
              <a:buChar char="•"/>
            </a:pPr>
            <a:r>
              <a:rPr b="1" lang="fr-FR">
                <a:solidFill>
                  <a:schemeClr val="dk2"/>
                </a:solidFill>
              </a:rPr>
              <a:t>YuCCon module </a:t>
            </a:r>
            <a:r>
              <a:rPr lang="fr-FR"/>
              <a:t>directly within your python code </a:t>
            </a:r>
            <a:r>
              <a:rPr lang="fr-FR"/>
              <a:t>during</a:t>
            </a:r>
            <a:r>
              <a:rPr lang="fr-FR"/>
              <a:t> preliminary design phase,</a:t>
            </a:r>
            <a:endParaRPr/>
          </a:p>
          <a:p>
            <a:pPr indent="0" lvl="0" marL="457200" rtl="0" algn="l">
              <a:spcBef>
                <a:spcPts val="0"/>
              </a:spcBef>
              <a:spcAft>
                <a:spcPts val="0"/>
              </a:spcAft>
              <a:buNone/>
            </a:pPr>
            <a:r>
              <a:rPr lang="fr-FR"/>
              <a:t>Refer to:</a:t>
            </a:r>
            <a:endParaRPr/>
          </a:p>
          <a:p>
            <a:pPr indent="-180000" lvl="3" marL="720000" marR="0" rtl="0" algn="l">
              <a:lnSpc>
                <a:spcPct val="113000"/>
              </a:lnSpc>
              <a:spcBef>
                <a:spcPts val="0"/>
              </a:spcBef>
              <a:spcAft>
                <a:spcPts val="0"/>
              </a:spcAft>
              <a:buSzPts val="1800"/>
              <a:buChar char="–"/>
            </a:pPr>
            <a:r>
              <a:rPr lang="fr-FR"/>
              <a:t>The tutorial provided within </a:t>
            </a:r>
            <a:r>
              <a:rPr lang="fr-FR" u="sng">
                <a:solidFill>
                  <a:schemeClr val="hlink"/>
                </a:solidFill>
                <a:hlinkClick r:id="rId3"/>
              </a:rPr>
              <a:t>YuCCon GitHub repository</a:t>
            </a:r>
            <a:r>
              <a:rPr lang="fr-FR"/>
              <a:t>.</a:t>
            </a:r>
            <a:endParaRPr/>
          </a:p>
          <a:p>
            <a:pPr indent="-180000" lvl="3" marL="720000" marR="0" rtl="0" algn="l">
              <a:lnSpc>
                <a:spcPct val="113000"/>
              </a:lnSpc>
              <a:spcBef>
                <a:spcPts val="0"/>
              </a:spcBef>
              <a:spcAft>
                <a:spcPts val="0"/>
              </a:spcAft>
              <a:buSzPts val="1800"/>
              <a:buChar char="–"/>
            </a:pPr>
            <a:r>
              <a:rPr lang="fr-FR"/>
              <a:t>YuCCon documentation in Confluence.</a:t>
            </a:r>
            <a:endParaRPr/>
          </a:p>
          <a:p>
            <a:pPr indent="0" lvl="0" marL="720000" marR="0" rtl="0" algn="l">
              <a:lnSpc>
                <a:spcPct val="113000"/>
              </a:lnSpc>
              <a:spcBef>
                <a:spcPts val="0"/>
              </a:spcBef>
              <a:spcAft>
                <a:spcPts val="0"/>
              </a:spcAft>
              <a:buNone/>
            </a:pPr>
            <a:r>
              <a:t/>
            </a:r>
            <a:endParaRPr/>
          </a:p>
          <a:p>
            <a:pPr indent="-180000" lvl="0" marL="180000" marR="0" rtl="0" algn="l">
              <a:lnSpc>
                <a:spcPct val="113000"/>
              </a:lnSpc>
              <a:spcBef>
                <a:spcPts val="0"/>
              </a:spcBef>
              <a:spcAft>
                <a:spcPts val="0"/>
              </a:spcAft>
              <a:buClr>
                <a:schemeClr val="dk2"/>
              </a:buClr>
              <a:buSzPts val="1500"/>
              <a:buChar char="•"/>
            </a:pPr>
            <a:r>
              <a:rPr b="1" lang="fr-FR">
                <a:solidFill>
                  <a:schemeClr val="dk2"/>
                </a:solidFill>
              </a:rPr>
              <a:t>Model Perfo Tools </a:t>
            </a:r>
            <a:r>
              <a:rPr lang="fr-FR"/>
              <a:t>within Foundry (recommended when assessing alerts generated by an SPM model).</a:t>
            </a:r>
            <a:endParaRPr b="1">
              <a:solidFill>
                <a:schemeClr val="dk2"/>
              </a:solidFill>
            </a:endParaRPr>
          </a:p>
          <a:p>
            <a:pPr indent="0" lvl="0" marL="457200" rtl="0" algn="l">
              <a:spcBef>
                <a:spcPts val="0"/>
              </a:spcBef>
              <a:spcAft>
                <a:spcPts val="0"/>
              </a:spcAft>
              <a:buNone/>
            </a:pPr>
            <a:r>
              <a:rPr lang="fr-FR"/>
              <a:t>Refer to:</a:t>
            </a:r>
            <a:endParaRPr/>
          </a:p>
          <a:p>
            <a:pPr indent="-180000" lvl="3" marL="720000" marR="0" rtl="0" algn="l">
              <a:lnSpc>
                <a:spcPct val="113000"/>
              </a:lnSpc>
              <a:spcBef>
                <a:spcPts val="0"/>
              </a:spcBef>
              <a:spcAft>
                <a:spcPts val="0"/>
              </a:spcAft>
              <a:buSzPts val="1800"/>
              <a:buChar char="–"/>
            </a:pPr>
            <a:r>
              <a:rPr lang="fr-FR"/>
              <a:t>Confluence page on “</a:t>
            </a:r>
            <a:r>
              <a:rPr lang="fr-FR" u="sng">
                <a:solidFill>
                  <a:schemeClr val="hlink"/>
                </a:solidFill>
                <a:hlinkClick r:id="rId4"/>
              </a:rPr>
              <a:t>Assessing Algorithm Performance using Code Workbook</a:t>
            </a:r>
            <a:r>
              <a:rPr lang="fr-FR"/>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856" name="Google Shape;856;p65"/>
          <p:cNvSpPr txBox="1"/>
          <p:nvPr>
            <p:ph idx="12" type="sldNum"/>
          </p:nvPr>
        </p:nvSpPr>
        <p:spPr>
          <a:xfrm>
            <a:off x="478800" y="6444000"/>
            <a:ext cx="288000" cy="2160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fld id="{00000000-1234-1234-1234-123412341234}" type="slidenum">
              <a:rPr lang="fr-FR"/>
              <a:t>‹#›</a:t>
            </a:fld>
            <a:endParaRPr/>
          </a:p>
        </p:txBody>
      </p:sp>
      <p:sp>
        <p:nvSpPr>
          <p:cNvPr id="857" name="Google Shape;857;p65"/>
          <p:cNvSpPr txBox="1"/>
          <p:nvPr>
            <p:ph idx="2" type="body"/>
          </p:nvPr>
        </p:nvSpPr>
        <p:spPr>
          <a:xfrm>
            <a:off x="8649337" y="332209"/>
            <a:ext cx="3266700" cy="1446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858" name="Google Shape;858;p65"/>
          <p:cNvSpPr txBox="1"/>
          <p:nvPr/>
        </p:nvSpPr>
        <p:spPr>
          <a:xfrm>
            <a:off x="8192525" y="502500"/>
            <a:ext cx="3723300" cy="6156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fr-FR">
                <a:solidFill>
                  <a:srgbClr val="9900FF"/>
                </a:solidFill>
              </a:rPr>
              <a:t>Note:</a:t>
            </a:r>
            <a:endParaRPr>
              <a:solidFill>
                <a:srgbClr val="9900FF"/>
              </a:solidFill>
            </a:endParaRPr>
          </a:p>
          <a:p>
            <a:pPr indent="0" lvl="0" marL="0" rtl="0" algn="l">
              <a:spcBef>
                <a:spcPts val="0"/>
              </a:spcBef>
              <a:spcAft>
                <a:spcPts val="0"/>
              </a:spcAft>
              <a:buNone/>
            </a:pPr>
            <a:r>
              <a:rPr lang="fr-FR">
                <a:solidFill>
                  <a:srgbClr val="9900FF"/>
                </a:solidFill>
              </a:rPr>
              <a:t>Hide this slide during review or remove it.</a:t>
            </a:r>
            <a:endParaRPr>
              <a:solidFill>
                <a:srgbClr val="9900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3" name="Shape 863"/>
        <p:cNvGrpSpPr/>
        <p:nvPr/>
      </p:nvGrpSpPr>
      <p:grpSpPr>
        <a:xfrm>
          <a:off x="0" y="0"/>
          <a:ext cx="0" cy="0"/>
          <a:chOff x="0" y="0"/>
          <a:chExt cx="0" cy="0"/>
        </a:xfrm>
      </p:grpSpPr>
      <p:sp>
        <p:nvSpPr>
          <p:cNvPr id="864" name="Google Shape;864;p66"/>
          <p:cNvSpPr txBox="1"/>
          <p:nvPr/>
        </p:nvSpPr>
        <p:spPr>
          <a:xfrm>
            <a:off x="4699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Performance evaluation - example</a:t>
            </a:r>
            <a:endParaRPr sz="2500">
              <a:solidFill>
                <a:schemeClr val="dk2"/>
              </a:solidFill>
            </a:endParaRPr>
          </a:p>
        </p:txBody>
      </p:sp>
      <p:sp>
        <p:nvSpPr>
          <p:cNvPr id="865" name="Google Shape;865;p66"/>
          <p:cNvSpPr txBox="1"/>
          <p:nvPr/>
        </p:nvSpPr>
        <p:spPr>
          <a:xfrm>
            <a:off x="594300" y="1268700"/>
            <a:ext cx="1005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a:t>Show an example of real event with the associated model alert (curves)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0" name="Shape 870"/>
        <p:cNvGrpSpPr/>
        <p:nvPr/>
      </p:nvGrpSpPr>
      <p:grpSpPr>
        <a:xfrm>
          <a:off x="0" y="0"/>
          <a:ext cx="0" cy="0"/>
          <a:chOff x="0" y="0"/>
          <a:chExt cx="0" cy="0"/>
        </a:xfrm>
      </p:grpSpPr>
      <p:sp>
        <p:nvSpPr>
          <p:cNvPr id="871" name="Google Shape;871;p67"/>
          <p:cNvSpPr txBox="1"/>
          <p:nvPr/>
        </p:nvSpPr>
        <p:spPr>
          <a:xfrm>
            <a:off x="655100" y="1177125"/>
            <a:ext cx="9683700" cy="1929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lang="fr-FR">
                <a:solidFill>
                  <a:schemeClr val="dk1"/>
                </a:solidFill>
              </a:rPr>
              <a:t>Expected maintenance action required in case of alert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fr-FR">
                <a:solidFill>
                  <a:schemeClr val="dk1"/>
                </a:solidFill>
              </a:rPr>
              <a:t>Expected saving per alert (based on average delay, equipment DMC increase, fuel consumption increase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fr-FR">
                <a:solidFill>
                  <a:schemeClr val="dk1"/>
                </a:solidFill>
              </a:rPr>
              <a:t>Expected cost per </a:t>
            </a:r>
            <a:r>
              <a:rPr lang="fr-FR">
                <a:solidFill>
                  <a:schemeClr val="dk1"/>
                </a:solidFill>
              </a:rPr>
              <a:t>alert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fr-FR">
                <a:solidFill>
                  <a:schemeClr val="dk1"/>
                </a:solidFill>
              </a:rPr>
              <a:t>Expected benefit depending on the </a:t>
            </a:r>
            <a:r>
              <a:rPr lang="fr-FR">
                <a:solidFill>
                  <a:schemeClr val="dk1"/>
                </a:solidFill>
              </a:rPr>
              <a:t>fleet size</a:t>
            </a:r>
            <a:endParaRPr>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
        <p:nvSpPr>
          <p:cNvPr id="872" name="Google Shape;872;p67"/>
          <p:cNvSpPr txBox="1"/>
          <p:nvPr/>
        </p:nvSpPr>
        <p:spPr>
          <a:xfrm>
            <a:off x="2754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Business value (optional)</a:t>
            </a:r>
            <a:endParaRPr sz="25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7" name="Shape 877"/>
        <p:cNvGrpSpPr/>
        <p:nvPr/>
      </p:nvGrpSpPr>
      <p:grpSpPr>
        <a:xfrm>
          <a:off x="0" y="0"/>
          <a:ext cx="0" cy="0"/>
          <a:chOff x="0" y="0"/>
          <a:chExt cx="0" cy="0"/>
        </a:xfrm>
      </p:grpSpPr>
      <p:sp>
        <p:nvSpPr>
          <p:cNvPr id="878" name="Google Shape;878;p68"/>
          <p:cNvSpPr txBox="1"/>
          <p:nvPr/>
        </p:nvSpPr>
        <p:spPr>
          <a:xfrm>
            <a:off x="275401" y="104649"/>
            <a:ext cx="11249700" cy="8811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Font typeface="Arial"/>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endParaRPr sz="2500">
              <a:solidFill>
                <a:schemeClr val="dk2"/>
              </a:solidFill>
              <a:latin typeface="Arial"/>
              <a:ea typeface="Arial"/>
              <a:cs typeface="Arial"/>
              <a:sym typeface="Arial"/>
            </a:endParaRPr>
          </a:p>
          <a:p>
            <a:pPr indent="0" lvl="0" marL="0" marR="0" rtl="0" algn="l">
              <a:lnSpc>
                <a:spcPct val="110000"/>
              </a:lnSpc>
              <a:spcBef>
                <a:spcPts val="0"/>
              </a:spcBef>
              <a:spcAft>
                <a:spcPts val="0"/>
              </a:spcAft>
              <a:buNone/>
            </a:pPr>
            <a:r>
              <a:rPr lang="fr-FR" sz="2500">
                <a:solidFill>
                  <a:schemeClr val="dk2"/>
                </a:solidFill>
              </a:rPr>
              <a:t>Expected benefits simplified computation method</a:t>
            </a:r>
            <a:endParaRPr sz="2500">
              <a:solidFill>
                <a:schemeClr val="dk2"/>
              </a:solidFill>
            </a:endParaRPr>
          </a:p>
        </p:txBody>
      </p:sp>
      <p:sp>
        <p:nvSpPr>
          <p:cNvPr id="879" name="Google Shape;879;p68"/>
          <p:cNvSpPr txBox="1"/>
          <p:nvPr/>
        </p:nvSpPr>
        <p:spPr>
          <a:xfrm>
            <a:off x="594300" y="1268700"/>
            <a:ext cx="10056000" cy="4063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fr-FR"/>
              <a:t>Compute the expected number of occurrences for one airline</a:t>
            </a:r>
            <a:endParaRPr/>
          </a:p>
          <a:p>
            <a:pPr indent="0" lvl="0" marL="457200" rtl="0" algn="l">
              <a:spcBef>
                <a:spcPts val="0"/>
              </a:spcBef>
              <a:spcAft>
                <a:spcPts val="0"/>
              </a:spcAft>
              <a:buNone/>
            </a:pPr>
            <a:r>
              <a:t/>
            </a:r>
            <a:endParaRPr/>
          </a:p>
          <a:p>
            <a:pPr indent="0" lvl="0" marL="457200" rtl="0" algn="ctr">
              <a:spcBef>
                <a:spcPts val="0"/>
              </a:spcBef>
              <a:spcAft>
                <a:spcPts val="0"/>
              </a:spcAft>
              <a:buNone/>
            </a:pPr>
            <a:r>
              <a:rPr lang="fr-FR"/>
              <a:t>np = Nb of aircraft in airline fleet x Nb of years considered x failure occurrence rate for the entire fleet found during targeted event search</a:t>
            </a:r>
            <a:endParaRPr/>
          </a:p>
          <a:p>
            <a:pPr indent="0" lvl="0" marL="457200" rtl="0" algn="ctr">
              <a:spcBef>
                <a:spcPts val="0"/>
              </a:spcBef>
              <a:spcAft>
                <a:spcPts val="0"/>
              </a:spcAft>
              <a:buNone/>
            </a:pPr>
            <a:r>
              <a:t/>
            </a:r>
            <a:endParaRPr/>
          </a:p>
          <a:p>
            <a:pPr indent="0" lvl="0" marL="457200" rtl="0" algn="l">
              <a:spcBef>
                <a:spcPts val="0"/>
              </a:spcBef>
              <a:spcAft>
                <a:spcPts val="0"/>
              </a:spcAft>
              <a:buNone/>
            </a:pPr>
            <a:r>
              <a:rPr lang="fr-FR"/>
              <a:t>Note: Nb of years considered should be set equal to 1 (maximum 3 as this is the horizon on which airline assess return on investment)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fr-FR"/>
              <a:t>Check if algorithm is a good candidate for deployment</a:t>
            </a:r>
            <a:endParaRPr/>
          </a:p>
          <a:p>
            <a:pPr indent="-317500" lvl="1" marL="914400" rtl="0" algn="l">
              <a:spcBef>
                <a:spcPts val="0"/>
              </a:spcBef>
              <a:spcAft>
                <a:spcPts val="0"/>
              </a:spcAft>
              <a:buSzPts val="1400"/>
              <a:buChar char="○"/>
            </a:pPr>
            <a:r>
              <a:rPr lang="fr-FR"/>
              <a:t>If np &lt; 1.5, do not deploy the model to the airline (there is a high chance it will never trigger)</a:t>
            </a:r>
            <a:endParaRPr/>
          </a:p>
          <a:p>
            <a:pPr indent="-317500" lvl="1" marL="914400" rtl="0" algn="l">
              <a:spcBef>
                <a:spcPts val="0"/>
              </a:spcBef>
              <a:spcAft>
                <a:spcPts val="0"/>
              </a:spcAft>
              <a:buSzPts val="1400"/>
              <a:buChar char="○"/>
            </a:pPr>
            <a:r>
              <a:rPr lang="fr-FR"/>
              <a:t>If 1.5 &lt;= np &lt;= 3, model may be deployed to the airline provided it has no spurious (any spurious will result in a non negligible chance of loss for the airline)</a:t>
            </a:r>
            <a:endParaRPr/>
          </a:p>
          <a:p>
            <a:pPr indent="-317500" lvl="1" marL="914400" rtl="0" algn="l">
              <a:spcBef>
                <a:spcPts val="0"/>
              </a:spcBef>
              <a:spcAft>
                <a:spcPts val="0"/>
              </a:spcAft>
              <a:buSzPts val="1400"/>
              <a:buChar char="○"/>
            </a:pPr>
            <a:r>
              <a:rPr lang="fr-FR"/>
              <a:t>If 3 &lt;= np &lt;= 9, model can be deployed to the airline. A certain level of spurious may be acceptable. To be determined using the simulator.</a:t>
            </a:r>
            <a:endParaRPr/>
          </a:p>
          <a:p>
            <a:pPr indent="-317500" lvl="1" marL="914400" rtl="0" algn="l">
              <a:spcBef>
                <a:spcPts val="0"/>
              </a:spcBef>
              <a:spcAft>
                <a:spcPts val="0"/>
              </a:spcAft>
              <a:buSzPts val="1400"/>
              <a:buChar char="○"/>
            </a:pPr>
            <a:r>
              <a:rPr lang="fr-FR"/>
              <a:t>If np &gt;= 9 you can estimate benefits directly from the following formula:</a:t>
            </a:r>
            <a:endParaRPr/>
          </a:p>
          <a:p>
            <a:pPr indent="0" lvl="0" marL="457200" rtl="0" algn="l">
              <a:spcBef>
                <a:spcPts val="0"/>
              </a:spcBef>
              <a:spcAft>
                <a:spcPts val="0"/>
              </a:spcAft>
              <a:buNone/>
            </a:pPr>
            <a:r>
              <a:t/>
            </a:r>
            <a:endParaRPr/>
          </a:p>
          <a:p>
            <a:pPr indent="0" lvl="0" marL="914400" rtl="0" algn="ctr">
              <a:spcBef>
                <a:spcPts val="0"/>
              </a:spcBef>
              <a:spcAft>
                <a:spcPts val="0"/>
              </a:spcAft>
              <a:buNone/>
            </a:pPr>
            <a:r>
              <a:rPr lang="fr-FR"/>
              <a:t>Business value = ("single failure avoidance savings" x "yearly failure detection rate per A/C" - "spurious troubleshooting cost" x "yearly spurious rate per A/C") x "assessment period" (in years)</a:t>
            </a:r>
            <a:endParaRPr/>
          </a:p>
        </p:txBody>
      </p:sp>
      <p:sp>
        <p:nvSpPr>
          <p:cNvPr id="880" name="Google Shape;880;p68"/>
          <p:cNvSpPr txBox="1"/>
          <p:nvPr/>
        </p:nvSpPr>
        <p:spPr>
          <a:xfrm>
            <a:off x="7562050" y="651925"/>
            <a:ext cx="3624600" cy="969600"/>
          </a:xfrm>
          <a:prstGeom prst="rect">
            <a:avLst/>
          </a:prstGeom>
          <a:noFill/>
          <a:ln cap="flat" cmpd="sng" w="38100">
            <a:solidFill>
              <a:schemeClr val="accent5"/>
            </a:solidFill>
            <a:prstDash val="solid"/>
            <a:round/>
            <a:headEnd len="sm" w="sm" type="none"/>
            <a:tailEnd len="sm" w="sm" type="none"/>
          </a:ln>
          <a:effectLst>
            <a:outerShdw blurRad="157163" rotWithShape="0" algn="bl" dist="9525">
              <a:srgbClr val="595959">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lang="fr-FR" sz="5100">
                <a:solidFill>
                  <a:schemeClr val="accent5"/>
                </a:solidFill>
              </a:rPr>
              <a:t>DRAFT</a:t>
            </a:r>
            <a:endParaRPr sz="5100">
              <a:solidFill>
                <a:schemeClr val="accent5"/>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69"/>
          <p:cNvSpPr/>
          <p:nvPr/>
        </p:nvSpPr>
        <p:spPr>
          <a:xfrm>
            <a:off x="13255134" y="4303817"/>
            <a:ext cx="232756" cy="333168"/>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lang="fr-FR" sz="1361">
                <a:solidFill>
                  <a:srgbClr val="000000"/>
                </a:solidFill>
                <a:latin typeface="Arial"/>
                <a:ea typeface="Arial"/>
                <a:cs typeface="Arial"/>
                <a:sym typeface="Arial"/>
              </a:rPr>
              <a:t> </a:t>
            </a:r>
            <a:endParaRPr sz="1361">
              <a:solidFill>
                <a:schemeClr val="dk1"/>
              </a:solidFill>
              <a:latin typeface="Arial"/>
              <a:ea typeface="Arial"/>
              <a:cs typeface="Arial"/>
              <a:sym typeface="Arial"/>
            </a:endParaRPr>
          </a:p>
        </p:txBody>
      </p:sp>
      <p:sp>
        <p:nvSpPr>
          <p:cNvPr id="887" name="Google Shape;887;p69"/>
          <p:cNvSpPr txBox="1"/>
          <p:nvPr/>
        </p:nvSpPr>
        <p:spPr>
          <a:xfrm>
            <a:off x="469901" y="104649"/>
            <a:ext cx="11249698" cy="881187"/>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None/>
            </a:pPr>
            <a:r>
              <a:rPr b="1" lang="fr-FR" sz="2500">
                <a:solidFill>
                  <a:schemeClr val="dk2"/>
                </a:solidFill>
              </a:rPr>
              <a:t>A350</a:t>
            </a:r>
            <a:r>
              <a:rPr b="1" lang="fr-FR" sz="2500">
                <a:solidFill>
                  <a:schemeClr val="dk2"/>
                </a:solidFill>
              </a:rPr>
              <a:t> ATA 36 </a:t>
            </a:r>
            <a:r>
              <a:rPr lang="fr-FR" sz="2500">
                <a:solidFill>
                  <a:schemeClr val="dk2"/>
                </a:solidFill>
              </a:rPr>
              <a:t>: </a:t>
            </a:r>
            <a:r>
              <a:rPr lang="fr-FR" sz="2500">
                <a:solidFill>
                  <a:schemeClr val="dk2"/>
                </a:solidFill>
              </a:rPr>
              <a:t>PCE Leakage Monitoring</a:t>
            </a:r>
            <a:r>
              <a:rPr lang="fr-FR" sz="2500">
                <a:solidFill>
                  <a:schemeClr val="dk2"/>
                </a:solidFill>
                <a:latin typeface="Arial"/>
                <a:ea typeface="Arial"/>
                <a:cs typeface="Arial"/>
                <a:sym typeface="Arial"/>
              </a:rPr>
              <a:t> </a:t>
            </a:r>
            <a:endParaRPr sz="2500">
              <a:solidFill>
                <a:schemeClr val="dk2"/>
              </a:solidFill>
            </a:endParaRPr>
          </a:p>
          <a:p>
            <a:pPr indent="0" lvl="0" marL="0" rtl="0" algn="l">
              <a:lnSpc>
                <a:spcPct val="110000"/>
              </a:lnSpc>
              <a:spcBef>
                <a:spcPts val="0"/>
              </a:spcBef>
              <a:spcAft>
                <a:spcPts val="0"/>
              </a:spcAft>
              <a:buClr>
                <a:schemeClr val="dk1"/>
              </a:buClr>
              <a:buFont typeface="Arial"/>
              <a:buNone/>
            </a:pPr>
            <a:r>
              <a:rPr lang="fr-FR" sz="2500">
                <a:solidFill>
                  <a:schemeClr val="dk2"/>
                </a:solidFill>
              </a:rPr>
              <a:t>Feasibility</a:t>
            </a:r>
            <a:r>
              <a:rPr lang="fr-FR" sz="2500">
                <a:solidFill>
                  <a:schemeClr val="dk2"/>
                </a:solidFill>
              </a:rPr>
              <a:t> review conclusion</a:t>
            </a:r>
            <a:endParaRPr sz="2500">
              <a:solidFill>
                <a:schemeClr val="dk2"/>
              </a:solidFill>
            </a:endParaRPr>
          </a:p>
        </p:txBody>
      </p:sp>
      <p:sp>
        <p:nvSpPr>
          <p:cNvPr id="888" name="Google Shape;888;p69"/>
          <p:cNvSpPr txBox="1"/>
          <p:nvPr/>
        </p:nvSpPr>
        <p:spPr>
          <a:xfrm>
            <a:off x="695400" y="1048798"/>
            <a:ext cx="11233248" cy="5328302"/>
          </a:xfrm>
          <a:prstGeom prst="rect">
            <a:avLst/>
          </a:prstGeom>
          <a:noFill/>
          <a:ln cap="flat" cmpd="sng" w="9525">
            <a:solidFill>
              <a:srgbClr val="BFBFBF"/>
            </a:solidFill>
            <a:prstDash val="dash"/>
            <a:round/>
            <a:headEnd len="sm" w="sm" type="none"/>
            <a:tailEnd len="sm" w="sm" type="none"/>
          </a:ln>
        </p:spPr>
        <p:txBody>
          <a:bodyPr anchorCtr="0" anchor="t" bIns="72000" lIns="72000" spcFirstLastPara="1" rIns="72000" wrap="square" tIns="72000">
            <a:noAutofit/>
          </a:bodyPr>
          <a:lstStyle/>
          <a:p>
            <a:pPr indent="-317500" lvl="0" marL="457200" marR="0" rtl="0" algn="l">
              <a:lnSpc>
                <a:spcPct val="115000"/>
              </a:lnSpc>
              <a:spcBef>
                <a:spcPts val="0"/>
              </a:spcBef>
              <a:spcAft>
                <a:spcPts val="0"/>
              </a:spcAft>
              <a:buSzPts val="1400"/>
              <a:buChar char="-"/>
            </a:pPr>
            <a:r>
              <a:rPr lang="fr-FR"/>
              <a:t>I</a:t>
            </a:r>
            <a:r>
              <a:rPr lang="fr-FR"/>
              <a:t>nterest for the model / </a:t>
            </a:r>
            <a:r>
              <a:rPr lang="fr-FR">
                <a:solidFill>
                  <a:schemeClr val="dk1"/>
                </a:solidFill>
              </a:rPr>
              <a:t>Business interest</a:t>
            </a:r>
            <a:r>
              <a:rPr lang="fr-FR"/>
              <a:t>? </a:t>
            </a:r>
            <a:endParaRPr/>
          </a:p>
          <a:p>
            <a:pPr indent="-317500" lvl="0" marL="457200" marR="0" rtl="0" algn="l">
              <a:lnSpc>
                <a:spcPct val="115000"/>
              </a:lnSpc>
              <a:spcBef>
                <a:spcPts val="0"/>
              </a:spcBef>
              <a:spcAft>
                <a:spcPts val="0"/>
              </a:spcAft>
              <a:buSzPts val="1400"/>
              <a:buChar char="-"/>
            </a:pPr>
            <a:r>
              <a:rPr lang="fr-FR"/>
              <a:t>A</a:t>
            </a:r>
            <a:r>
              <a:rPr lang="fr-FR"/>
              <a:t>cceptable performance?</a:t>
            </a:r>
            <a:endParaRPr/>
          </a:p>
          <a:p>
            <a:pPr indent="-317500" lvl="0" marL="457200" marR="0" rtl="0" algn="l">
              <a:lnSpc>
                <a:spcPct val="115000"/>
              </a:lnSpc>
              <a:spcBef>
                <a:spcPts val="0"/>
              </a:spcBef>
              <a:spcAft>
                <a:spcPts val="0"/>
              </a:spcAft>
              <a:buSzPts val="1400"/>
              <a:buChar char="-"/>
            </a:pPr>
            <a:r>
              <a:rPr lang="fr-FR"/>
              <a:t>GO / NO for SPM / SHM  development</a:t>
            </a:r>
            <a:endParaRPr/>
          </a:p>
          <a:p>
            <a:pPr indent="0" lvl="0" marL="457200" marR="0" rtl="0" algn="l">
              <a:lnSpc>
                <a:spcPct val="115000"/>
              </a:lnSpc>
              <a:spcBef>
                <a:spcPts val="0"/>
              </a:spcBef>
              <a:spcAft>
                <a:spcPts val="0"/>
              </a:spcAft>
              <a:buNone/>
            </a:pPr>
            <a:r>
              <a:rPr lang="fr-FR">
                <a:solidFill>
                  <a:srgbClr val="00FF00"/>
                </a:solidFill>
              </a:rPr>
              <a:t>GO</a:t>
            </a:r>
            <a:endParaRPr>
              <a:solidFill>
                <a:srgbClr val="00FF00"/>
              </a:solidFill>
            </a:endParaRPr>
          </a:p>
          <a:p>
            <a:pPr indent="-317500" lvl="0" marL="457200" marR="0" rtl="0" algn="l">
              <a:lnSpc>
                <a:spcPct val="115000"/>
              </a:lnSpc>
              <a:spcBef>
                <a:spcPts val="0"/>
              </a:spcBef>
              <a:spcAft>
                <a:spcPts val="0"/>
              </a:spcAft>
              <a:buSzPts val="1400"/>
              <a:buChar char="-"/>
            </a:pPr>
            <a:r>
              <a:rPr b="1" lang="fr-FR"/>
              <a:t>Actions:</a:t>
            </a:r>
            <a:endParaRPr b="1"/>
          </a:p>
          <a:p>
            <a:pPr indent="-317500" lvl="1" marL="914400" marR="0" rtl="0" algn="l">
              <a:lnSpc>
                <a:spcPct val="115000"/>
              </a:lnSpc>
              <a:spcBef>
                <a:spcPts val="0"/>
              </a:spcBef>
              <a:spcAft>
                <a:spcPts val="0"/>
              </a:spcAft>
              <a:buSzPts val="1400"/>
              <a:buChar char="-"/>
            </a:pPr>
            <a:r>
              <a:rPr lang="fr-FR"/>
              <a:t>Work in anticipation time (Juan Rodríguez)</a:t>
            </a:r>
            <a:endParaRPr/>
          </a:p>
          <a:p>
            <a:pPr indent="-317500" lvl="1" marL="914400" marR="0" rtl="0" algn="l">
              <a:lnSpc>
                <a:spcPct val="115000"/>
              </a:lnSpc>
              <a:spcBef>
                <a:spcPts val="0"/>
              </a:spcBef>
              <a:spcAft>
                <a:spcPts val="0"/>
              </a:spcAft>
              <a:buSzPts val="1400"/>
              <a:buChar char="-"/>
            </a:pPr>
            <a:r>
              <a:rPr lang="fr-FR"/>
              <a:t>Collect SAR data for 2024 airlines to correctly manage the spares.</a:t>
            </a:r>
            <a:endParaRPr/>
          </a:p>
          <a:p>
            <a:pPr indent="-317500" lvl="1" marL="914400" marR="0" rtl="0" algn="l">
              <a:lnSpc>
                <a:spcPct val="115000"/>
              </a:lnSpc>
              <a:spcBef>
                <a:spcPts val="0"/>
              </a:spcBef>
              <a:spcAft>
                <a:spcPts val="0"/>
              </a:spcAft>
              <a:buSzPts val="1400"/>
              <a:buChar char="-"/>
            </a:pPr>
            <a:r>
              <a:rPr lang="fr-FR"/>
              <a:t>Increase SAR collection of JAL or add ADC.</a:t>
            </a:r>
            <a:endParaRPr/>
          </a:p>
          <a:p>
            <a:pPr indent="-317500" lvl="1" marL="914400" marR="0" rtl="0" algn="l">
              <a:lnSpc>
                <a:spcPct val="115000"/>
              </a:lnSpc>
              <a:spcBef>
                <a:spcPts val="0"/>
              </a:spcBef>
              <a:spcAft>
                <a:spcPts val="0"/>
              </a:spcAft>
              <a:buSzPts val="1400"/>
              <a:buChar char="-"/>
            </a:pPr>
            <a:r>
              <a:rPr lang="fr-FR"/>
              <a:t>Anticipate an ACMS Report for the monitoring to be fleet wide in 2025. (Juan Rodríguez)</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p>
          <a:p>
            <a:pPr indent="0" lvl="0" marL="457200" marR="0" rtl="0" algn="l">
              <a:lnSpc>
                <a:spcPct val="115000"/>
              </a:lnSpc>
              <a:spcBef>
                <a:spcPts val="0"/>
              </a:spcBef>
              <a:spcAft>
                <a:spcPts val="0"/>
              </a:spcAft>
              <a:buNone/>
            </a:pPr>
            <a:r>
              <a:t/>
            </a:r>
            <a:endParaRPr/>
          </a:p>
        </p:txBody>
      </p:sp>
      <p:sp>
        <p:nvSpPr>
          <p:cNvPr id="889" name="Google Shape;889;p69"/>
          <p:cNvSpPr/>
          <p:nvPr/>
        </p:nvSpPr>
        <p:spPr>
          <a:xfrm>
            <a:off x="11297095" y="5419193"/>
            <a:ext cx="325730" cy="340093"/>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400">
                <a:solidFill>
                  <a:schemeClr val="lt1"/>
                </a:solidFill>
                <a:latin typeface="Noto Sans Symbols"/>
                <a:ea typeface="Noto Sans Symbols"/>
                <a:cs typeface="Noto Sans Symbols"/>
                <a:sym typeface="Noto Sans Symbols"/>
              </a:rPr>
              <a:t>✔</a:t>
            </a:r>
            <a:endParaRPr b="1" sz="1400">
              <a:solidFill>
                <a:schemeClr val="lt1"/>
              </a:solidFill>
              <a:latin typeface="Noto Sans Symbols"/>
              <a:ea typeface="Noto Sans Symbols"/>
              <a:cs typeface="Noto Sans Symbols"/>
              <a:sym typeface="Noto Sans Symbols"/>
            </a:endParaRPr>
          </a:p>
        </p:txBody>
      </p:sp>
      <p:sp>
        <p:nvSpPr>
          <p:cNvPr id="890" name="Google Shape;890;p69"/>
          <p:cNvSpPr/>
          <p:nvPr/>
        </p:nvSpPr>
        <p:spPr>
          <a:xfrm>
            <a:off x="10395383" y="536837"/>
            <a:ext cx="365806" cy="410882"/>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fr-FR" sz="1800">
                <a:solidFill>
                  <a:schemeClr val="lt1"/>
                </a:solidFill>
                <a:latin typeface="Noto Sans Symbols"/>
                <a:ea typeface="Noto Sans Symbols"/>
                <a:cs typeface="Noto Sans Symbols"/>
                <a:sym typeface="Noto Sans Symbols"/>
              </a:rPr>
              <a:t>✔</a:t>
            </a:r>
            <a:endParaRPr b="1" sz="1800">
              <a:solidFill>
                <a:schemeClr val="lt1"/>
              </a:solidFill>
              <a:latin typeface="Noto Sans Symbols"/>
              <a:ea typeface="Noto Sans Symbols"/>
              <a:cs typeface="Noto Sans Symbols"/>
              <a:sym typeface="Noto Sans Symbols"/>
            </a:endParaRPr>
          </a:p>
        </p:txBody>
      </p:sp>
      <p:sp>
        <p:nvSpPr>
          <p:cNvPr id="891" name="Google Shape;891;p69"/>
          <p:cNvSpPr txBox="1"/>
          <p:nvPr>
            <p:ph idx="11" type="ftr"/>
          </p:nvPr>
        </p:nvSpPr>
        <p:spPr>
          <a:xfrm>
            <a:off x="2236498" y="6444000"/>
            <a:ext cx="8296104" cy="21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595959"/>
              </a:buClr>
              <a:buSzPts val="800"/>
              <a:buFont typeface="Quattrocento Sans"/>
              <a:buNone/>
            </a:pPr>
            <a:r>
              <a:rPr b="0" i="0" lang="fr-FR" sz="800" u="none" cap="none" strike="noStrike">
                <a:solidFill>
                  <a:srgbClr val="595959"/>
                </a:solidFill>
                <a:latin typeface="Quattrocento Sans"/>
                <a:ea typeface="Quattrocento Sans"/>
                <a:cs typeface="Quattrocento Sans"/>
                <a:sym typeface="Quattrocento Sans"/>
              </a:rPr>
              <a:t>Airbus internal</a:t>
            </a:r>
            <a:endParaRPr b="0" i="0" sz="800" u="none" cap="none" strike="noStrike">
              <a:solidFill>
                <a:srgbClr val="595959"/>
              </a:solidFill>
              <a:latin typeface="Quattrocento Sans"/>
              <a:ea typeface="Quattrocento Sans"/>
              <a:cs typeface="Quattrocento Sans"/>
              <a:sym typeface="Quattrocen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70"/>
          <p:cNvSpPr txBox="1"/>
          <p:nvPr/>
        </p:nvSpPr>
        <p:spPr>
          <a:xfrm>
            <a:off x="962175" y="624375"/>
            <a:ext cx="100311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2500">
                <a:solidFill>
                  <a:schemeClr val="dk2"/>
                </a:solidFill>
              </a:rPr>
              <a:t>Guideline</a:t>
            </a:r>
            <a:r>
              <a:rPr b="1" lang="fr-FR" sz="2500">
                <a:solidFill>
                  <a:schemeClr val="dk2"/>
                </a:solidFill>
              </a:rPr>
              <a:t>s</a:t>
            </a:r>
            <a:endParaRPr sz="3700"/>
          </a:p>
        </p:txBody>
      </p:sp>
      <p:sp>
        <p:nvSpPr>
          <p:cNvPr id="898" name="Google Shape;898;p70"/>
          <p:cNvSpPr txBox="1"/>
          <p:nvPr/>
        </p:nvSpPr>
        <p:spPr>
          <a:xfrm>
            <a:off x="900750" y="1647975"/>
            <a:ext cx="99696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a:t>Useful links</a:t>
            </a:r>
            <a:endParaRPr/>
          </a:p>
          <a:p>
            <a:pPr indent="-317500" lvl="0" marL="457200" rtl="0" algn="l">
              <a:spcBef>
                <a:spcPts val="0"/>
              </a:spcBef>
              <a:spcAft>
                <a:spcPts val="0"/>
              </a:spcAft>
              <a:buSzPts val="1400"/>
              <a:buChar char="-"/>
            </a:pPr>
            <a:r>
              <a:rPr lang="fr-FR"/>
              <a:t>confluence page</a:t>
            </a:r>
            <a:endParaRPr/>
          </a:p>
          <a:p>
            <a:pPr indent="-317500" lvl="0" marL="457200" rtl="0" algn="l">
              <a:spcBef>
                <a:spcPts val="0"/>
              </a:spcBef>
              <a:spcAft>
                <a:spcPts val="0"/>
              </a:spcAft>
              <a:buSzPts val="1400"/>
              <a:buChar char="-"/>
            </a:pPr>
            <a:r>
              <a:rPr lang="fr-FR"/>
              <a:t>dataset  ( CMS / logbook / SPM workflow / removal dataset)</a:t>
            </a:r>
            <a:endParaRPr/>
          </a:p>
          <a:p>
            <a:pPr indent="-317500" lvl="0" marL="457200" rtl="0" algn="l">
              <a:spcBef>
                <a:spcPts val="0"/>
              </a:spcBef>
              <a:spcAft>
                <a:spcPts val="0"/>
              </a:spcAft>
              <a:buSzPts val="1400"/>
              <a:buChar char="-"/>
            </a:pPr>
            <a:r>
              <a:rPr lang="fr-FR"/>
              <a:t>ango library</a:t>
            </a:r>
            <a:endParaRPr/>
          </a:p>
          <a:p>
            <a:pPr indent="-317500" lvl="0" marL="457200" rtl="0" algn="l">
              <a:spcBef>
                <a:spcPts val="0"/>
              </a:spcBef>
              <a:spcAft>
                <a:spcPts val="0"/>
              </a:spcAft>
              <a:buSzPts val="1400"/>
              <a:buChar char="-"/>
            </a:pPr>
            <a:r>
              <a:rPr lang="fr-FR">
                <a:solidFill>
                  <a:schemeClr val="dk1"/>
                </a:solidFill>
              </a:rPr>
              <a:t>Extended platform template </a:t>
            </a:r>
            <a:endParaRPr>
              <a:solidFill>
                <a:schemeClr val="dk1"/>
              </a:solidFill>
            </a:endParaRPr>
          </a:p>
          <a:p>
            <a:pPr indent="-317500" lvl="0" marL="457200" rtl="0" algn="l">
              <a:spcBef>
                <a:spcPts val="0"/>
              </a:spcBef>
              <a:spcAft>
                <a:spcPts val="0"/>
              </a:spcAft>
              <a:buClr>
                <a:schemeClr val="dk1"/>
              </a:buClr>
              <a:buSzPts val="1400"/>
              <a:buChar char="-"/>
            </a:pPr>
            <a:r>
              <a:rPr lang="fr-FR">
                <a:solidFill>
                  <a:schemeClr val="dk1"/>
                </a:solidFill>
              </a:rPr>
              <a:t>Performance evaluation library </a:t>
            </a:r>
            <a:endParaRPr>
              <a:solidFill>
                <a:schemeClr val="dk1"/>
              </a:solidFill>
            </a:endParaRPr>
          </a:p>
          <a:p>
            <a:pPr indent="-317500" lvl="0" marL="457200" rtl="0" algn="l">
              <a:spcBef>
                <a:spcPts val="0"/>
              </a:spcBef>
              <a:spcAft>
                <a:spcPts val="0"/>
              </a:spcAft>
              <a:buClr>
                <a:schemeClr val="dk1"/>
              </a:buClr>
              <a:buSzPts val="1400"/>
              <a:buChar char="-"/>
            </a:pPr>
            <a:r>
              <a:rPr lang="fr-FR">
                <a:solidFill>
                  <a:schemeClr val="dk1"/>
                </a:solidFill>
              </a:rPr>
              <a:t>TechRequest dataset -&gt; </a:t>
            </a:r>
            <a:endParaRPr>
              <a:solidFill>
                <a:schemeClr val="dk1"/>
              </a:solidFill>
            </a:endParaRPr>
          </a:p>
          <a:p>
            <a:pPr indent="-317500" lvl="0" marL="457200" rtl="0" algn="l">
              <a:spcBef>
                <a:spcPts val="0"/>
              </a:spcBef>
              <a:spcAft>
                <a:spcPts val="0"/>
              </a:spcAft>
              <a:buClr>
                <a:schemeClr val="dk1"/>
              </a:buClr>
              <a:buSzPts val="1400"/>
              <a:buChar char="-"/>
            </a:pPr>
            <a:r>
              <a:rPr lang="fr-FR">
                <a:solidFill>
                  <a:schemeClr val="dk1"/>
                </a:solidFill>
              </a:rPr>
              <a:t>example of feasibility review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99" name="Google Shape;899;p70"/>
          <p:cNvSpPr/>
          <p:nvPr/>
        </p:nvSpPr>
        <p:spPr>
          <a:xfrm>
            <a:off x="8332250" y="997800"/>
            <a:ext cx="2189400" cy="810300"/>
          </a:xfrm>
          <a:prstGeom prst="rightArrow">
            <a:avLst>
              <a:gd fmla="val 50000" name="adj1"/>
              <a:gd fmla="val 50000" name="adj2"/>
            </a:avLst>
          </a:prstGeom>
          <a:solidFill>
            <a:srgbClr val="0085A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FR" u="sng">
                <a:solidFill>
                  <a:schemeClr val="hlink"/>
                </a:solidFill>
                <a:hlinkClick r:id="rId3"/>
              </a:rPr>
              <a:t>Back to BP &amp; LL slides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4" name="Shape 904"/>
        <p:cNvGrpSpPr/>
        <p:nvPr/>
      </p:nvGrpSpPr>
      <p:grpSpPr>
        <a:xfrm>
          <a:off x="0" y="0"/>
          <a:ext cx="0" cy="0"/>
          <a:chOff x="0" y="0"/>
          <a:chExt cx="0" cy="0"/>
        </a:xfrm>
      </p:grpSpPr>
      <p:sp>
        <p:nvSpPr>
          <p:cNvPr id="905" name="Google Shape;905;p71"/>
          <p:cNvSpPr txBox="1"/>
          <p:nvPr>
            <p:ph type="title"/>
          </p:nvPr>
        </p:nvSpPr>
        <p:spPr>
          <a:xfrm>
            <a:off x="478800" y="655200"/>
            <a:ext cx="11232000" cy="90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fr-FR"/>
              <a:t>Proposed algorithm performance measures</a:t>
            </a:r>
            <a:endParaRPr/>
          </a:p>
        </p:txBody>
      </p:sp>
      <p:sp>
        <p:nvSpPr>
          <p:cNvPr id="906" name="Google Shape;906;p71"/>
          <p:cNvSpPr txBox="1"/>
          <p:nvPr>
            <p:ph idx="1" type="body"/>
          </p:nvPr>
        </p:nvSpPr>
        <p:spPr>
          <a:xfrm>
            <a:off x="478800" y="1558800"/>
            <a:ext cx="11232000" cy="4351200"/>
          </a:xfrm>
          <a:prstGeom prst="rect">
            <a:avLst/>
          </a:prstGeom>
        </p:spPr>
        <p:txBody>
          <a:bodyPr anchorCtr="0" anchor="t" bIns="0" lIns="0" spcFirstLastPara="1" rIns="0" wrap="square" tIns="0">
            <a:noAutofit/>
          </a:bodyPr>
          <a:lstStyle/>
          <a:p>
            <a:pPr indent="-180000" lvl="0" marL="180000" marR="0" rtl="0" algn="l">
              <a:lnSpc>
                <a:spcPct val="113000"/>
              </a:lnSpc>
              <a:spcBef>
                <a:spcPts val="0"/>
              </a:spcBef>
              <a:spcAft>
                <a:spcPts val="0"/>
              </a:spcAft>
              <a:buClr>
                <a:schemeClr val="dk2"/>
              </a:buClr>
              <a:buSzPts val="1500"/>
              <a:buChar char="•"/>
            </a:pPr>
            <a:r>
              <a:rPr b="1" lang="fr-FR">
                <a:solidFill>
                  <a:schemeClr val="dk2"/>
                </a:solidFill>
              </a:rPr>
              <a:t>Main measures </a:t>
            </a:r>
            <a:r>
              <a:rPr lang="fr-FR"/>
              <a:t>(to help airlines make decision when operating alerts):</a:t>
            </a:r>
            <a:endParaRPr/>
          </a:p>
          <a:p>
            <a:pPr indent="-180001" lvl="1" marL="360001" rtl="0" algn="l">
              <a:spcBef>
                <a:spcPts val="0"/>
              </a:spcBef>
              <a:spcAft>
                <a:spcPts val="0"/>
              </a:spcAft>
              <a:buSzPts val="1800"/>
              <a:buChar char="−"/>
            </a:pPr>
            <a:r>
              <a:rPr lang="fr-FR"/>
              <a:t>Detection rate: proportion of actual failures that can be detected by the algorithm (in percent).</a:t>
            </a:r>
            <a:endParaRPr/>
          </a:p>
          <a:p>
            <a:pPr indent="-180001" lvl="1" marL="360001" rtl="0" algn="l">
              <a:spcBef>
                <a:spcPts val="0"/>
              </a:spcBef>
              <a:spcAft>
                <a:spcPts val="0"/>
              </a:spcAft>
              <a:buSzPts val="1800"/>
              <a:buChar char="−"/>
            </a:pPr>
            <a:r>
              <a:rPr lang="fr-FR"/>
              <a:t>Confidence rate: probability that the algorithm is right when predicting a failure (in percent).</a:t>
            </a:r>
            <a:endParaRPr/>
          </a:p>
          <a:p>
            <a:pPr indent="-180001" lvl="1" marL="360001" rtl="0" algn="l">
              <a:spcBef>
                <a:spcPts val="0"/>
              </a:spcBef>
              <a:spcAft>
                <a:spcPts val="0"/>
              </a:spcAft>
              <a:buSzPts val="1800"/>
              <a:buChar char="−"/>
            </a:pPr>
            <a:r>
              <a:rPr lang="fr-FR"/>
              <a:t>Anticipation time: duration between 1st alert generated by the algorithm and actual failure (in days).</a:t>
            </a:r>
            <a:endParaRPr/>
          </a:p>
          <a:p>
            <a:pPr indent="0" lvl="0" marL="360001" rtl="0" algn="l">
              <a:spcBef>
                <a:spcPts val="0"/>
              </a:spcBef>
              <a:spcAft>
                <a:spcPts val="0"/>
              </a:spcAft>
              <a:buNone/>
            </a:pPr>
            <a:r>
              <a:t/>
            </a:r>
            <a:endParaRPr/>
          </a:p>
          <a:p>
            <a:pPr indent="-180000" lvl="0" marL="180000" marR="0" rtl="0" algn="l">
              <a:lnSpc>
                <a:spcPct val="113000"/>
              </a:lnSpc>
              <a:spcBef>
                <a:spcPts val="0"/>
              </a:spcBef>
              <a:spcAft>
                <a:spcPts val="0"/>
              </a:spcAft>
              <a:buClr>
                <a:schemeClr val="dk2"/>
              </a:buClr>
              <a:buSzPts val="1500"/>
              <a:buChar char="•"/>
            </a:pPr>
            <a:r>
              <a:rPr b="1" lang="fr-FR">
                <a:solidFill>
                  <a:schemeClr val="dk2"/>
                </a:solidFill>
              </a:rPr>
              <a:t>Secondary measures</a:t>
            </a:r>
            <a:r>
              <a:rPr lang="fr-FR"/>
              <a:t> (to compare ease of use of competing algorithms):</a:t>
            </a:r>
            <a:endParaRPr/>
          </a:p>
          <a:p>
            <a:pPr indent="-180001" lvl="1" marL="360001" rtl="0" algn="l">
              <a:spcBef>
                <a:spcPts val="0"/>
              </a:spcBef>
              <a:spcAft>
                <a:spcPts val="0"/>
              </a:spcAft>
              <a:buSzPts val="1800"/>
              <a:buChar char="−"/>
            </a:pPr>
            <a:r>
              <a:rPr lang="fr-FR"/>
              <a:t>Lag time: duration between A/C repair and algorithm alerts discontinuation (in days).</a:t>
            </a:r>
            <a:endParaRPr/>
          </a:p>
          <a:p>
            <a:pPr indent="-180001" lvl="1" marL="360001" rtl="0" algn="l">
              <a:spcBef>
                <a:spcPts val="0"/>
              </a:spcBef>
              <a:spcAft>
                <a:spcPts val="0"/>
              </a:spcAft>
              <a:buSzPts val="1800"/>
              <a:buChar char="−"/>
            </a:pPr>
            <a:r>
              <a:rPr lang="fr-FR"/>
              <a:t>Jitter: interruption in algorithm alerting between the first alert and return to normal (probability and gap duration).</a:t>
            </a:r>
            <a:endParaRPr/>
          </a:p>
          <a:p>
            <a:pPr indent="-180001" lvl="1" marL="360001" rtl="0" algn="l">
              <a:spcBef>
                <a:spcPts val="0"/>
              </a:spcBef>
              <a:spcAft>
                <a:spcPts val="0"/>
              </a:spcAft>
              <a:buSzPts val="1800"/>
              <a:buChar char="−"/>
            </a:pPr>
            <a:r>
              <a:rPr lang="fr-FR"/>
              <a:t>Cut off: premature alert discontinuation before part is replaced or deactivated under MEL.</a:t>
            </a:r>
            <a:endParaRPr/>
          </a:p>
          <a:p>
            <a:pPr indent="0" lvl="0" marL="0" rtl="0" algn="l">
              <a:spcBef>
                <a:spcPts val="0"/>
              </a:spcBef>
              <a:spcAft>
                <a:spcPts val="0"/>
              </a:spcAft>
              <a:buNone/>
            </a:pPr>
            <a:r>
              <a:t/>
            </a:r>
            <a:endParaRPr/>
          </a:p>
          <a:p>
            <a:pPr indent="-180000" lvl="0" marL="180000" marR="0" rtl="0" algn="l">
              <a:lnSpc>
                <a:spcPct val="113000"/>
              </a:lnSpc>
              <a:spcBef>
                <a:spcPts val="0"/>
              </a:spcBef>
              <a:spcAft>
                <a:spcPts val="0"/>
              </a:spcAft>
              <a:buClr>
                <a:schemeClr val="dk2"/>
              </a:buClr>
              <a:buSzPts val="1500"/>
              <a:buChar char="•"/>
            </a:pPr>
            <a:r>
              <a:rPr b="1" lang="fr-FR">
                <a:solidFill>
                  <a:schemeClr val="dk2"/>
                </a:solidFill>
              </a:rPr>
              <a:t>Additional measures </a:t>
            </a:r>
            <a:r>
              <a:rPr lang="fr-FR"/>
              <a:t>(to serve as inputs for business value computation):</a:t>
            </a:r>
            <a:endParaRPr b="1">
              <a:solidFill>
                <a:schemeClr val="dk2"/>
              </a:solidFill>
            </a:endParaRPr>
          </a:p>
          <a:p>
            <a:pPr indent="-180001" lvl="1" marL="360001" marR="0" rtl="0" algn="l">
              <a:lnSpc>
                <a:spcPct val="113000"/>
              </a:lnSpc>
              <a:spcBef>
                <a:spcPts val="0"/>
              </a:spcBef>
              <a:spcAft>
                <a:spcPts val="0"/>
              </a:spcAft>
              <a:buSzPts val="1800"/>
              <a:buChar char="−"/>
            </a:pPr>
            <a:r>
              <a:rPr lang="fr-FR"/>
              <a:t>Savings event probability per aircraft per year.</a:t>
            </a:r>
            <a:endParaRPr/>
          </a:p>
          <a:p>
            <a:pPr indent="-180001" lvl="1" marL="360001" marR="0" rtl="0" algn="l">
              <a:lnSpc>
                <a:spcPct val="113000"/>
              </a:lnSpc>
              <a:spcBef>
                <a:spcPts val="0"/>
              </a:spcBef>
              <a:spcAft>
                <a:spcPts val="0"/>
              </a:spcAft>
              <a:buSzPts val="1800"/>
              <a:buChar char="−"/>
            </a:pPr>
            <a:r>
              <a:rPr lang="fr-FR"/>
              <a:t>Spurious event probability per aircraft per year.</a:t>
            </a:r>
            <a:endParaRPr/>
          </a:p>
        </p:txBody>
      </p:sp>
      <p:sp>
        <p:nvSpPr>
          <p:cNvPr id="907" name="Google Shape;907;p71"/>
          <p:cNvSpPr txBox="1"/>
          <p:nvPr>
            <p:ph idx="12" type="sldNum"/>
          </p:nvPr>
        </p:nvSpPr>
        <p:spPr>
          <a:xfrm>
            <a:off x="478800" y="6444000"/>
            <a:ext cx="288000" cy="2160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fld id="{00000000-1234-1234-1234-123412341234}" type="slidenum">
              <a:rPr lang="fr-FR"/>
              <a:t>‹#›</a:t>
            </a:fld>
            <a:endParaRPr/>
          </a:p>
        </p:txBody>
      </p:sp>
      <p:sp>
        <p:nvSpPr>
          <p:cNvPr id="908" name="Google Shape;908;p71"/>
          <p:cNvSpPr txBox="1"/>
          <p:nvPr>
            <p:ph idx="2" type="body"/>
          </p:nvPr>
        </p:nvSpPr>
        <p:spPr>
          <a:xfrm>
            <a:off x="8649337" y="332209"/>
            <a:ext cx="3266700" cy="1446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3" name="Shape 913"/>
        <p:cNvGrpSpPr/>
        <p:nvPr/>
      </p:nvGrpSpPr>
      <p:grpSpPr>
        <a:xfrm>
          <a:off x="0" y="0"/>
          <a:ext cx="0" cy="0"/>
          <a:chOff x="0" y="0"/>
          <a:chExt cx="0" cy="0"/>
        </a:xfrm>
      </p:grpSpPr>
      <p:sp>
        <p:nvSpPr>
          <p:cNvPr id="914" name="Google Shape;914;p72"/>
          <p:cNvSpPr txBox="1"/>
          <p:nvPr>
            <p:ph type="title"/>
          </p:nvPr>
        </p:nvSpPr>
        <p:spPr>
          <a:xfrm>
            <a:off x="478800" y="655200"/>
            <a:ext cx="11232000" cy="90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fr-FR"/>
              <a:t>Algorithm performance assessment by prototyping on historical data</a:t>
            </a:r>
            <a:endParaRPr/>
          </a:p>
          <a:p>
            <a:pPr indent="0" lvl="0" marL="0" rtl="0" algn="l">
              <a:spcBef>
                <a:spcPts val="0"/>
              </a:spcBef>
              <a:spcAft>
                <a:spcPts val="0"/>
              </a:spcAft>
              <a:buNone/>
            </a:pPr>
            <a:r>
              <a:rPr lang="fr-FR">
                <a:solidFill>
                  <a:srgbClr val="666666"/>
                </a:solidFill>
              </a:rPr>
              <a:t>Main measures</a:t>
            </a:r>
            <a:endParaRPr>
              <a:solidFill>
                <a:srgbClr val="666666"/>
              </a:solidFill>
            </a:endParaRPr>
          </a:p>
        </p:txBody>
      </p:sp>
      <p:sp>
        <p:nvSpPr>
          <p:cNvPr id="915" name="Google Shape;915;p72"/>
          <p:cNvSpPr txBox="1"/>
          <p:nvPr>
            <p:ph idx="1" type="body"/>
          </p:nvPr>
        </p:nvSpPr>
        <p:spPr>
          <a:xfrm>
            <a:off x="479425" y="1565999"/>
            <a:ext cx="5418300" cy="4311000"/>
          </a:xfrm>
          <a:prstGeom prst="rect">
            <a:avLst/>
          </a:prstGeom>
        </p:spPr>
        <p:txBody>
          <a:bodyPr anchorCtr="0" anchor="t" bIns="0" lIns="0" spcFirstLastPara="1" rIns="0" wrap="square" tIns="0">
            <a:noAutofit/>
          </a:bodyPr>
          <a:lstStyle/>
          <a:p>
            <a:pPr indent="-180000" lvl="0" marL="180000" marR="0" rtl="0" algn="l">
              <a:lnSpc>
                <a:spcPct val="113000"/>
              </a:lnSpc>
              <a:spcBef>
                <a:spcPts val="0"/>
              </a:spcBef>
              <a:spcAft>
                <a:spcPts val="0"/>
              </a:spcAft>
              <a:buClr>
                <a:schemeClr val="dk2"/>
              </a:buClr>
              <a:buSzPts val="1500"/>
              <a:buChar char="•"/>
            </a:pPr>
            <a:r>
              <a:rPr b="1" lang="fr-FR">
                <a:solidFill>
                  <a:schemeClr val="dk2"/>
                </a:solidFill>
              </a:rPr>
              <a:t>Detection rate (recall):</a:t>
            </a:r>
            <a:endParaRPr b="1">
              <a:solidFill>
                <a:schemeClr val="dk2"/>
              </a:solidFill>
            </a:endParaRPr>
          </a:p>
          <a:p>
            <a:pPr indent="0" lvl="0" marL="457200" rtl="0" algn="l">
              <a:spcBef>
                <a:spcPts val="0"/>
              </a:spcBef>
              <a:spcAft>
                <a:spcPts val="0"/>
              </a:spcAft>
              <a:buNone/>
            </a:pPr>
            <a:r>
              <a:rPr lang="fr-FR"/>
              <a:t>Probability of detecting an existing failure in percent.</a:t>
            </a:r>
            <a:endParaRPr/>
          </a:p>
        </p:txBody>
      </p:sp>
      <p:sp>
        <p:nvSpPr>
          <p:cNvPr id="916" name="Google Shape;916;p72"/>
          <p:cNvSpPr txBox="1"/>
          <p:nvPr>
            <p:ph idx="12" type="sldNum"/>
          </p:nvPr>
        </p:nvSpPr>
        <p:spPr>
          <a:xfrm>
            <a:off x="478800" y="6444000"/>
            <a:ext cx="288000" cy="2160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fld id="{00000000-1234-1234-1234-123412341234}" type="slidenum">
              <a:rPr lang="fr-FR"/>
              <a:t>‹#›</a:t>
            </a:fld>
            <a:endParaRPr/>
          </a:p>
        </p:txBody>
      </p:sp>
      <p:sp>
        <p:nvSpPr>
          <p:cNvPr id="917" name="Google Shape;917;p72"/>
          <p:cNvSpPr txBox="1"/>
          <p:nvPr>
            <p:ph idx="2" type="body"/>
          </p:nvPr>
        </p:nvSpPr>
        <p:spPr>
          <a:xfrm>
            <a:off x="6301252" y="1565999"/>
            <a:ext cx="5418300" cy="4311000"/>
          </a:xfrm>
          <a:prstGeom prst="rect">
            <a:avLst/>
          </a:prstGeom>
        </p:spPr>
        <p:txBody>
          <a:bodyPr anchorCtr="0" anchor="t" bIns="0" lIns="0" spcFirstLastPara="1" rIns="0" wrap="square" tIns="0">
            <a:noAutofit/>
          </a:bodyPr>
          <a:lstStyle/>
          <a:p>
            <a:pPr indent="-180000" lvl="0" marL="180000" marR="0" rtl="0" algn="l">
              <a:lnSpc>
                <a:spcPct val="113000"/>
              </a:lnSpc>
              <a:spcBef>
                <a:spcPts val="0"/>
              </a:spcBef>
              <a:spcAft>
                <a:spcPts val="0"/>
              </a:spcAft>
              <a:buClr>
                <a:schemeClr val="dk2"/>
              </a:buClr>
              <a:buSzPts val="1500"/>
              <a:buChar char="•"/>
            </a:pPr>
            <a:r>
              <a:rPr b="1" lang="fr-FR">
                <a:solidFill>
                  <a:schemeClr val="dk2"/>
                </a:solidFill>
              </a:rPr>
              <a:t>Confidence rate (precision):</a:t>
            </a:r>
            <a:endParaRPr b="1">
              <a:solidFill>
                <a:schemeClr val="dk2"/>
              </a:solidFill>
            </a:endParaRPr>
          </a:p>
          <a:p>
            <a:pPr indent="0" lvl="0" marL="457200" rtl="0" algn="l">
              <a:spcBef>
                <a:spcPts val="0"/>
              </a:spcBef>
              <a:spcAft>
                <a:spcPts val="0"/>
              </a:spcAft>
              <a:buNone/>
            </a:pPr>
            <a:r>
              <a:rPr lang="fr-FR"/>
              <a:t>When an alert triggers, probability that it is useful (i.e. not a spurious) in percent.</a:t>
            </a:r>
            <a:endParaRPr/>
          </a:p>
        </p:txBody>
      </p:sp>
      <p:cxnSp>
        <p:nvCxnSpPr>
          <p:cNvPr id="918" name="Google Shape;918;p72"/>
          <p:cNvCxnSpPr/>
          <p:nvPr/>
        </p:nvCxnSpPr>
        <p:spPr>
          <a:xfrm>
            <a:off x="975900" y="5551125"/>
            <a:ext cx="4705800" cy="0"/>
          </a:xfrm>
          <a:prstGeom prst="straightConnector1">
            <a:avLst/>
          </a:prstGeom>
          <a:noFill/>
          <a:ln cap="flat" cmpd="sng" w="28575">
            <a:solidFill>
              <a:srgbClr val="000000"/>
            </a:solidFill>
            <a:prstDash val="solid"/>
            <a:round/>
            <a:headEnd len="med" w="med" type="none"/>
            <a:tailEnd len="med" w="med" type="triangle"/>
          </a:ln>
        </p:spPr>
      </p:cxnSp>
      <p:sp>
        <p:nvSpPr>
          <p:cNvPr id="919" name="Google Shape;919;p72"/>
          <p:cNvSpPr txBox="1"/>
          <p:nvPr/>
        </p:nvSpPr>
        <p:spPr>
          <a:xfrm>
            <a:off x="4886125" y="5551125"/>
            <a:ext cx="708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a:t>Time</a:t>
            </a:r>
            <a:endParaRPr b="1"/>
          </a:p>
        </p:txBody>
      </p:sp>
      <p:sp>
        <p:nvSpPr>
          <p:cNvPr id="920" name="Google Shape;920;p72"/>
          <p:cNvSpPr txBox="1"/>
          <p:nvPr/>
        </p:nvSpPr>
        <p:spPr>
          <a:xfrm>
            <a:off x="475850" y="3962500"/>
            <a:ext cx="708600" cy="355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fr-FR"/>
              <a:t>Alert status</a:t>
            </a:r>
            <a:endParaRPr b="1"/>
          </a:p>
        </p:txBody>
      </p:sp>
      <p:sp>
        <p:nvSpPr>
          <p:cNvPr id="921" name="Google Shape;921;p72"/>
          <p:cNvSpPr txBox="1"/>
          <p:nvPr/>
        </p:nvSpPr>
        <p:spPr>
          <a:xfrm>
            <a:off x="193800" y="4703075"/>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Triggers</a:t>
            </a:r>
            <a:endParaRPr/>
          </a:p>
        </p:txBody>
      </p:sp>
      <p:sp>
        <p:nvSpPr>
          <p:cNvPr id="922" name="Google Shape;922;p72"/>
          <p:cNvSpPr txBox="1"/>
          <p:nvPr/>
        </p:nvSpPr>
        <p:spPr>
          <a:xfrm>
            <a:off x="193800" y="5050900"/>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No alert</a:t>
            </a:r>
            <a:endParaRPr/>
          </a:p>
        </p:txBody>
      </p:sp>
      <p:cxnSp>
        <p:nvCxnSpPr>
          <p:cNvPr id="923" name="Google Shape;923;p72"/>
          <p:cNvCxnSpPr/>
          <p:nvPr/>
        </p:nvCxnSpPr>
        <p:spPr>
          <a:xfrm>
            <a:off x="1042725" y="5291250"/>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924" name="Google Shape;924;p72"/>
          <p:cNvCxnSpPr/>
          <p:nvPr/>
        </p:nvCxnSpPr>
        <p:spPr>
          <a:xfrm>
            <a:off x="1042725" y="4916950"/>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925" name="Google Shape;925;p72"/>
          <p:cNvCxnSpPr/>
          <p:nvPr/>
        </p:nvCxnSpPr>
        <p:spPr>
          <a:xfrm rot="10800000">
            <a:off x="1122950" y="4535100"/>
            <a:ext cx="0" cy="1189800"/>
          </a:xfrm>
          <a:prstGeom prst="straightConnector1">
            <a:avLst/>
          </a:prstGeom>
          <a:noFill/>
          <a:ln cap="flat" cmpd="sng" w="28575">
            <a:solidFill>
              <a:srgbClr val="000000"/>
            </a:solidFill>
            <a:prstDash val="solid"/>
            <a:round/>
            <a:headEnd len="med" w="med" type="none"/>
            <a:tailEnd len="med" w="med" type="triangle"/>
          </a:ln>
        </p:spPr>
      </p:cxnSp>
      <p:sp>
        <p:nvSpPr>
          <p:cNvPr id="926" name="Google Shape;926;p72"/>
          <p:cNvSpPr txBox="1"/>
          <p:nvPr/>
        </p:nvSpPr>
        <p:spPr>
          <a:xfrm>
            <a:off x="2887575" y="4061050"/>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Useful alert</a:t>
            </a:r>
            <a:endParaRPr/>
          </a:p>
        </p:txBody>
      </p:sp>
      <p:sp>
        <p:nvSpPr>
          <p:cNvPr id="927" name="Google Shape;927;p72"/>
          <p:cNvSpPr txBox="1"/>
          <p:nvPr/>
        </p:nvSpPr>
        <p:spPr>
          <a:xfrm>
            <a:off x="3930375" y="4061050"/>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Detected event</a:t>
            </a:r>
            <a:endParaRPr/>
          </a:p>
        </p:txBody>
      </p:sp>
      <p:cxnSp>
        <p:nvCxnSpPr>
          <p:cNvPr id="928" name="Google Shape;928;p72"/>
          <p:cNvCxnSpPr/>
          <p:nvPr/>
        </p:nvCxnSpPr>
        <p:spPr>
          <a:xfrm rot="10800000">
            <a:off x="4451775" y="4649475"/>
            <a:ext cx="0" cy="895800"/>
          </a:xfrm>
          <a:prstGeom prst="straightConnector1">
            <a:avLst/>
          </a:prstGeom>
          <a:noFill/>
          <a:ln cap="flat" cmpd="sng" w="38100">
            <a:solidFill>
              <a:srgbClr val="1155CC"/>
            </a:solidFill>
            <a:prstDash val="solid"/>
            <a:round/>
            <a:headEnd len="med" w="med" type="none"/>
            <a:tailEnd len="med" w="med" type="none"/>
          </a:ln>
        </p:spPr>
      </p:cxnSp>
      <p:sp>
        <p:nvSpPr>
          <p:cNvPr id="929" name="Google Shape;929;p72"/>
          <p:cNvSpPr txBox="1"/>
          <p:nvPr/>
        </p:nvSpPr>
        <p:spPr>
          <a:xfrm>
            <a:off x="3048050" y="3742375"/>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sp>
        <p:nvSpPr>
          <p:cNvPr id="930" name="Google Shape;930;p72"/>
          <p:cNvSpPr txBox="1"/>
          <p:nvPr/>
        </p:nvSpPr>
        <p:spPr>
          <a:xfrm>
            <a:off x="4104100" y="3742375"/>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cxnSp>
        <p:nvCxnSpPr>
          <p:cNvPr id="931" name="Google Shape;931;p72"/>
          <p:cNvCxnSpPr/>
          <p:nvPr/>
        </p:nvCxnSpPr>
        <p:spPr>
          <a:xfrm>
            <a:off x="6964950" y="5551125"/>
            <a:ext cx="4705800" cy="0"/>
          </a:xfrm>
          <a:prstGeom prst="straightConnector1">
            <a:avLst/>
          </a:prstGeom>
          <a:noFill/>
          <a:ln cap="flat" cmpd="sng" w="28575">
            <a:solidFill>
              <a:srgbClr val="000000"/>
            </a:solidFill>
            <a:prstDash val="solid"/>
            <a:round/>
            <a:headEnd len="med" w="med" type="none"/>
            <a:tailEnd len="med" w="med" type="triangle"/>
          </a:ln>
        </p:spPr>
      </p:cxnSp>
      <p:sp>
        <p:nvSpPr>
          <p:cNvPr id="932" name="Google Shape;932;p72"/>
          <p:cNvSpPr txBox="1"/>
          <p:nvPr/>
        </p:nvSpPr>
        <p:spPr>
          <a:xfrm>
            <a:off x="10875175" y="5551125"/>
            <a:ext cx="708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a:t>Time</a:t>
            </a:r>
            <a:endParaRPr b="1"/>
          </a:p>
        </p:txBody>
      </p:sp>
      <p:sp>
        <p:nvSpPr>
          <p:cNvPr id="933" name="Google Shape;933;p72"/>
          <p:cNvSpPr txBox="1"/>
          <p:nvPr/>
        </p:nvSpPr>
        <p:spPr>
          <a:xfrm>
            <a:off x="6464900" y="3962500"/>
            <a:ext cx="708600" cy="355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fr-FR"/>
              <a:t>Alert status</a:t>
            </a:r>
            <a:endParaRPr b="1"/>
          </a:p>
        </p:txBody>
      </p:sp>
      <p:sp>
        <p:nvSpPr>
          <p:cNvPr id="934" name="Google Shape;934;p72"/>
          <p:cNvSpPr txBox="1"/>
          <p:nvPr/>
        </p:nvSpPr>
        <p:spPr>
          <a:xfrm>
            <a:off x="6182850" y="4703075"/>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Triggers</a:t>
            </a:r>
            <a:endParaRPr/>
          </a:p>
        </p:txBody>
      </p:sp>
      <p:sp>
        <p:nvSpPr>
          <p:cNvPr id="935" name="Google Shape;935;p72"/>
          <p:cNvSpPr txBox="1"/>
          <p:nvPr/>
        </p:nvSpPr>
        <p:spPr>
          <a:xfrm>
            <a:off x="6182850" y="5050900"/>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No alert</a:t>
            </a:r>
            <a:endParaRPr/>
          </a:p>
        </p:txBody>
      </p:sp>
      <p:cxnSp>
        <p:nvCxnSpPr>
          <p:cNvPr id="936" name="Google Shape;936;p72"/>
          <p:cNvCxnSpPr/>
          <p:nvPr/>
        </p:nvCxnSpPr>
        <p:spPr>
          <a:xfrm>
            <a:off x="7031775" y="5291250"/>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937" name="Google Shape;937;p72"/>
          <p:cNvCxnSpPr/>
          <p:nvPr/>
        </p:nvCxnSpPr>
        <p:spPr>
          <a:xfrm>
            <a:off x="7031775" y="4916950"/>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938" name="Google Shape;938;p72"/>
          <p:cNvCxnSpPr/>
          <p:nvPr/>
        </p:nvCxnSpPr>
        <p:spPr>
          <a:xfrm rot="10800000">
            <a:off x="7112000" y="4535100"/>
            <a:ext cx="0" cy="1189800"/>
          </a:xfrm>
          <a:prstGeom prst="straightConnector1">
            <a:avLst/>
          </a:prstGeom>
          <a:noFill/>
          <a:ln cap="flat" cmpd="sng" w="28575">
            <a:solidFill>
              <a:srgbClr val="000000"/>
            </a:solidFill>
            <a:prstDash val="solid"/>
            <a:round/>
            <a:headEnd len="med" w="med" type="none"/>
            <a:tailEnd len="med" w="med" type="triangle"/>
          </a:ln>
        </p:spPr>
      </p:cxnSp>
      <p:sp>
        <p:nvSpPr>
          <p:cNvPr id="939" name="Google Shape;939;p72"/>
          <p:cNvSpPr txBox="1"/>
          <p:nvPr/>
        </p:nvSpPr>
        <p:spPr>
          <a:xfrm>
            <a:off x="7660100" y="4061050"/>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Spurious alert</a:t>
            </a:r>
            <a:endParaRPr/>
          </a:p>
        </p:txBody>
      </p:sp>
      <p:sp>
        <p:nvSpPr>
          <p:cNvPr id="940" name="Google Shape;940;p72"/>
          <p:cNvSpPr txBox="1"/>
          <p:nvPr/>
        </p:nvSpPr>
        <p:spPr>
          <a:xfrm>
            <a:off x="9805550" y="4061050"/>
            <a:ext cx="1240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Undetected event</a:t>
            </a:r>
            <a:endParaRPr/>
          </a:p>
        </p:txBody>
      </p:sp>
      <p:cxnSp>
        <p:nvCxnSpPr>
          <p:cNvPr id="941" name="Google Shape;941;p72"/>
          <p:cNvCxnSpPr/>
          <p:nvPr/>
        </p:nvCxnSpPr>
        <p:spPr>
          <a:xfrm rot="10800000">
            <a:off x="10440825" y="4649475"/>
            <a:ext cx="0" cy="895800"/>
          </a:xfrm>
          <a:prstGeom prst="straightConnector1">
            <a:avLst/>
          </a:prstGeom>
          <a:noFill/>
          <a:ln cap="flat" cmpd="sng" w="38100">
            <a:solidFill>
              <a:srgbClr val="1155CC"/>
            </a:solidFill>
            <a:prstDash val="solid"/>
            <a:round/>
            <a:headEnd len="med" w="med" type="none"/>
            <a:tailEnd len="med" w="med" type="none"/>
          </a:ln>
        </p:spPr>
      </p:cxnSp>
      <p:sp>
        <p:nvSpPr>
          <p:cNvPr id="942" name="Google Shape;942;p72"/>
          <p:cNvSpPr txBox="1"/>
          <p:nvPr/>
        </p:nvSpPr>
        <p:spPr>
          <a:xfrm>
            <a:off x="7827200" y="3742375"/>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85200C"/>
                </a:solidFill>
              </a:rPr>
              <a:t>⛌</a:t>
            </a:r>
            <a:endParaRPr b="1" sz="1800">
              <a:solidFill>
                <a:srgbClr val="85200C"/>
              </a:solidFill>
            </a:endParaRPr>
          </a:p>
        </p:txBody>
      </p:sp>
      <p:sp>
        <p:nvSpPr>
          <p:cNvPr id="943" name="Google Shape;943;p72"/>
          <p:cNvSpPr txBox="1"/>
          <p:nvPr/>
        </p:nvSpPr>
        <p:spPr>
          <a:xfrm>
            <a:off x="10093150" y="3742375"/>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85200C"/>
                </a:solidFill>
              </a:rPr>
              <a:t>⛌</a:t>
            </a:r>
            <a:endParaRPr b="1" sz="1800">
              <a:solidFill>
                <a:srgbClr val="85200C"/>
              </a:solidFill>
            </a:endParaRPr>
          </a:p>
        </p:txBody>
      </p:sp>
      <p:sp>
        <p:nvSpPr>
          <p:cNvPr id="944" name="Google Shape;944;p72"/>
          <p:cNvSpPr txBox="1"/>
          <p:nvPr/>
        </p:nvSpPr>
        <p:spPr>
          <a:xfrm>
            <a:off x="2005300" y="3287725"/>
            <a:ext cx="20988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u="sng"/>
              <a:t>Useful alert</a:t>
            </a:r>
            <a:endParaRPr b="1" sz="1800" u="sng"/>
          </a:p>
        </p:txBody>
      </p:sp>
      <p:sp>
        <p:nvSpPr>
          <p:cNvPr id="945" name="Google Shape;945;p72"/>
          <p:cNvSpPr txBox="1"/>
          <p:nvPr/>
        </p:nvSpPr>
        <p:spPr>
          <a:xfrm>
            <a:off x="7994350" y="3287725"/>
            <a:ext cx="20988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u="sng"/>
              <a:t>Spurious alert</a:t>
            </a:r>
            <a:endParaRPr b="1" sz="1800" u="sng"/>
          </a:p>
        </p:txBody>
      </p:sp>
      <p:sp>
        <p:nvSpPr>
          <p:cNvPr id="946" name="Google Shape;946;p72"/>
          <p:cNvSpPr/>
          <p:nvPr/>
        </p:nvSpPr>
        <p:spPr>
          <a:xfrm>
            <a:off x="1136325" y="4945425"/>
            <a:ext cx="4344725" cy="374300"/>
          </a:xfrm>
          <a:custGeom>
            <a:rect b="b" l="l" r="r" t="t"/>
            <a:pathLst>
              <a:path extrusionOk="0" h="14972" w="173789">
                <a:moveTo>
                  <a:pt x="0" y="14438"/>
                </a:moveTo>
                <a:lnTo>
                  <a:pt x="79141" y="14438"/>
                </a:lnTo>
                <a:lnTo>
                  <a:pt x="79141" y="0"/>
                </a:lnTo>
                <a:lnTo>
                  <a:pt x="136892" y="0"/>
                </a:lnTo>
                <a:lnTo>
                  <a:pt x="136892" y="14972"/>
                </a:lnTo>
                <a:lnTo>
                  <a:pt x="173789" y="14972"/>
                </a:lnTo>
              </a:path>
            </a:pathLst>
          </a:custGeom>
          <a:noFill/>
          <a:ln cap="flat" cmpd="sng" w="38100">
            <a:solidFill>
              <a:srgbClr val="A64D79"/>
            </a:solidFill>
            <a:prstDash val="solid"/>
            <a:round/>
            <a:headEnd len="med" w="med" type="none"/>
            <a:tailEnd len="med" w="med" type="none"/>
          </a:ln>
        </p:spPr>
      </p:sp>
      <p:sp>
        <p:nvSpPr>
          <p:cNvPr id="947" name="Google Shape;947;p72"/>
          <p:cNvSpPr/>
          <p:nvPr/>
        </p:nvSpPr>
        <p:spPr>
          <a:xfrm>
            <a:off x="7138725" y="4945425"/>
            <a:ext cx="4304650" cy="360950"/>
          </a:xfrm>
          <a:custGeom>
            <a:rect b="b" l="l" r="r" t="t"/>
            <a:pathLst>
              <a:path extrusionOk="0" h="14438" w="172186">
                <a:moveTo>
                  <a:pt x="0" y="14438"/>
                </a:moveTo>
                <a:lnTo>
                  <a:pt x="23529" y="14438"/>
                </a:lnTo>
                <a:lnTo>
                  <a:pt x="23529" y="0"/>
                </a:lnTo>
                <a:lnTo>
                  <a:pt x="61495" y="0"/>
                </a:lnTo>
                <a:lnTo>
                  <a:pt x="61495" y="14438"/>
                </a:lnTo>
                <a:lnTo>
                  <a:pt x="172186" y="14438"/>
                </a:lnTo>
              </a:path>
            </a:pathLst>
          </a:custGeom>
          <a:noFill/>
          <a:ln cap="flat" cmpd="sng" w="38100">
            <a:solidFill>
              <a:srgbClr val="A64D79"/>
            </a:solidFill>
            <a:prstDash val="solid"/>
            <a:round/>
            <a:headEnd len="med" w="med" type="none"/>
            <a:tailEnd len="med" w="med" type="none"/>
          </a:ln>
        </p:spPr>
      </p:sp>
      <p:sp>
        <p:nvSpPr>
          <p:cNvPr id="948" name="Google Shape;948;p72"/>
          <p:cNvSpPr txBox="1"/>
          <p:nvPr/>
        </p:nvSpPr>
        <p:spPr>
          <a:xfrm>
            <a:off x="3288700" y="5839200"/>
            <a:ext cx="1724400" cy="6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Event falls within the alerting period.</a:t>
            </a:r>
            <a:endParaRPr/>
          </a:p>
        </p:txBody>
      </p:sp>
      <p:cxnSp>
        <p:nvCxnSpPr>
          <p:cNvPr id="949" name="Google Shape;949;p72"/>
          <p:cNvCxnSpPr/>
          <p:nvPr/>
        </p:nvCxnSpPr>
        <p:spPr>
          <a:xfrm>
            <a:off x="7726950" y="5854475"/>
            <a:ext cx="975900" cy="0"/>
          </a:xfrm>
          <a:prstGeom prst="straightConnector1">
            <a:avLst/>
          </a:prstGeom>
          <a:noFill/>
          <a:ln cap="flat" cmpd="sng" w="19050">
            <a:solidFill>
              <a:srgbClr val="000000"/>
            </a:solidFill>
            <a:prstDash val="dash"/>
            <a:round/>
            <a:headEnd len="med" w="med" type="stealth"/>
            <a:tailEnd len="med" w="med" type="stealth"/>
          </a:ln>
        </p:spPr>
      </p:cxnSp>
      <p:sp>
        <p:nvSpPr>
          <p:cNvPr id="950" name="Google Shape;950;p72"/>
          <p:cNvSpPr txBox="1"/>
          <p:nvPr/>
        </p:nvSpPr>
        <p:spPr>
          <a:xfrm>
            <a:off x="7355300" y="5951875"/>
            <a:ext cx="1724400" cy="6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Alerting period</a:t>
            </a:r>
            <a:endParaRPr/>
          </a:p>
        </p:txBody>
      </p:sp>
      <p:cxnSp>
        <p:nvCxnSpPr>
          <p:cNvPr id="951" name="Google Shape;951;p72"/>
          <p:cNvCxnSpPr/>
          <p:nvPr/>
        </p:nvCxnSpPr>
        <p:spPr>
          <a:xfrm>
            <a:off x="7740325" y="5346475"/>
            <a:ext cx="0" cy="681900"/>
          </a:xfrm>
          <a:prstGeom prst="straightConnector1">
            <a:avLst/>
          </a:prstGeom>
          <a:noFill/>
          <a:ln cap="flat" cmpd="sng" w="19050">
            <a:solidFill>
              <a:srgbClr val="000000"/>
            </a:solidFill>
            <a:prstDash val="dot"/>
            <a:round/>
            <a:headEnd len="med" w="med" type="none"/>
            <a:tailEnd len="med" w="med" type="none"/>
          </a:ln>
        </p:spPr>
      </p:cxnSp>
      <p:cxnSp>
        <p:nvCxnSpPr>
          <p:cNvPr id="952" name="Google Shape;952;p72"/>
          <p:cNvCxnSpPr/>
          <p:nvPr/>
        </p:nvCxnSpPr>
        <p:spPr>
          <a:xfrm>
            <a:off x="8702850" y="5346475"/>
            <a:ext cx="0" cy="681900"/>
          </a:xfrm>
          <a:prstGeom prst="straightConnector1">
            <a:avLst/>
          </a:prstGeom>
          <a:noFill/>
          <a:ln cap="flat" cmpd="sng" w="19050">
            <a:solidFill>
              <a:srgbClr val="000000"/>
            </a:solidFill>
            <a:prstDash val="dot"/>
            <a:round/>
            <a:headEnd len="med" w="med" type="none"/>
            <a:tailEnd len="med" w="med" type="none"/>
          </a:ln>
        </p:spPr>
      </p:cxnSp>
      <p:sp>
        <p:nvSpPr>
          <p:cNvPr id="953" name="Google Shape;953;p72"/>
          <p:cNvSpPr/>
          <p:nvPr/>
        </p:nvSpPr>
        <p:spPr>
          <a:xfrm>
            <a:off x="4524375" y="5140600"/>
            <a:ext cx="375850" cy="1028700"/>
          </a:xfrm>
          <a:custGeom>
            <a:rect b="b" l="l" r="r" t="t"/>
            <a:pathLst>
              <a:path extrusionOk="0" h="41148" w="15034">
                <a:moveTo>
                  <a:pt x="14859" y="41148"/>
                </a:moveTo>
                <a:cubicBezTo>
                  <a:pt x="14796" y="38418"/>
                  <a:pt x="15431" y="30417"/>
                  <a:pt x="14478" y="24765"/>
                </a:cubicBezTo>
                <a:cubicBezTo>
                  <a:pt x="13526" y="19114"/>
                  <a:pt x="11557" y="11367"/>
                  <a:pt x="9144" y="7239"/>
                </a:cubicBezTo>
                <a:cubicBezTo>
                  <a:pt x="6731" y="3112"/>
                  <a:pt x="1524" y="1207"/>
                  <a:pt x="0" y="0"/>
                </a:cubicBezTo>
              </a:path>
            </a:pathLst>
          </a:custGeom>
          <a:noFill/>
          <a:ln cap="flat" cmpd="sng" w="19050">
            <a:solidFill>
              <a:srgbClr val="000000"/>
            </a:solidFill>
            <a:prstDash val="dash"/>
            <a:round/>
            <a:headEnd len="med" w="med" type="none"/>
            <a:tailEnd len="med" w="med" type="stealth"/>
          </a:ln>
        </p:spPr>
      </p:sp>
      <p:sp>
        <p:nvSpPr>
          <p:cNvPr id="954" name="Google Shape;954;p72"/>
          <p:cNvSpPr txBox="1"/>
          <p:nvPr>
            <p:ph idx="3" type="body"/>
          </p:nvPr>
        </p:nvSpPr>
        <p:spPr>
          <a:xfrm>
            <a:off x="8649337" y="332209"/>
            <a:ext cx="3266700" cy="1446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grpSp>
        <p:nvGrpSpPr>
          <p:cNvPr id="955" name="Google Shape;955;p72"/>
          <p:cNvGrpSpPr/>
          <p:nvPr/>
        </p:nvGrpSpPr>
        <p:grpSpPr>
          <a:xfrm>
            <a:off x="1037623" y="2436175"/>
            <a:ext cx="4001390" cy="775350"/>
            <a:chOff x="1494823" y="2359975"/>
            <a:chExt cx="4001390" cy="775350"/>
          </a:xfrm>
        </p:grpSpPr>
        <p:sp>
          <p:nvSpPr>
            <p:cNvPr id="956" name="Google Shape;956;p72"/>
            <p:cNvSpPr txBox="1"/>
            <p:nvPr/>
          </p:nvSpPr>
          <p:spPr>
            <a:xfrm>
              <a:off x="3323613" y="2359975"/>
              <a:ext cx="2172600" cy="42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Nb of detected failures</a:t>
              </a:r>
              <a:endParaRPr/>
            </a:p>
          </p:txBody>
        </p:sp>
        <p:sp>
          <p:nvSpPr>
            <p:cNvPr id="957" name="Google Shape;957;p72"/>
            <p:cNvSpPr txBox="1"/>
            <p:nvPr/>
          </p:nvSpPr>
          <p:spPr>
            <a:xfrm>
              <a:off x="3323613" y="2713825"/>
              <a:ext cx="2172600" cy="42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Total number of failures</a:t>
              </a:r>
              <a:endParaRPr/>
            </a:p>
          </p:txBody>
        </p:sp>
        <p:cxnSp>
          <p:nvCxnSpPr>
            <p:cNvPr id="958" name="Google Shape;958;p72"/>
            <p:cNvCxnSpPr/>
            <p:nvPr/>
          </p:nvCxnSpPr>
          <p:spPr>
            <a:xfrm>
              <a:off x="3323613" y="2713825"/>
              <a:ext cx="2172600" cy="0"/>
            </a:xfrm>
            <a:prstGeom prst="straightConnector1">
              <a:avLst/>
            </a:prstGeom>
            <a:noFill/>
            <a:ln cap="flat" cmpd="sng" w="9525">
              <a:solidFill>
                <a:srgbClr val="000000"/>
              </a:solidFill>
              <a:prstDash val="solid"/>
              <a:round/>
              <a:headEnd len="med" w="med" type="none"/>
              <a:tailEnd len="med" w="med" type="none"/>
            </a:ln>
          </p:spPr>
        </p:cxnSp>
        <p:sp>
          <p:nvSpPr>
            <p:cNvPr id="959" name="Google Shape;959;p72"/>
            <p:cNvSpPr txBox="1"/>
            <p:nvPr/>
          </p:nvSpPr>
          <p:spPr>
            <a:xfrm>
              <a:off x="1494823" y="2494550"/>
              <a:ext cx="1799700" cy="421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fr-FR"/>
                <a:t>Detection rate =</a:t>
              </a:r>
              <a:endParaRPr/>
            </a:p>
          </p:txBody>
        </p:sp>
      </p:grpSp>
      <p:grpSp>
        <p:nvGrpSpPr>
          <p:cNvPr id="960" name="Google Shape;960;p72"/>
          <p:cNvGrpSpPr/>
          <p:nvPr/>
        </p:nvGrpSpPr>
        <p:grpSpPr>
          <a:xfrm>
            <a:off x="7009698" y="2436175"/>
            <a:ext cx="4001390" cy="775350"/>
            <a:chOff x="1494823" y="2359975"/>
            <a:chExt cx="4001390" cy="775350"/>
          </a:xfrm>
        </p:grpSpPr>
        <p:sp>
          <p:nvSpPr>
            <p:cNvPr id="961" name="Google Shape;961;p72"/>
            <p:cNvSpPr txBox="1"/>
            <p:nvPr/>
          </p:nvSpPr>
          <p:spPr>
            <a:xfrm>
              <a:off x="3323613" y="2359975"/>
              <a:ext cx="2172600" cy="42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Nb of useful alerts</a:t>
              </a:r>
              <a:endParaRPr/>
            </a:p>
          </p:txBody>
        </p:sp>
        <p:sp>
          <p:nvSpPr>
            <p:cNvPr id="962" name="Google Shape;962;p72"/>
            <p:cNvSpPr txBox="1"/>
            <p:nvPr/>
          </p:nvSpPr>
          <p:spPr>
            <a:xfrm>
              <a:off x="3323613" y="2713825"/>
              <a:ext cx="2172600" cy="42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Total number of alerts</a:t>
              </a:r>
              <a:endParaRPr/>
            </a:p>
          </p:txBody>
        </p:sp>
        <p:cxnSp>
          <p:nvCxnSpPr>
            <p:cNvPr id="963" name="Google Shape;963;p72"/>
            <p:cNvCxnSpPr/>
            <p:nvPr/>
          </p:nvCxnSpPr>
          <p:spPr>
            <a:xfrm>
              <a:off x="3323613" y="2713825"/>
              <a:ext cx="2172600" cy="0"/>
            </a:xfrm>
            <a:prstGeom prst="straightConnector1">
              <a:avLst/>
            </a:prstGeom>
            <a:noFill/>
            <a:ln cap="flat" cmpd="sng" w="9525">
              <a:solidFill>
                <a:srgbClr val="000000"/>
              </a:solidFill>
              <a:prstDash val="solid"/>
              <a:round/>
              <a:headEnd len="med" w="med" type="none"/>
              <a:tailEnd len="med" w="med" type="none"/>
            </a:ln>
          </p:spPr>
        </p:cxnSp>
        <p:sp>
          <p:nvSpPr>
            <p:cNvPr id="964" name="Google Shape;964;p72"/>
            <p:cNvSpPr txBox="1"/>
            <p:nvPr/>
          </p:nvSpPr>
          <p:spPr>
            <a:xfrm>
              <a:off x="1494823" y="2494550"/>
              <a:ext cx="1799700" cy="421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fr-FR"/>
                <a:t>Confidence rate =</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9" name="Shape 969"/>
        <p:cNvGrpSpPr/>
        <p:nvPr/>
      </p:nvGrpSpPr>
      <p:grpSpPr>
        <a:xfrm>
          <a:off x="0" y="0"/>
          <a:ext cx="0" cy="0"/>
          <a:chOff x="0" y="0"/>
          <a:chExt cx="0" cy="0"/>
        </a:xfrm>
      </p:grpSpPr>
      <p:sp>
        <p:nvSpPr>
          <p:cNvPr id="970" name="Google Shape;970;p73"/>
          <p:cNvSpPr txBox="1"/>
          <p:nvPr>
            <p:ph type="title"/>
          </p:nvPr>
        </p:nvSpPr>
        <p:spPr>
          <a:xfrm>
            <a:off x="478800" y="655200"/>
            <a:ext cx="11232000" cy="900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fr-FR"/>
              <a:t>Algorithm performance assessment by prototyping on historical data</a:t>
            </a:r>
            <a:endParaRPr/>
          </a:p>
          <a:p>
            <a:pPr indent="0" lvl="0" marL="0" rtl="0" algn="l">
              <a:spcBef>
                <a:spcPts val="0"/>
              </a:spcBef>
              <a:spcAft>
                <a:spcPts val="0"/>
              </a:spcAft>
              <a:buNone/>
            </a:pPr>
            <a:r>
              <a:rPr lang="fr-FR">
                <a:solidFill>
                  <a:srgbClr val="666666"/>
                </a:solidFill>
              </a:rPr>
              <a:t>Main measures</a:t>
            </a:r>
            <a:endParaRPr>
              <a:solidFill>
                <a:srgbClr val="666666"/>
              </a:solidFill>
            </a:endParaRPr>
          </a:p>
        </p:txBody>
      </p:sp>
      <p:sp>
        <p:nvSpPr>
          <p:cNvPr id="971" name="Google Shape;971;p73"/>
          <p:cNvSpPr txBox="1"/>
          <p:nvPr>
            <p:ph idx="1" type="body"/>
          </p:nvPr>
        </p:nvSpPr>
        <p:spPr>
          <a:xfrm>
            <a:off x="479425" y="1565999"/>
            <a:ext cx="5418300" cy="4311000"/>
          </a:xfrm>
          <a:prstGeom prst="rect">
            <a:avLst/>
          </a:prstGeom>
        </p:spPr>
        <p:txBody>
          <a:bodyPr anchorCtr="0" anchor="t" bIns="0" lIns="0" spcFirstLastPara="1" rIns="0" wrap="square" tIns="0">
            <a:noAutofit/>
          </a:bodyPr>
          <a:lstStyle/>
          <a:p>
            <a:pPr indent="-180000" lvl="0" marL="180000" marR="0" rtl="0" algn="l">
              <a:lnSpc>
                <a:spcPct val="113000"/>
              </a:lnSpc>
              <a:spcBef>
                <a:spcPts val="0"/>
              </a:spcBef>
              <a:spcAft>
                <a:spcPts val="0"/>
              </a:spcAft>
              <a:buClr>
                <a:schemeClr val="dk2"/>
              </a:buClr>
              <a:buSzPts val="1500"/>
              <a:buChar char="•"/>
            </a:pPr>
            <a:r>
              <a:rPr b="1" lang="fr-FR">
                <a:solidFill>
                  <a:schemeClr val="dk2"/>
                </a:solidFill>
              </a:rPr>
              <a:t>Anticipation time:</a:t>
            </a:r>
            <a:endParaRPr b="1">
              <a:solidFill>
                <a:schemeClr val="dk2"/>
              </a:solidFill>
            </a:endParaRPr>
          </a:p>
          <a:p>
            <a:pPr indent="0" lvl="0" marL="457200" rtl="0" algn="l">
              <a:spcBef>
                <a:spcPts val="0"/>
              </a:spcBef>
              <a:spcAft>
                <a:spcPts val="0"/>
              </a:spcAft>
              <a:buNone/>
            </a:pPr>
            <a:r>
              <a:rPr lang="fr-FR"/>
              <a:t>Time between the beginning of the alerting period and detected failure event, in days.</a:t>
            </a:r>
            <a:endParaRPr/>
          </a:p>
        </p:txBody>
      </p:sp>
      <p:sp>
        <p:nvSpPr>
          <p:cNvPr id="972" name="Google Shape;972;p73"/>
          <p:cNvSpPr txBox="1"/>
          <p:nvPr>
            <p:ph idx="12" type="sldNum"/>
          </p:nvPr>
        </p:nvSpPr>
        <p:spPr>
          <a:xfrm>
            <a:off x="478800" y="6444000"/>
            <a:ext cx="288000" cy="2160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fld id="{00000000-1234-1234-1234-123412341234}" type="slidenum">
              <a:rPr lang="fr-FR"/>
              <a:t>‹#›</a:t>
            </a:fld>
            <a:endParaRPr/>
          </a:p>
        </p:txBody>
      </p:sp>
      <p:sp>
        <p:nvSpPr>
          <p:cNvPr id="973" name="Google Shape;973;p73"/>
          <p:cNvSpPr txBox="1"/>
          <p:nvPr>
            <p:ph idx="2" type="body"/>
          </p:nvPr>
        </p:nvSpPr>
        <p:spPr>
          <a:xfrm>
            <a:off x="6301252" y="1565999"/>
            <a:ext cx="5418300" cy="4311000"/>
          </a:xfrm>
          <a:prstGeom prst="rect">
            <a:avLst/>
          </a:prstGeom>
        </p:spPr>
        <p:txBody>
          <a:bodyPr anchorCtr="0" anchor="t" bIns="0" lIns="0" spcFirstLastPara="1" rIns="0" wrap="square" tIns="0">
            <a:noAutofit/>
          </a:bodyPr>
          <a:lstStyle/>
          <a:p>
            <a:pPr indent="-180000" lvl="0" marL="180000" marR="0" rtl="0" algn="l">
              <a:lnSpc>
                <a:spcPct val="113000"/>
              </a:lnSpc>
              <a:spcBef>
                <a:spcPts val="0"/>
              </a:spcBef>
              <a:spcAft>
                <a:spcPts val="0"/>
              </a:spcAft>
              <a:buClr>
                <a:schemeClr val="dk2"/>
              </a:buClr>
              <a:buSzPts val="1500"/>
              <a:buChar char="•"/>
            </a:pPr>
            <a:r>
              <a:rPr b="1" lang="fr-FR">
                <a:solidFill>
                  <a:schemeClr val="dk2"/>
                </a:solidFill>
              </a:rPr>
              <a:t>Lag time:</a:t>
            </a:r>
            <a:endParaRPr b="1">
              <a:solidFill>
                <a:schemeClr val="dk2"/>
              </a:solidFill>
            </a:endParaRPr>
          </a:p>
          <a:p>
            <a:pPr indent="0" lvl="0" marL="457200" rtl="0" algn="l">
              <a:spcBef>
                <a:spcPts val="0"/>
              </a:spcBef>
              <a:spcAft>
                <a:spcPts val="0"/>
              </a:spcAft>
              <a:buNone/>
            </a:pPr>
            <a:r>
              <a:rPr lang="fr-FR"/>
              <a:t>Time between detected failure event (assumed repaired immediately) and the end of the alerting period, in days.</a:t>
            </a:r>
            <a:endParaRPr/>
          </a:p>
        </p:txBody>
      </p:sp>
      <p:sp>
        <p:nvSpPr>
          <p:cNvPr id="974" name="Google Shape;974;p73"/>
          <p:cNvSpPr txBox="1"/>
          <p:nvPr>
            <p:ph idx="3" type="body"/>
          </p:nvPr>
        </p:nvSpPr>
        <p:spPr>
          <a:xfrm>
            <a:off x="8649337" y="332209"/>
            <a:ext cx="3266700" cy="1446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cxnSp>
        <p:nvCxnSpPr>
          <p:cNvPr id="975" name="Google Shape;975;p73"/>
          <p:cNvCxnSpPr/>
          <p:nvPr/>
        </p:nvCxnSpPr>
        <p:spPr>
          <a:xfrm>
            <a:off x="975900" y="5551125"/>
            <a:ext cx="4705800" cy="0"/>
          </a:xfrm>
          <a:prstGeom prst="straightConnector1">
            <a:avLst/>
          </a:prstGeom>
          <a:noFill/>
          <a:ln cap="flat" cmpd="sng" w="28575">
            <a:solidFill>
              <a:srgbClr val="000000"/>
            </a:solidFill>
            <a:prstDash val="solid"/>
            <a:round/>
            <a:headEnd len="med" w="med" type="none"/>
            <a:tailEnd len="med" w="med" type="triangle"/>
          </a:ln>
        </p:spPr>
      </p:cxnSp>
      <p:sp>
        <p:nvSpPr>
          <p:cNvPr id="976" name="Google Shape;976;p73"/>
          <p:cNvSpPr txBox="1"/>
          <p:nvPr/>
        </p:nvSpPr>
        <p:spPr>
          <a:xfrm>
            <a:off x="4886125" y="5551125"/>
            <a:ext cx="708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a:t>Time</a:t>
            </a:r>
            <a:endParaRPr b="1"/>
          </a:p>
        </p:txBody>
      </p:sp>
      <p:sp>
        <p:nvSpPr>
          <p:cNvPr id="977" name="Google Shape;977;p73"/>
          <p:cNvSpPr txBox="1"/>
          <p:nvPr/>
        </p:nvSpPr>
        <p:spPr>
          <a:xfrm>
            <a:off x="475850" y="3962500"/>
            <a:ext cx="708600" cy="355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fr-FR"/>
              <a:t>Alert status</a:t>
            </a:r>
            <a:endParaRPr b="1"/>
          </a:p>
        </p:txBody>
      </p:sp>
      <p:sp>
        <p:nvSpPr>
          <p:cNvPr id="978" name="Google Shape;978;p73"/>
          <p:cNvSpPr txBox="1"/>
          <p:nvPr/>
        </p:nvSpPr>
        <p:spPr>
          <a:xfrm>
            <a:off x="193800" y="4703075"/>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Triggers</a:t>
            </a:r>
            <a:endParaRPr/>
          </a:p>
        </p:txBody>
      </p:sp>
      <p:sp>
        <p:nvSpPr>
          <p:cNvPr id="979" name="Google Shape;979;p73"/>
          <p:cNvSpPr txBox="1"/>
          <p:nvPr/>
        </p:nvSpPr>
        <p:spPr>
          <a:xfrm>
            <a:off x="193800" y="5050900"/>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No alert</a:t>
            </a:r>
            <a:endParaRPr/>
          </a:p>
        </p:txBody>
      </p:sp>
      <p:cxnSp>
        <p:nvCxnSpPr>
          <p:cNvPr id="980" name="Google Shape;980;p73"/>
          <p:cNvCxnSpPr/>
          <p:nvPr/>
        </p:nvCxnSpPr>
        <p:spPr>
          <a:xfrm>
            <a:off x="1042725" y="5291250"/>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981" name="Google Shape;981;p73"/>
          <p:cNvCxnSpPr/>
          <p:nvPr/>
        </p:nvCxnSpPr>
        <p:spPr>
          <a:xfrm>
            <a:off x="1042725" y="4916950"/>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982" name="Google Shape;982;p73"/>
          <p:cNvCxnSpPr/>
          <p:nvPr/>
        </p:nvCxnSpPr>
        <p:spPr>
          <a:xfrm rot="10800000">
            <a:off x="1122950" y="4535100"/>
            <a:ext cx="0" cy="1189800"/>
          </a:xfrm>
          <a:prstGeom prst="straightConnector1">
            <a:avLst/>
          </a:prstGeom>
          <a:noFill/>
          <a:ln cap="flat" cmpd="sng" w="28575">
            <a:solidFill>
              <a:srgbClr val="000000"/>
            </a:solidFill>
            <a:prstDash val="solid"/>
            <a:round/>
            <a:headEnd len="med" w="med" type="none"/>
            <a:tailEnd len="med" w="med" type="triangle"/>
          </a:ln>
        </p:spPr>
      </p:cxnSp>
      <p:cxnSp>
        <p:nvCxnSpPr>
          <p:cNvPr id="983" name="Google Shape;983;p73"/>
          <p:cNvCxnSpPr/>
          <p:nvPr/>
        </p:nvCxnSpPr>
        <p:spPr>
          <a:xfrm rot="10800000">
            <a:off x="4451775" y="4649475"/>
            <a:ext cx="0" cy="895800"/>
          </a:xfrm>
          <a:prstGeom prst="straightConnector1">
            <a:avLst/>
          </a:prstGeom>
          <a:noFill/>
          <a:ln cap="flat" cmpd="sng" w="38100">
            <a:solidFill>
              <a:srgbClr val="1155CC"/>
            </a:solidFill>
            <a:prstDash val="solid"/>
            <a:round/>
            <a:headEnd len="med" w="med" type="none"/>
            <a:tailEnd len="med" w="med" type="none"/>
          </a:ln>
        </p:spPr>
      </p:cxnSp>
      <p:cxnSp>
        <p:nvCxnSpPr>
          <p:cNvPr id="984" name="Google Shape;984;p73"/>
          <p:cNvCxnSpPr/>
          <p:nvPr/>
        </p:nvCxnSpPr>
        <p:spPr>
          <a:xfrm>
            <a:off x="3099025" y="5854475"/>
            <a:ext cx="1358700" cy="0"/>
          </a:xfrm>
          <a:prstGeom prst="straightConnector1">
            <a:avLst/>
          </a:prstGeom>
          <a:noFill/>
          <a:ln cap="flat" cmpd="sng" w="19050">
            <a:solidFill>
              <a:srgbClr val="000000"/>
            </a:solidFill>
            <a:prstDash val="dash"/>
            <a:round/>
            <a:headEnd len="med" w="med" type="stealth"/>
            <a:tailEnd len="med" w="med" type="stealth"/>
          </a:ln>
        </p:spPr>
      </p:cxnSp>
      <p:sp>
        <p:nvSpPr>
          <p:cNvPr id="985" name="Google Shape;985;p73"/>
          <p:cNvSpPr txBox="1"/>
          <p:nvPr/>
        </p:nvSpPr>
        <p:spPr>
          <a:xfrm>
            <a:off x="2943975" y="5951875"/>
            <a:ext cx="1724400" cy="6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500">
                <a:solidFill>
                  <a:schemeClr val="dk2"/>
                </a:solidFill>
              </a:rPr>
              <a:t>Anticipation time</a:t>
            </a:r>
            <a:endParaRPr/>
          </a:p>
        </p:txBody>
      </p:sp>
      <p:cxnSp>
        <p:nvCxnSpPr>
          <p:cNvPr id="986" name="Google Shape;986;p73"/>
          <p:cNvCxnSpPr/>
          <p:nvPr/>
        </p:nvCxnSpPr>
        <p:spPr>
          <a:xfrm>
            <a:off x="3112400" y="5346475"/>
            <a:ext cx="0" cy="681900"/>
          </a:xfrm>
          <a:prstGeom prst="straightConnector1">
            <a:avLst/>
          </a:prstGeom>
          <a:noFill/>
          <a:ln cap="flat" cmpd="sng" w="19050">
            <a:solidFill>
              <a:srgbClr val="000000"/>
            </a:solidFill>
            <a:prstDash val="dot"/>
            <a:round/>
            <a:headEnd len="med" w="med" type="none"/>
            <a:tailEnd len="med" w="med" type="none"/>
          </a:ln>
        </p:spPr>
      </p:cxnSp>
      <p:cxnSp>
        <p:nvCxnSpPr>
          <p:cNvPr id="987" name="Google Shape;987;p73"/>
          <p:cNvCxnSpPr/>
          <p:nvPr/>
        </p:nvCxnSpPr>
        <p:spPr>
          <a:xfrm>
            <a:off x="4439725" y="5559700"/>
            <a:ext cx="0" cy="468600"/>
          </a:xfrm>
          <a:prstGeom prst="straightConnector1">
            <a:avLst/>
          </a:prstGeom>
          <a:noFill/>
          <a:ln cap="flat" cmpd="sng" w="19050">
            <a:solidFill>
              <a:srgbClr val="000000"/>
            </a:solidFill>
            <a:prstDash val="dot"/>
            <a:round/>
            <a:headEnd len="med" w="med" type="none"/>
            <a:tailEnd len="med" w="med" type="none"/>
          </a:ln>
        </p:spPr>
      </p:cxnSp>
      <p:sp>
        <p:nvSpPr>
          <p:cNvPr id="988" name="Google Shape;988;p73"/>
          <p:cNvSpPr/>
          <p:nvPr/>
        </p:nvSpPr>
        <p:spPr>
          <a:xfrm>
            <a:off x="1136325" y="4945425"/>
            <a:ext cx="4344725" cy="374300"/>
          </a:xfrm>
          <a:custGeom>
            <a:rect b="b" l="l" r="r" t="t"/>
            <a:pathLst>
              <a:path extrusionOk="0" h="14972" w="173789">
                <a:moveTo>
                  <a:pt x="0" y="14438"/>
                </a:moveTo>
                <a:lnTo>
                  <a:pt x="79141" y="14438"/>
                </a:lnTo>
                <a:lnTo>
                  <a:pt x="79141" y="0"/>
                </a:lnTo>
                <a:lnTo>
                  <a:pt x="136892" y="0"/>
                </a:lnTo>
                <a:lnTo>
                  <a:pt x="136892" y="14972"/>
                </a:lnTo>
                <a:lnTo>
                  <a:pt x="173789" y="14972"/>
                </a:lnTo>
              </a:path>
            </a:pathLst>
          </a:custGeom>
          <a:noFill/>
          <a:ln cap="flat" cmpd="sng" w="38100">
            <a:solidFill>
              <a:srgbClr val="A64D79"/>
            </a:solidFill>
            <a:prstDash val="solid"/>
            <a:round/>
            <a:headEnd len="med" w="med" type="none"/>
            <a:tailEnd len="med" w="med" type="none"/>
          </a:ln>
        </p:spPr>
      </p:sp>
      <p:cxnSp>
        <p:nvCxnSpPr>
          <p:cNvPr id="989" name="Google Shape;989;p73"/>
          <p:cNvCxnSpPr/>
          <p:nvPr/>
        </p:nvCxnSpPr>
        <p:spPr>
          <a:xfrm>
            <a:off x="6975000" y="5537125"/>
            <a:ext cx="4705800" cy="0"/>
          </a:xfrm>
          <a:prstGeom prst="straightConnector1">
            <a:avLst/>
          </a:prstGeom>
          <a:noFill/>
          <a:ln cap="flat" cmpd="sng" w="28575">
            <a:solidFill>
              <a:srgbClr val="000000"/>
            </a:solidFill>
            <a:prstDash val="solid"/>
            <a:round/>
            <a:headEnd len="med" w="med" type="none"/>
            <a:tailEnd len="med" w="med" type="triangle"/>
          </a:ln>
        </p:spPr>
      </p:cxnSp>
      <p:sp>
        <p:nvSpPr>
          <p:cNvPr id="990" name="Google Shape;990;p73"/>
          <p:cNvSpPr txBox="1"/>
          <p:nvPr/>
        </p:nvSpPr>
        <p:spPr>
          <a:xfrm>
            <a:off x="10885225" y="5537125"/>
            <a:ext cx="708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a:t>Time</a:t>
            </a:r>
            <a:endParaRPr b="1"/>
          </a:p>
        </p:txBody>
      </p:sp>
      <p:sp>
        <p:nvSpPr>
          <p:cNvPr id="991" name="Google Shape;991;p73"/>
          <p:cNvSpPr txBox="1"/>
          <p:nvPr/>
        </p:nvSpPr>
        <p:spPr>
          <a:xfrm>
            <a:off x="6474950" y="3948500"/>
            <a:ext cx="708600" cy="355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fr-FR"/>
              <a:t>Alert status</a:t>
            </a:r>
            <a:endParaRPr b="1"/>
          </a:p>
        </p:txBody>
      </p:sp>
      <p:sp>
        <p:nvSpPr>
          <p:cNvPr id="992" name="Google Shape;992;p73"/>
          <p:cNvSpPr txBox="1"/>
          <p:nvPr/>
        </p:nvSpPr>
        <p:spPr>
          <a:xfrm>
            <a:off x="6192900" y="4689075"/>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Triggers</a:t>
            </a:r>
            <a:endParaRPr/>
          </a:p>
        </p:txBody>
      </p:sp>
      <p:sp>
        <p:nvSpPr>
          <p:cNvPr id="993" name="Google Shape;993;p73"/>
          <p:cNvSpPr txBox="1"/>
          <p:nvPr/>
        </p:nvSpPr>
        <p:spPr>
          <a:xfrm>
            <a:off x="6192900" y="5036900"/>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No alert</a:t>
            </a:r>
            <a:endParaRPr/>
          </a:p>
        </p:txBody>
      </p:sp>
      <p:cxnSp>
        <p:nvCxnSpPr>
          <p:cNvPr id="994" name="Google Shape;994;p73"/>
          <p:cNvCxnSpPr/>
          <p:nvPr/>
        </p:nvCxnSpPr>
        <p:spPr>
          <a:xfrm>
            <a:off x="7041825" y="5277250"/>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995" name="Google Shape;995;p73"/>
          <p:cNvCxnSpPr/>
          <p:nvPr/>
        </p:nvCxnSpPr>
        <p:spPr>
          <a:xfrm>
            <a:off x="7041825" y="4902950"/>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996" name="Google Shape;996;p73"/>
          <p:cNvCxnSpPr/>
          <p:nvPr/>
        </p:nvCxnSpPr>
        <p:spPr>
          <a:xfrm rot="10800000">
            <a:off x="7122050" y="4521100"/>
            <a:ext cx="0" cy="1189800"/>
          </a:xfrm>
          <a:prstGeom prst="straightConnector1">
            <a:avLst/>
          </a:prstGeom>
          <a:noFill/>
          <a:ln cap="flat" cmpd="sng" w="28575">
            <a:solidFill>
              <a:srgbClr val="000000"/>
            </a:solidFill>
            <a:prstDash val="solid"/>
            <a:round/>
            <a:headEnd len="med" w="med" type="none"/>
            <a:tailEnd len="med" w="med" type="triangle"/>
          </a:ln>
        </p:spPr>
      </p:cxnSp>
      <p:sp>
        <p:nvSpPr>
          <p:cNvPr id="997" name="Google Shape;997;p73"/>
          <p:cNvSpPr txBox="1"/>
          <p:nvPr/>
        </p:nvSpPr>
        <p:spPr>
          <a:xfrm>
            <a:off x="8886675" y="4047050"/>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Useful alert</a:t>
            </a:r>
            <a:endParaRPr/>
          </a:p>
        </p:txBody>
      </p:sp>
      <p:sp>
        <p:nvSpPr>
          <p:cNvPr id="998" name="Google Shape;998;p73"/>
          <p:cNvSpPr txBox="1"/>
          <p:nvPr/>
        </p:nvSpPr>
        <p:spPr>
          <a:xfrm>
            <a:off x="9929475" y="4047050"/>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Detected event</a:t>
            </a:r>
            <a:endParaRPr/>
          </a:p>
        </p:txBody>
      </p:sp>
      <p:cxnSp>
        <p:nvCxnSpPr>
          <p:cNvPr id="999" name="Google Shape;999;p73"/>
          <p:cNvCxnSpPr/>
          <p:nvPr/>
        </p:nvCxnSpPr>
        <p:spPr>
          <a:xfrm rot="10800000">
            <a:off x="10450875" y="4635475"/>
            <a:ext cx="0" cy="895800"/>
          </a:xfrm>
          <a:prstGeom prst="straightConnector1">
            <a:avLst/>
          </a:prstGeom>
          <a:noFill/>
          <a:ln cap="flat" cmpd="sng" w="38100">
            <a:solidFill>
              <a:srgbClr val="1155CC"/>
            </a:solidFill>
            <a:prstDash val="solid"/>
            <a:round/>
            <a:headEnd len="med" w="med" type="none"/>
            <a:tailEnd len="med" w="med" type="none"/>
          </a:ln>
        </p:spPr>
      </p:cxnSp>
      <p:sp>
        <p:nvSpPr>
          <p:cNvPr id="1000" name="Google Shape;1000;p73"/>
          <p:cNvSpPr txBox="1"/>
          <p:nvPr/>
        </p:nvSpPr>
        <p:spPr>
          <a:xfrm>
            <a:off x="9047150" y="3728375"/>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sp>
        <p:nvSpPr>
          <p:cNvPr id="1001" name="Google Shape;1001;p73"/>
          <p:cNvSpPr txBox="1"/>
          <p:nvPr/>
        </p:nvSpPr>
        <p:spPr>
          <a:xfrm>
            <a:off x="10103200" y="3728375"/>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sp>
        <p:nvSpPr>
          <p:cNvPr id="1002" name="Google Shape;1002;p73"/>
          <p:cNvSpPr txBox="1"/>
          <p:nvPr/>
        </p:nvSpPr>
        <p:spPr>
          <a:xfrm>
            <a:off x="8004400" y="3273725"/>
            <a:ext cx="20988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u="sng"/>
              <a:t>Lag measure</a:t>
            </a:r>
            <a:endParaRPr b="1" sz="1800" u="sng"/>
          </a:p>
        </p:txBody>
      </p:sp>
      <p:cxnSp>
        <p:nvCxnSpPr>
          <p:cNvPr id="1003" name="Google Shape;1003;p73"/>
          <p:cNvCxnSpPr/>
          <p:nvPr/>
        </p:nvCxnSpPr>
        <p:spPr>
          <a:xfrm>
            <a:off x="10437750" y="5840475"/>
            <a:ext cx="414300" cy="0"/>
          </a:xfrm>
          <a:prstGeom prst="straightConnector1">
            <a:avLst/>
          </a:prstGeom>
          <a:noFill/>
          <a:ln cap="flat" cmpd="sng" w="19050">
            <a:solidFill>
              <a:srgbClr val="000000"/>
            </a:solidFill>
            <a:prstDash val="dash"/>
            <a:round/>
            <a:headEnd len="med" w="med" type="stealth"/>
            <a:tailEnd len="med" w="med" type="stealth"/>
          </a:ln>
        </p:spPr>
      </p:cxnSp>
      <p:sp>
        <p:nvSpPr>
          <p:cNvPr id="1004" name="Google Shape;1004;p73"/>
          <p:cNvSpPr txBox="1"/>
          <p:nvPr/>
        </p:nvSpPr>
        <p:spPr>
          <a:xfrm>
            <a:off x="10290600" y="5943675"/>
            <a:ext cx="7086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Lag</a:t>
            </a:r>
            <a:endParaRPr/>
          </a:p>
        </p:txBody>
      </p:sp>
      <p:cxnSp>
        <p:nvCxnSpPr>
          <p:cNvPr id="1005" name="Google Shape;1005;p73"/>
          <p:cNvCxnSpPr/>
          <p:nvPr/>
        </p:nvCxnSpPr>
        <p:spPr>
          <a:xfrm>
            <a:off x="10851900" y="5332400"/>
            <a:ext cx="0" cy="681900"/>
          </a:xfrm>
          <a:prstGeom prst="straightConnector1">
            <a:avLst/>
          </a:prstGeom>
          <a:noFill/>
          <a:ln cap="flat" cmpd="sng" w="19050">
            <a:solidFill>
              <a:srgbClr val="000000"/>
            </a:solidFill>
            <a:prstDash val="dot"/>
            <a:round/>
            <a:headEnd len="med" w="med" type="none"/>
            <a:tailEnd len="med" w="med" type="none"/>
          </a:ln>
        </p:spPr>
      </p:cxnSp>
      <p:cxnSp>
        <p:nvCxnSpPr>
          <p:cNvPr id="1006" name="Google Shape;1006;p73"/>
          <p:cNvCxnSpPr/>
          <p:nvPr/>
        </p:nvCxnSpPr>
        <p:spPr>
          <a:xfrm>
            <a:off x="10438825" y="5545700"/>
            <a:ext cx="0" cy="468600"/>
          </a:xfrm>
          <a:prstGeom prst="straightConnector1">
            <a:avLst/>
          </a:prstGeom>
          <a:noFill/>
          <a:ln cap="flat" cmpd="sng" w="19050">
            <a:solidFill>
              <a:srgbClr val="000000"/>
            </a:solidFill>
            <a:prstDash val="dot"/>
            <a:round/>
            <a:headEnd len="med" w="med" type="none"/>
            <a:tailEnd len="med" w="med" type="none"/>
          </a:ln>
        </p:spPr>
      </p:cxnSp>
      <p:sp>
        <p:nvSpPr>
          <p:cNvPr id="1007" name="Google Shape;1007;p73"/>
          <p:cNvSpPr/>
          <p:nvPr/>
        </p:nvSpPr>
        <p:spPr>
          <a:xfrm>
            <a:off x="7123050" y="4918950"/>
            <a:ext cx="4362450" cy="361950"/>
          </a:xfrm>
          <a:custGeom>
            <a:rect b="b" l="l" r="r" t="t"/>
            <a:pathLst>
              <a:path extrusionOk="0" h="14478" w="174498">
                <a:moveTo>
                  <a:pt x="0" y="14478"/>
                </a:moveTo>
                <a:lnTo>
                  <a:pt x="79629" y="14478"/>
                </a:lnTo>
                <a:lnTo>
                  <a:pt x="79629" y="0"/>
                </a:lnTo>
                <a:lnTo>
                  <a:pt x="148971" y="0"/>
                </a:lnTo>
                <a:lnTo>
                  <a:pt x="148971" y="14478"/>
                </a:lnTo>
                <a:lnTo>
                  <a:pt x="174498" y="14478"/>
                </a:lnTo>
              </a:path>
            </a:pathLst>
          </a:custGeom>
          <a:noFill/>
          <a:ln cap="flat" cmpd="sng" w="38100">
            <a:solidFill>
              <a:srgbClr val="A64D79"/>
            </a:solidFill>
            <a:prstDash val="solid"/>
            <a:round/>
            <a:headEnd len="med" w="med" type="none"/>
            <a:tailEnd len="med" w="med" type="none"/>
          </a:ln>
        </p:spPr>
      </p:sp>
      <p:sp>
        <p:nvSpPr>
          <p:cNvPr id="1008" name="Google Shape;1008;p73"/>
          <p:cNvSpPr txBox="1"/>
          <p:nvPr/>
        </p:nvSpPr>
        <p:spPr>
          <a:xfrm>
            <a:off x="1568575" y="3273725"/>
            <a:ext cx="30999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u="sng"/>
              <a:t>Anticipation measure</a:t>
            </a:r>
            <a:endParaRPr b="1" sz="1800" u="sng"/>
          </a:p>
        </p:txBody>
      </p:sp>
      <p:sp>
        <p:nvSpPr>
          <p:cNvPr id="1009" name="Google Shape;1009;p73"/>
          <p:cNvSpPr txBox="1"/>
          <p:nvPr/>
        </p:nvSpPr>
        <p:spPr>
          <a:xfrm>
            <a:off x="2863100" y="4047050"/>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Useful alert</a:t>
            </a:r>
            <a:endParaRPr/>
          </a:p>
        </p:txBody>
      </p:sp>
      <p:sp>
        <p:nvSpPr>
          <p:cNvPr id="1010" name="Google Shape;1010;p73"/>
          <p:cNvSpPr txBox="1"/>
          <p:nvPr/>
        </p:nvSpPr>
        <p:spPr>
          <a:xfrm>
            <a:off x="3905900" y="4047050"/>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Detected event</a:t>
            </a:r>
            <a:endParaRPr/>
          </a:p>
        </p:txBody>
      </p:sp>
      <p:sp>
        <p:nvSpPr>
          <p:cNvPr id="1011" name="Google Shape;1011;p73"/>
          <p:cNvSpPr txBox="1"/>
          <p:nvPr/>
        </p:nvSpPr>
        <p:spPr>
          <a:xfrm>
            <a:off x="3023575" y="3728375"/>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sp>
        <p:nvSpPr>
          <p:cNvPr id="1012" name="Google Shape;1012;p73"/>
          <p:cNvSpPr txBox="1"/>
          <p:nvPr/>
        </p:nvSpPr>
        <p:spPr>
          <a:xfrm>
            <a:off x="4079625" y="3728375"/>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17" name="Shape 1017"/>
        <p:cNvGrpSpPr/>
        <p:nvPr/>
      </p:nvGrpSpPr>
      <p:grpSpPr>
        <a:xfrm>
          <a:off x="0" y="0"/>
          <a:ext cx="0" cy="0"/>
          <a:chOff x="0" y="0"/>
          <a:chExt cx="0" cy="0"/>
        </a:xfrm>
      </p:grpSpPr>
      <p:sp>
        <p:nvSpPr>
          <p:cNvPr id="1018" name="Google Shape;1018;p74"/>
          <p:cNvSpPr txBox="1"/>
          <p:nvPr>
            <p:ph type="title"/>
          </p:nvPr>
        </p:nvSpPr>
        <p:spPr>
          <a:xfrm>
            <a:off x="478800" y="655200"/>
            <a:ext cx="11232000" cy="900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fr-FR"/>
              <a:t>Algorithm performance assessment by prototyping on historical data</a:t>
            </a:r>
            <a:endParaRPr/>
          </a:p>
          <a:p>
            <a:pPr indent="0" lvl="0" marL="0" rtl="0" algn="l">
              <a:spcBef>
                <a:spcPts val="0"/>
              </a:spcBef>
              <a:spcAft>
                <a:spcPts val="0"/>
              </a:spcAft>
              <a:buNone/>
            </a:pPr>
            <a:r>
              <a:rPr lang="fr-FR">
                <a:solidFill>
                  <a:srgbClr val="666666"/>
                </a:solidFill>
              </a:rPr>
              <a:t>Handling jitter</a:t>
            </a:r>
            <a:endParaRPr>
              <a:solidFill>
                <a:srgbClr val="666666"/>
              </a:solidFill>
            </a:endParaRPr>
          </a:p>
        </p:txBody>
      </p:sp>
      <p:sp>
        <p:nvSpPr>
          <p:cNvPr id="1019" name="Google Shape;1019;p74"/>
          <p:cNvSpPr txBox="1"/>
          <p:nvPr>
            <p:ph idx="1" type="body"/>
          </p:nvPr>
        </p:nvSpPr>
        <p:spPr>
          <a:xfrm>
            <a:off x="478800" y="1558800"/>
            <a:ext cx="6282000" cy="4351200"/>
          </a:xfrm>
          <a:prstGeom prst="rect">
            <a:avLst/>
          </a:prstGeom>
        </p:spPr>
        <p:txBody>
          <a:bodyPr anchorCtr="0" anchor="t" bIns="0" lIns="0" spcFirstLastPara="1" rIns="0" wrap="square" tIns="0">
            <a:noAutofit/>
          </a:bodyPr>
          <a:lstStyle/>
          <a:p>
            <a:pPr indent="-180000" lvl="0" marL="180000" marR="0" rtl="0" algn="l">
              <a:lnSpc>
                <a:spcPct val="113000"/>
              </a:lnSpc>
              <a:spcBef>
                <a:spcPts val="0"/>
              </a:spcBef>
              <a:spcAft>
                <a:spcPts val="0"/>
              </a:spcAft>
              <a:buClr>
                <a:schemeClr val="dk2"/>
              </a:buClr>
              <a:buSzPts val="1500"/>
              <a:buChar char="•"/>
            </a:pPr>
            <a:r>
              <a:rPr b="1" lang="fr-FR">
                <a:solidFill>
                  <a:schemeClr val="dk2"/>
                </a:solidFill>
              </a:rPr>
              <a:t>Jitter probability:</a:t>
            </a:r>
            <a:endParaRPr b="1">
              <a:solidFill>
                <a:schemeClr val="dk2"/>
              </a:solidFill>
            </a:endParaRPr>
          </a:p>
          <a:p>
            <a:pPr indent="0" lvl="0" marL="457200" rtl="0" algn="l">
              <a:spcBef>
                <a:spcPts val="0"/>
              </a:spcBef>
              <a:spcAft>
                <a:spcPts val="0"/>
              </a:spcAft>
              <a:buNone/>
            </a:pPr>
            <a:r>
              <a:rPr lang="fr-FR"/>
              <a:t>When an alert triggers, probability that it is discontinued by a jitter occurrence.</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fr-FR"/>
              <a:t>Default jitter tolerance is 15 days. Beyond, alerts are not merged.</a:t>
            </a:r>
            <a:endParaRPr/>
          </a:p>
        </p:txBody>
      </p:sp>
      <p:grpSp>
        <p:nvGrpSpPr>
          <p:cNvPr id="1020" name="Google Shape;1020;p74"/>
          <p:cNvGrpSpPr/>
          <p:nvPr/>
        </p:nvGrpSpPr>
        <p:grpSpPr>
          <a:xfrm>
            <a:off x="279350" y="2916350"/>
            <a:ext cx="11476950" cy="3537775"/>
            <a:chOff x="279350" y="2916350"/>
            <a:chExt cx="11476950" cy="3537775"/>
          </a:xfrm>
        </p:grpSpPr>
        <p:cxnSp>
          <p:nvCxnSpPr>
            <p:cNvPr id="1021" name="Google Shape;1021;p74"/>
            <p:cNvCxnSpPr/>
            <p:nvPr/>
          </p:nvCxnSpPr>
          <p:spPr>
            <a:xfrm>
              <a:off x="1061450" y="5179750"/>
              <a:ext cx="4705800" cy="0"/>
            </a:xfrm>
            <a:prstGeom prst="straightConnector1">
              <a:avLst/>
            </a:prstGeom>
            <a:noFill/>
            <a:ln cap="flat" cmpd="sng" w="28575">
              <a:solidFill>
                <a:srgbClr val="000000"/>
              </a:solidFill>
              <a:prstDash val="solid"/>
              <a:round/>
              <a:headEnd len="med" w="med" type="none"/>
              <a:tailEnd len="med" w="med" type="triangle"/>
            </a:ln>
          </p:spPr>
        </p:cxnSp>
        <p:sp>
          <p:nvSpPr>
            <p:cNvPr id="1022" name="Google Shape;1022;p74"/>
            <p:cNvSpPr txBox="1"/>
            <p:nvPr/>
          </p:nvSpPr>
          <p:spPr>
            <a:xfrm>
              <a:off x="4971675" y="5179750"/>
              <a:ext cx="708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a:t>Time</a:t>
              </a:r>
              <a:endParaRPr b="1"/>
            </a:p>
          </p:txBody>
        </p:sp>
        <p:sp>
          <p:nvSpPr>
            <p:cNvPr id="1023" name="Google Shape;1023;p74"/>
            <p:cNvSpPr txBox="1"/>
            <p:nvPr/>
          </p:nvSpPr>
          <p:spPr>
            <a:xfrm>
              <a:off x="561400" y="3591125"/>
              <a:ext cx="708600" cy="355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fr-FR"/>
                <a:t>Alert status</a:t>
              </a:r>
              <a:endParaRPr b="1"/>
            </a:p>
          </p:txBody>
        </p:sp>
        <p:sp>
          <p:nvSpPr>
            <p:cNvPr id="1024" name="Google Shape;1024;p74"/>
            <p:cNvSpPr txBox="1"/>
            <p:nvPr/>
          </p:nvSpPr>
          <p:spPr>
            <a:xfrm>
              <a:off x="279350" y="4331700"/>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Triggers</a:t>
              </a:r>
              <a:endParaRPr/>
            </a:p>
          </p:txBody>
        </p:sp>
        <p:sp>
          <p:nvSpPr>
            <p:cNvPr id="1025" name="Google Shape;1025;p74"/>
            <p:cNvSpPr txBox="1"/>
            <p:nvPr/>
          </p:nvSpPr>
          <p:spPr>
            <a:xfrm>
              <a:off x="279350" y="4679525"/>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No alert</a:t>
              </a:r>
              <a:endParaRPr/>
            </a:p>
          </p:txBody>
        </p:sp>
        <p:cxnSp>
          <p:nvCxnSpPr>
            <p:cNvPr id="1026" name="Google Shape;1026;p74"/>
            <p:cNvCxnSpPr/>
            <p:nvPr/>
          </p:nvCxnSpPr>
          <p:spPr>
            <a:xfrm>
              <a:off x="1128275" y="4919875"/>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1027" name="Google Shape;1027;p74"/>
            <p:cNvCxnSpPr/>
            <p:nvPr/>
          </p:nvCxnSpPr>
          <p:spPr>
            <a:xfrm>
              <a:off x="1128275" y="4545575"/>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1028" name="Google Shape;1028;p74"/>
            <p:cNvCxnSpPr/>
            <p:nvPr/>
          </p:nvCxnSpPr>
          <p:spPr>
            <a:xfrm rot="10800000">
              <a:off x="1208500" y="4163725"/>
              <a:ext cx="0" cy="1189800"/>
            </a:xfrm>
            <a:prstGeom prst="straightConnector1">
              <a:avLst/>
            </a:prstGeom>
            <a:noFill/>
            <a:ln cap="flat" cmpd="sng" w="28575">
              <a:solidFill>
                <a:srgbClr val="000000"/>
              </a:solidFill>
              <a:prstDash val="solid"/>
              <a:round/>
              <a:headEnd len="med" w="med" type="none"/>
              <a:tailEnd len="med" w="med" type="triangle"/>
            </a:ln>
          </p:spPr>
        </p:cxnSp>
        <p:cxnSp>
          <p:nvCxnSpPr>
            <p:cNvPr id="1029" name="Google Shape;1029;p74"/>
            <p:cNvCxnSpPr/>
            <p:nvPr/>
          </p:nvCxnSpPr>
          <p:spPr>
            <a:xfrm rot="10800000">
              <a:off x="4537325" y="4278100"/>
              <a:ext cx="0" cy="895800"/>
            </a:xfrm>
            <a:prstGeom prst="straightConnector1">
              <a:avLst/>
            </a:prstGeom>
            <a:noFill/>
            <a:ln cap="flat" cmpd="sng" w="38100">
              <a:solidFill>
                <a:srgbClr val="1155CC"/>
              </a:solidFill>
              <a:prstDash val="solid"/>
              <a:round/>
              <a:headEnd len="med" w="med" type="none"/>
              <a:tailEnd len="med" w="med" type="none"/>
            </a:ln>
          </p:spPr>
        </p:cxnSp>
        <p:cxnSp>
          <p:nvCxnSpPr>
            <p:cNvPr id="1030" name="Google Shape;1030;p74"/>
            <p:cNvCxnSpPr/>
            <p:nvPr/>
          </p:nvCxnSpPr>
          <p:spPr>
            <a:xfrm>
              <a:off x="7050500" y="5179750"/>
              <a:ext cx="4705800" cy="0"/>
            </a:xfrm>
            <a:prstGeom prst="straightConnector1">
              <a:avLst/>
            </a:prstGeom>
            <a:noFill/>
            <a:ln cap="flat" cmpd="sng" w="28575">
              <a:solidFill>
                <a:srgbClr val="000000"/>
              </a:solidFill>
              <a:prstDash val="solid"/>
              <a:round/>
              <a:headEnd len="med" w="med" type="none"/>
              <a:tailEnd len="med" w="med" type="triangle"/>
            </a:ln>
          </p:spPr>
        </p:cxnSp>
        <p:sp>
          <p:nvSpPr>
            <p:cNvPr id="1031" name="Google Shape;1031;p74"/>
            <p:cNvSpPr txBox="1"/>
            <p:nvPr/>
          </p:nvSpPr>
          <p:spPr>
            <a:xfrm>
              <a:off x="10960725" y="5179750"/>
              <a:ext cx="708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a:t>Time</a:t>
              </a:r>
              <a:endParaRPr b="1"/>
            </a:p>
          </p:txBody>
        </p:sp>
        <p:sp>
          <p:nvSpPr>
            <p:cNvPr id="1032" name="Google Shape;1032;p74"/>
            <p:cNvSpPr txBox="1"/>
            <p:nvPr/>
          </p:nvSpPr>
          <p:spPr>
            <a:xfrm>
              <a:off x="6550450" y="3591125"/>
              <a:ext cx="708600" cy="355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fr-FR"/>
                <a:t>Alert status</a:t>
              </a:r>
              <a:endParaRPr b="1"/>
            </a:p>
          </p:txBody>
        </p:sp>
        <p:sp>
          <p:nvSpPr>
            <p:cNvPr id="1033" name="Google Shape;1033;p74"/>
            <p:cNvSpPr txBox="1"/>
            <p:nvPr/>
          </p:nvSpPr>
          <p:spPr>
            <a:xfrm>
              <a:off x="6268400" y="4331700"/>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Triggers</a:t>
              </a:r>
              <a:endParaRPr/>
            </a:p>
          </p:txBody>
        </p:sp>
        <p:sp>
          <p:nvSpPr>
            <p:cNvPr id="1034" name="Google Shape;1034;p74"/>
            <p:cNvSpPr txBox="1"/>
            <p:nvPr/>
          </p:nvSpPr>
          <p:spPr>
            <a:xfrm>
              <a:off x="6268400" y="4679525"/>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No alert</a:t>
              </a:r>
              <a:endParaRPr/>
            </a:p>
          </p:txBody>
        </p:sp>
        <p:cxnSp>
          <p:nvCxnSpPr>
            <p:cNvPr id="1035" name="Google Shape;1035;p74"/>
            <p:cNvCxnSpPr/>
            <p:nvPr/>
          </p:nvCxnSpPr>
          <p:spPr>
            <a:xfrm>
              <a:off x="7117325" y="4919875"/>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1036" name="Google Shape;1036;p74"/>
            <p:cNvCxnSpPr/>
            <p:nvPr/>
          </p:nvCxnSpPr>
          <p:spPr>
            <a:xfrm>
              <a:off x="7117325" y="4545575"/>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1037" name="Google Shape;1037;p74"/>
            <p:cNvCxnSpPr/>
            <p:nvPr/>
          </p:nvCxnSpPr>
          <p:spPr>
            <a:xfrm rot="10800000">
              <a:off x="7197550" y="4163725"/>
              <a:ext cx="0" cy="1189800"/>
            </a:xfrm>
            <a:prstGeom prst="straightConnector1">
              <a:avLst/>
            </a:prstGeom>
            <a:noFill/>
            <a:ln cap="flat" cmpd="sng" w="28575">
              <a:solidFill>
                <a:srgbClr val="000000"/>
              </a:solidFill>
              <a:prstDash val="solid"/>
              <a:round/>
              <a:headEnd len="med" w="med" type="none"/>
              <a:tailEnd len="med" w="med" type="triangle"/>
            </a:ln>
          </p:spPr>
        </p:cxnSp>
        <p:cxnSp>
          <p:nvCxnSpPr>
            <p:cNvPr id="1038" name="Google Shape;1038;p74"/>
            <p:cNvCxnSpPr/>
            <p:nvPr/>
          </p:nvCxnSpPr>
          <p:spPr>
            <a:xfrm rot="10800000">
              <a:off x="10526375" y="4278100"/>
              <a:ext cx="0" cy="895800"/>
            </a:xfrm>
            <a:prstGeom prst="straightConnector1">
              <a:avLst/>
            </a:prstGeom>
            <a:noFill/>
            <a:ln cap="flat" cmpd="sng" w="38100">
              <a:solidFill>
                <a:srgbClr val="1155CC"/>
              </a:solidFill>
              <a:prstDash val="solid"/>
              <a:round/>
              <a:headEnd len="med" w="med" type="none"/>
              <a:tailEnd len="med" w="med" type="none"/>
            </a:ln>
          </p:spPr>
        </p:cxnSp>
        <p:sp>
          <p:nvSpPr>
            <p:cNvPr id="1039" name="Google Shape;1039;p74"/>
            <p:cNvSpPr txBox="1"/>
            <p:nvPr/>
          </p:nvSpPr>
          <p:spPr>
            <a:xfrm>
              <a:off x="2090850" y="2916350"/>
              <a:ext cx="20988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u="sng"/>
                <a:t>Jitter effect</a:t>
              </a:r>
              <a:endParaRPr b="1" sz="1800" u="sng"/>
            </a:p>
          </p:txBody>
        </p:sp>
        <p:sp>
          <p:nvSpPr>
            <p:cNvPr id="1040" name="Google Shape;1040;p74"/>
            <p:cNvSpPr txBox="1"/>
            <p:nvPr/>
          </p:nvSpPr>
          <p:spPr>
            <a:xfrm>
              <a:off x="7912750" y="2916350"/>
              <a:ext cx="24600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u="sng"/>
                <a:t>Jitter compensation</a:t>
              </a:r>
              <a:endParaRPr b="1" sz="1800" u="sng"/>
            </a:p>
          </p:txBody>
        </p:sp>
        <p:sp>
          <p:nvSpPr>
            <p:cNvPr id="1041" name="Google Shape;1041;p74"/>
            <p:cNvSpPr txBox="1"/>
            <p:nvPr/>
          </p:nvSpPr>
          <p:spPr>
            <a:xfrm>
              <a:off x="279350" y="5672600"/>
              <a:ext cx="2098800" cy="6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Early alert considered as spurious.</a:t>
              </a:r>
              <a:endParaRPr/>
            </a:p>
            <a:p>
              <a:pPr indent="0" lvl="0" marL="0" rtl="0" algn="l">
                <a:spcBef>
                  <a:spcPts val="0"/>
                </a:spcBef>
                <a:spcAft>
                  <a:spcPts val="0"/>
                </a:spcAft>
                <a:buNone/>
              </a:pPr>
              <a:r>
                <a:rPr lang="fr-FR"/>
                <a:t>Lowers confidence rate.</a:t>
              </a:r>
              <a:endParaRPr/>
            </a:p>
          </p:txBody>
        </p:sp>
        <p:sp>
          <p:nvSpPr>
            <p:cNvPr id="1042" name="Google Shape;1042;p74"/>
            <p:cNvSpPr txBox="1"/>
            <p:nvPr/>
          </p:nvSpPr>
          <p:spPr>
            <a:xfrm>
              <a:off x="1747250" y="3668363"/>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Spurious alert</a:t>
              </a:r>
              <a:endParaRPr/>
            </a:p>
          </p:txBody>
        </p:sp>
        <p:sp>
          <p:nvSpPr>
            <p:cNvPr id="1043" name="Google Shape;1043;p74"/>
            <p:cNvSpPr txBox="1"/>
            <p:nvPr/>
          </p:nvSpPr>
          <p:spPr>
            <a:xfrm>
              <a:off x="2963775" y="3668363"/>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Useful alert</a:t>
              </a:r>
              <a:endParaRPr/>
            </a:p>
          </p:txBody>
        </p:sp>
        <p:sp>
          <p:nvSpPr>
            <p:cNvPr id="1044" name="Google Shape;1044;p74"/>
            <p:cNvSpPr txBox="1"/>
            <p:nvPr/>
          </p:nvSpPr>
          <p:spPr>
            <a:xfrm>
              <a:off x="4006575" y="3668363"/>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Detected event</a:t>
              </a:r>
              <a:endParaRPr/>
            </a:p>
          </p:txBody>
        </p:sp>
        <p:sp>
          <p:nvSpPr>
            <p:cNvPr id="1045" name="Google Shape;1045;p74"/>
            <p:cNvSpPr/>
            <p:nvPr/>
          </p:nvSpPr>
          <p:spPr>
            <a:xfrm>
              <a:off x="1225875" y="4537638"/>
              <a:ext cx="4318000" cy="374325"/>
            </a:xfrm>
            <a:custGeom>
              <a:rect b="b" l="l" r="r" t="t"/>
              <a:pathLst>
                <a:path extrusionOk="0" h="14973" w="172720">
                  <a:moveTo>
                    <a:pt x="0" y="14973"/>
                  </a:moveTo>
                  <a:lnTo>
                    <a:pt x="22994" y="14973"/>
                  </a:lnTo>
                  <a:lnTo>
                    <a:pt x="22994" y="0"/>
                  </a:lnTo>
                  <a:lnTo>
                    <a:pt x="60426" y="0"/>
                  </a:lnTo>
                  <a:lnTo>
                    <a:pt x="60426" y="14973"/>
                  </a:lnTo>
                  <a:lnTo>
                    <a:pt x="78072" y="14973"/>
                  </a:lnTo>
                  <a:lnTo>
                    <a:pt x="78072" y="535"/>
                  </a:lnTo>
                  <a:lnTo>
                    <a:pt x="135824" y="535"/>
                  </a:lnTo>
                  <a:lnTo>
                    <a:pt x="135824" y="14973"/>
                  </a:lnTo>
                  <a:lnTo>
                    <a:pt x="172720" y="14973"/>
                  </a:lnTo>
                </a:path>
              </a:pathLst>
            </a:custGeom>
            <a:noFill/>
            <a:ln cap="flat" cmpd="sng" w="38100">
              <a:solidFill>
                <a:srgbClr val="A64D79"/>
              </a:solidFill>
              <a:prstDash val="solid"/>
              <a:round/>
              <a:headEnd len="med" w="med" type="none"/>
              <a:tailEnd len="med" w="med" type="none"/>
            </a:ln>
          </p:spPr>
        </p:sp>
        <p:sp>
          <p:nvSpPr>
            <p:cNvPr id="1046" name="Google Shape;1046;p74"/>
            <p:cNvSpPr txBox="1"/>
            <p:nvPr/>
          </p:nvSpPr>
          <p:spPr>
            <a:xfrm>
              <a:off x="3124250" y="3349688"/>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sp>
          <p:nvSpPr>
            <p:cNvPr id="1047" name="Google Shape;1047;p74"/>
            <p:cNvSpPr txBox="1"/>
            <p:nvPr/>
          </p:nvSpPr>
          <p:spPr>
            <a:xfrm>
              <a:off x="1914350" y="3349688"/>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85200C"/>
                  </a:solidFill>
                </a:rPr>
                <a:t>⛌</a:t>
              </a:r>
              <a:endParaRPr b="1" sz="1800">
                <a:solidFill>
                  <a:srgbClr val="85200C"/>
                </a:solidFill>
              </a:endParaRPr>
            </a:p>
          </p:txBody>
        </p:sp>
        <p:sp>
          <p:nvSpPr>
            <p:cNvPr id="1048" name="Google Shape;1048;p74"/>
            <p:cNvSpPr txBox="1"/>
            <p:nvPr/>
          </p:nvSpPr>
          <p:spPr>
            <a:xfrm>
              <a:off x="4180300" y="3349688"/>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cxnSp>
          <p:nvCxnSpPr>
            <p:cNvPr id="1049" name="Google Shape;1049;p74"/>
            <p:cNvCxnSpPr/>
            <p:nvPr/>
          </p:nvCxnSpPr>
          <p:spPr>
            <a:xfrm>
              <a:off x="2732838" y="4975100"/>
              <a:ext cx="0" cy="681900"/>
            </a:xfrm>
            <a:prstGeom prst="straightConnector1">
              <a:avLst/>
            </a:prstGeom>
            <a:noFill/>
            <a:ln cap="flat" cmpd="sng" w="19050">
              <a:solidFill>
                <a:srgbClr val="000000"/>
              </a:solidFill>
              <a:prstDash val="dot"/>
              <a:round/>
              <a:headEnd len="med" w="med" type="none"/>
              <a:tailEnd len="med" w="med" type="none"/>
            </a:ln>
          </p:spPr>
        </p:cxnSp>
        <p:cxnSp>
          <p:nvCxnSpPr>
            <p:cNvPr id="1050" name="Google Shape;1050;p74"/>
            <p:cNvCxnSpPr/>
            <p:nvPr/>
          </p:nvCxnSpPr>
          <p:spPr>
            <a:xfrm>
              <a:off x="3183350" y="4975100"/>
              <a:ext cx="0" cy="681900"/>
            </a:xfrm>
            <a:prstGeom prst="straightConnector1">
              <a:avLst/>
            </a:prstGeom>
            <a:noFill/>
            <a:ln cap="flat" cmpd="sng" w="19050">
              <a:solidFill>
                <a:srgbClr val="000000"/>
              </a:solidFill>
              <a:prstDash val="dot"/>
              <a:round/>
              <a:headEnd len="med" w="med" type="none"/>
              <a:tailEnd len="med" w="med" type="none"/>
            </a:ln>
          </p:spPr>
        </p:cxnSp>
        <p:cxnSp>
          <p:nvCxnSpPr>
            <p:cNvPr id="1051" name="Google Shape;1051;p74"/>
            <p:cNvCxnSpPr/>
            <p:nvPr/>
          </p:nvCxnSpPr>
          <p:spPr>
            <a:xfrm>
              <a:off x="2719150" y="5483100"/>
              <a:ext cx="481200" cy="0"/>
            </a:xfrm>
            <a:prstGeom prst="straightConnector1">
              <a:avLst/>
            </a:prstGeom>
            <a:noFill/>
            <a:ln cap="flat" cmpd="sng" w="19050">
              <a:solidFill>
                <a:srgbClr val="000000"/>
              </a:solidFill>
              <a:prstDash val="dash"/>
              <a:round/>
              <a:headEnd len="med" w="med" type="stealth"/>
              <a:tailEnd len="med" w="med" type="stealth"/>
            </a:ln>
          </p:spPr>
        </p:cxnSp>
        <p:sp>
          <p:nvSpPr>
            <p:cNvPr id="1052" name="Google Shape;1052;p74"/>
            <p:cNvSpPr txBox="1"/>
            <p:nvPr/>
          </p:nvSpPr>
          <p:spPr>
            <a:xfrm>
              <a:off x="2732850" y="5580500"/>
              <a:ext cx="1724400" cy="3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500">
                  <a:solidFill>
                    <a:schemeClr val="dk2"/>
                  </a:solidFill>
                </a:rPr>
                <a:t>Jitter gap</a:t>
              </a:r>
              <a:endParaRPr/>
            </a:p>
          </p:txBody>
        </p:sp>
        <p:sp>
          <p:nvSpPr>
            <p:cNvPr id="1053" name="Google Shape;1053;p74"/>
            <p:cNvSpPr/>
            <p:nvPr/>
          </p:nvSpPr>
          <p:spPr>
            <a:xfrm>
              <a:off x="2181225" y="4738825"/>
              <a:ext cx="191700" cy="1028700"/>
            </a:xfrm>
            <a:custGeom>
              <a:rect b="b" l="l" r="r" t="t"/>
              <a:pathLst>
                <a:path extrusionOk="0" h="41148" w="7668">
                  <a:moveTo>
                    <a:pt x="0" y="41148"/>
                  </a:moveTo>
                  <a:cubicBezTo>
                    <a:pt x="1080" y="38481"/>
                    <a:pt x="5271" y="30163"/>
                    <a:pt x="6477" y="25146"/>
                  </a:cubicBezTo>
                  <a:cubicBezTo>
                    <a:pt x="7684" y="20130"/>
                    <a:pt x="7874" y="15240"/>
                    <a:pt x="7239" y="11049"/>
                  </a:cubicBezTo>
                  <a:cubicBezTo>
                    <a:pt x="6604" y="6858"/>
                    <a:pt x="3429" y="1842"/>
                    <a:pt x="2667" y="0"/>
                  </a:cubicBezTo>
                </a:path>
              </a:pathLst>
            </a:custGeom>
            <a:noFill/>
            <a:ln cap="flat" cmpd="sng" w="19050">
              <a:solidFill>
                <a:srgbClr val="000000"/>
              </a:solidFill>
              <a:prstDash val="dash"/>
              <a:round/>
              <a:headEnd len="med" w="med" type="none"/>
              <a:tailEnd len="med" w="med" type="stealth"/>
            </a:ln>
          </p:spPr>
        </p:sp>
        <p:sp>
          <p:nvSpPr>
            <p:cNvPr id="1054" name="Google Shape;1054;p74"/>
            <p:cNvSpPr txBox="1"/>
            <p:nvPr/>
          </p:nvSpPr>
          <p:spPr>
            <a:xfrm>
              <a:off x="8923450" y="3679125"/>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Useful alert</a:t>
              </a:r>
              <a:endParaRPr/>
            </a:p>
          </p:txBody>
        </p:sp>
        <p:sp>
          <p:nvSpPr>
            <p:cNvPr id="1055" name="Google Shape;1055;p74"/>
            <p:cNvSpPr txBox="1"/>
            <p:nvPr/>
          </p:nvSpPr>
          <p:spPr>
            <a:xfrm>
              <a:off x="9966250" y="3679125"/>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Detected event</a:t>
              </a:r>
              <a:endParaRPr/>
            </a:p>
          </p:txBody>
        </p:sp>
        <p:sp>
          <p:nvSpPr>
            <p:cNvPr id="1056" name="Google Shape;1056;p74"/>
            <p:cNvSpPr/>
            <p:nvPr/>
          </p:nvSpPr>
          <p:spPr>
            <a:xfrm>
              <a:off x="7185550" y="4548400"/>
              <a:ext cx="4318000" cy="374325"/>
            </a:xfrm>
            <a:custGeom>
              <a:rect b="b" l="l" r="r" t="t"/>
              <a:pathLst>
                <a:path extrusionOk="0" h="14973" w="172720">
                  <a:moveTo>
                    <a:pt x="0" y="14973"/>
                  </a:moveTo>
                  <a:lnTo>
                    <a:pt x="22994" y="14973"/>
                  </a:lnTo>
                  <a:lnTo>
                    <a:pt x="22994" y="0"/>
                  </a:lnTo>
                  <a:lnTo>
                    <a:pt x="60426" y="0"/>
                  </a:lnTo>
                  <a:lnTo>
                    <a:pt x="60426" y="14973"/>
                  </a:lnTo>
                  <a:lnTo>
                    <a:pt x="78072" y="14973"/>
                  </a:lnTo>
                  <a:lnTo>
                    <a:pt x="78072" y="535"/>
                  </a:lnTo>
                  <a:lnTo>
                    <a:pt x="135824" y="535"/>
                  </a:lnTo>
                  <a:lnTo>
                    <a:pt x="135824" y="14973"/>
                  </a:lnTo>
                  <a:lnTo>
                    <a:pt x="172720" y="14973"/>
                  </a:lnTo>
                </a:path>
              </a:pathLst>
            </a:custGeom>
            <a:noFill/>
            <a:ln cap="flat" cmpd="sng" w="38100">
              <a:solidFill>
                <a:srgbClr val="A64D79"/>
              </a:solidFill>
              <a:prstDash val="dash"/>
              <a:round/>
              <a:headEnd len="med" w="med" type="none"/>
              <a:tailEnd len="med" w="med" type="none"/>
            </a:ln>
          </p:spPr>
        </p:sp>
        <p:sp>
          <p:nvSpPr>
            <p:cNvPr id="1057" name="Google Shape;1057;p74"/>
            <p:cNvSpPr txBox="1"/>
            <p:nvPr/>
          </p:nvSpPr>
          <p:spPr>
            <a:xfrm>
              <a:off x="9083925" y="3360450"/>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sp>
          <p:nvSpPr>
            <p:cNvPr id="1058" name="Google Shape;1058;p74"/>
            <p:cNvSpPr txBox="1"/>
            <p:nvPr/>
          </p:nvSpPr>
          <p:spPr>
            <a:xfrm>
              <a:off x="10139975" y="3360450"/>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cxnSp>
          <p:nvCxnSpPr>
            <p:cNvPr id="1059" name="Google Shape;1059;p74"/>
            <p:cNvCxnSpPr/>
            <p:nvPr/>
          </p:nvCxnSpPr>
          <p:spPr>
            <a:xfrm>
              <a:off x="7810500" y="5487150"/>
              <a:ext cx="2715900" cy="0"/>
            </a:xfrm>
            <a:prstGeom prst="straightConnector1">
              <a:avLst/>
            </a:prstGeom>
            <a:noFill/>
            <a:ln cap="flat" cmpd="sng" w="19050">
              <a:solidFill>
                <a:srgbClr val="000000"/>
              </a:solidFill>
              <a:prstDash val="dash"/>
              <a:round/>
              <a:headEnd len="med" w="med" type="stealth"/>
              <a:tailEnd len="med" w="med" type="stealth"/>
            </a:ln>
          </p:spPr>
        </p:cxnSp>
        <p:sp>
          <p:nvSpPr>
            <p:cNvPr id="1060" name="Google Shape;1060;p74"/>
            <p:cNvSpPr txBox="1"/>
            <p:nvPr/>
          </p:nvSpPr>
          <p:spPr>
            <a:xfrm>
              <a:off x="7701225" y="5508350"/>
              <a:ext cx="1724400" cy="6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Anticipation time</a:t>
              </a:r>
              <a:endParaRPr/>
            </a:p>
          </p:txBody>
        </p:sp>
        <p:cxnSp>
          <p:nvCxnSpPr>
            <p:cNvPr id="1061" name="Google Shape;1061;p74"/>
            <p:cNvCxnSpPr/>
            <p:nvPr/>
          </p:nvCxnSpPr>
          <p:spPr>
            <a:xfrm>
              <a:off x="7777425" y="4979150"/>
              <a:ext cx="0" cy="681900"/>
            </a:xfrm>
            <a:prstGeom prst="straightConnector1">
              <a:avLst/>
            </a:prstGeom>
            <a:noFill/>
            <a:ln cap="flat" cmpd="sng" w="19050">
              <a:solidFill>
                <a:srgbClr val="000000"/>
              </a:solidFill>
              <a:prstDash val="dot"/>
              <a:round/>
              <a:headEnd len="med" w="med" type="none"/>
              <a:tailEnd len="med" w="med" type="none"/>
            </a:ln>
          </p:spPr>
        </p:cxnSp>
        <p:cxnSp>
          <p:nvCxnSpPr>
            <p:cNvPr id="1062" name="Google Shape;1062;p74"/>
            <p:cNvCxnSpPr/>
            <p:nvPr/>
          </p:nvCxnSpPr>
          <p:spPr>
            <a:xfrm>
              <a:off x="10526375" y="5192375"/>
              <a:ext cx="0" cy="468600"/>
            </a:xfrm>
            <a:prstGeom prst="straightConnector1">
              <a:avLst/>
            </a:prstGeom>
            <a:noFill/>
            <a:ln cap="flat" cmpd="sng" w="19050">
              <a:solidFill>
                <a:srgbClr val="000000"/>
              </a:solidFill>
              <a:prstDash val="dot"/>
              <a:round/>
              <a:headEnd len="med" w="med" type="none"/>
              <a:tailEnd len="med" w="med" type="none"/>
            </a:ln>
          </p:spPr>
        </p:cxnSp>
        <p:sp>
          <p:nvSpPr>
            <p:cNvPr id="1063" name="Google Shape;1063;p74"/>
            <p:cNvSpPr/>
            <p:nvPr/>
          </p:nvSpPr>
          <p:spPr>
            <a:xfrm>
              <a:off x="7210425" y="4562025"/>
              <a:ext cx="4248150" cy="361950"/>
            </a:xfrm>
            <a:custGeom>
              <a:rect b="b" l="l" r="r" t="t"/>
              <a:pathLst>
                <a:path extrusionOk="0" h="14478" w="169926">
                  <a:moveTo>
                    <a:pt x="0" y="14478"/>
                  </a:moveTo>
                  <a:lnTo>
                    <a:pt x="22479" y="14478"/>
                  </a:lnTo>
                  <a:lnTo>
                    <a:pt x="22479" y="0"/>
                  </a:lnTo>
                  <a:lnTo>
                    <a:pt x="135255" y="0"/>
                  </a:lnTo>
                  <a:lnTo>
                    <a:pt x="135255" y="14478"/>
                  </a:lnTo>
                  <a:lnTo>
                    <a:pt x="169926" y="14478"/>
                  </a:lnTo>
                </a:path>
              </a:pathLst>
            </a:custGeom>
            <a:noFill/>
            <a:ln cap="flat" cmpd="sng" w="28575">
              <a:solidFill>
                <a:srgbClr val="FF00FF"/>
              </a:solidFill>
              <a:prstDash val="solid"/>
              <a:round/>
              <a:headEnd len="med" w="med" type="none"/>
              <a:tailEnd len="med" w="med" type="none"/>
            </a:ln>
          </p:spPr>
        </p:sp>
        <p:sp>
          <p:nvSpPr>
            <p:cNvPr id="1064" name="Google Shape;1064;p74"/>
            <p:cNvSpPr txBox="1"/>
            <p:nvPr/>
          </p:nvSpPr>
          <p:spPr>
            <a:xfrm>
              <a:off x="7303875" y="3372663"/>
              <a:ext cx="17352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Old alerts replaced by extended alert.</a:t>
              </a:r>
              <a:endParaRPr/>
            </a:p>
          </p:txBody>
        </p:sp>
        <p:sp>
          <p:nvSpPr>
            <p:cNvPr id="1065" name="Google Shape;1065;p74"/>
            <p:cNvSpPr/>
            <p:nvPr/>
          </p:nvSpPr>
          <p:spPr>
            <a:xfrm>
              <a:off x="8772525" y="3919675"/>
              <a:ext cx="228600" cy="590550"/>
            </a:xfrm>
            <a:custGeom>
              <a:rect b="b" l="l" r="r" t="t"/>
              <a:pathLst>
                <a:path extrusionOk="0" h="23622" w="9144">
                  <a:moveTo>
                    <a:pt x="0" y="0"/>
                  </a:moveTo>
                  <a:cubicBezTo>
                    <a:pt x="889" y="1143"/>
                    <a:pt x="4001" y="4001"/>
                    <a:pt x="5334" y="6858"/>
                  </a:cubicBezTo>
                  <a:cubicBezTo>
                    <a:pt x="6668" y="9716"/>
                    <a:pt x="7366" y="14351"/>
                    <a:pt x="8001" y="17145"/>
                  </a:cubicBezTo>
                  <a:cubicBezTo>
                    <a:pt x="8636" y="19939"/>
                    <a:pt x="8954" y="22543"/>
                    <a:pt x="9144" y="23622"/>
                  </a:cubicBezTo>
                </a:path>
              </a:pathLst>
            </a:custGeom>
            <a:noFill/>
            <a:ln cap="flat" cmpd="sng" w="19050">
              <a:solidFill>
                <a:srgbClr val="000000"/>
              </a:solidFill>
              <a:prstDash val="dash"/>
              <a:round/>
              <a:headEnd len="med" w="med" type="none"/>
              <a:tailEnd len="med" w="med" type="stealth"/>
            </a:ln>
          </p:spPr>
        </p:sp>
        <p:sp>
          <p:nvSpPr>
            <p:cNvPr id="1066" name="Google Shape;1066;p74"/>
            <p:cNvSpPr txBox="1"/>
            <p:nvPr/>
          </p:nvSpPr>
          <p:spPr>
            <a:xfrm>
              <a:off x="9966250" y="5813925"/>
              <a:ext cx="15762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Jitter case added to jitter statistics.</a:t>
              </a:r>
              <a:endParaRPr/>
            </a:p>
          </p:txBody>
        </p:sp>
        <p:sp>
          <p:nvSpPr>
            <p:cNvPr id="1067" name="Google Shape;1067;p74"/>
            <p:cNvSpPr/>
            <p:nvPr/>
          </p:nvSpPr>
          <p:spPr>
            <a:xfrm>
              <a:off x="9191625" y="4790625"/>
              <a:ext cx="1228725" cy="1123950"/>
            </a:xfrm>
            <a:custGeom>
              <a:rect b="b" l="l" r="r" t="t"/>
              <a:pathLst>
                <a:path extrusionOk="0" h="44958" w="49149">
                  <a:moveTo>
                    <a:pt x="0" y="0"/>
                  </a:moveTo>
                  <a:cubicBezTo>
                    <a:pt x="3810" y="2032"/>
                    <a:pt x="15875" y="7112"/>
                    <a:pt x="22860" y="12192"/>
                  </a:cubicBezTo>
                  <a:cubicBezTo>
                    <a:pt x="29845" y="17272"/>
                    <a:pt x="37529" y="25019"/>
                    <a:pt x="41910" y="30480"/>
                  </a:cubicBezTo>
                  <a:cubicBezTo>
                    <a:pt x="46292" y="35941"/>
                    <a:pt x="47943" y="42545"/>
                    <a:pt x="49149" y="44958"/>
                  </a:cubicBezTo>
                </a:path>
              </a:pathLst>
            </a:custGeom>
            <a:noFill/>
            <a:ln cap="flat" cmpd="sng" w="19050">
              <a:solidFill>
                <a:srgbClr val="666666"/>
              </a:solidFill>
              <a:prstDash val="dash"/>
              <a:round/>
              <a:headEnd len="med" w="med" type="stealth"/>
              <a:tailEnd len="med" w="med" type="none"/>
            </a:ln>
          </p:spPr>
        </p:sp>
      </p:grpSp>
      <p:grpSp>
        <p:nvGrpSpPr>
          <p:cNvPr id="1068" name="Google Shape;1068;p74"/>
          <p:cNvGrpSpPr/>
          <p:nvPr/>
        </p:nvGrpSpPr>
        <p:grpSpPr>
          <a:xfrm>
            <a:off x="6802898" y="1505000"/>
            <a:ext cx="4263904" cy="991800"/>
            <a:chOff x="6955298" y="1505000"/>
            <a:chExt cx="4263904" cy="991800"/>
          </a:xfrm>
        </p:grpSpPr>
        <p:sp>
          <p:nvSpPr>
            <p:cNvPr id="1069" name="Google Shape;1069;p74"/>
            <p:cNvSpPr txBox="1"/>
            <p:nvPr/>
          </p:nvSpPr>
          <p:spPr>
            <a:xfrm>
              <a:off x="8784102" y="1505000"/>
              <a:ext cx="2435100" cy="41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Nb of extended alerts with at least one jitter case</a:t>
              </a:r>
              <a:endParaRPr/>
            </a:p>
          </p:txBody>
        </p:sp>
        <p:sp>
          <p:nvSpPr>
            <p:cNvPr id="1070" name="Google Shape;1070;p74"/>
            <p:cNvSpPr txBox="1"/>
            <p:nvPr/>
          </p:nvSpPr>
          <p:spPr>
            <a:xfrm>
              <a:off x="9160000" y="2081900"/>
              <a:ext cx="1799700" cy="41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Total number of extended alerts</a:t>
              </a:r>
              <a:endParaRPr/>
            </a:p>
          </p:txBody>
        </p:sp>
        <p:cxnSp>
          <p:nvCxnSpPr>
            <p:cNvPr id="1071" name="Google Shape;1071;p74"/>
            <p:cNvCxnSpPr/>
            <p:nvPr/>
          </p:nvCxnSpPr>
          <p:spPr>
            <a:xfrm>
              <a:off x="8784102" y="2081894"/>
              <a:ext cx="2435100" cy="0"/>
            </a:xfrm>
            <a:prstGeom prst="straightConnector1">
              <a:avLst/>
            </a:prstGeom>
            <a:noFill/>
            <a:ln cap="flat" cmpd="sng" w="9525">
              <a:solidFill>
                <a:srgbClr val="000000"/>
              </a:solidFill>
              <a:prstDash val="solid"/>
              <a:round/>
              <a:headEnd len="med" w="med" type="none"/>
              <a:tailEnd len="med" w="med" type="none"/>
            </a:ln>
          </p:spPr>
        </p:cxnSp>
        <p:sp>
          <p:nvSpPr>
            <p:cNvPr id="1072" name="Google Shape;1072;p74"/>
            <p:cNvSpPr txBox="1"/>
            <p:nvPr/>
          </p:nvSpPr>
          <p:spPr>
            <a:xfrm>
              <a:off x="6955298" y="1868175"/>
              <a:ext cx="1799700" cy="421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fr-FR"/>
                <a:t>Jitter proba =</a:t>
              </a:r>
              <a:endParaRPr/>
            </a:p>
          </p:txBody>
        </p:sp>
      </p:grpSp>
      <p:sp>
        <p:nvSpPr>
          <p:cNvPr id="1073" name="Google Shape;1073;p74"/>
          <p:cNvSpPr txBox="1"/>
          <p:nvPr>
            <p:ph idx="12" type="sldNum"/>
          </p:nvPr>
        </p:nvSpPr>
        <p:spPr>
          <a:xfrm>
            <a:off x="478800" y="6444000"/>
            <a:ext cx="288000" cy="2160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fld id="{00000000-1234-1234-1234-123412341234}" type="slidenum">
              <a:rPr lang="fr-FR"/>
              <a:t>‹#›</a:t>
            </a:fld>
            <a:endParaRPr/>
          </a:p>
        </p:txBody>
      </p:sp>
      <p:sp>
        <p:nvSpPr>
          <p:cNvPr id="1074" name="Google Shape;1074;p74"/>
          <p:cNvSpPr txBox="1"/>
          <p:nvPr>
            <p:ph idx="2" type="body"/>
          </p:nvPr>
        </p:nvSpPr>
        <p:spPr>
          <a:xfrm>
            <a:off x="8649337" y="332209"/>
            <a:ext cx="3266700" cy="1446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9" name="Shape 1079"/>
        <p:cNvGrpSpPr/>
        <p:nvPr/>
      </p:nvGrpSpPr>
      <p:grpSpPr>
        <a:xfrm>
          <a:off x="0" y="0"/>
          <a:ext cx="0" cy="0"/>
          <a:chOff x="0" y="0"/>
          <a:chExt cx="0" cy="0"/>
        </a:xfrm>
      </p:grpSpPr>
      <p:sp>
        <p:nvSpPr>
          <p:cNvPr id="1080" name="Google Shape;1080;p75"/>
          <p:cNvSpPr txBox="1"/>
          <p:nvPr>
            <p:ph type="title"/>
          </p:nvPr>
        </p:nvSpPr>
        <p:spPr>
          <a:xfrm>
            <a:off x="478800" y="655200"/>
            <a:ext cx="11232000" cy="900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fr-FR"/>
              <a:t>Algorithm performance assessment by prototyping on historical data</a:t>
            </a:r>
            <a:endParaRPr/>
          </a:p>
          <a:p>
            <a:pPr indent="0" lvl="0" marL="0" rtl="0" algn="l">
              <a:spcBef>
                <a:spcPts val="0"/>
              </a:spcBef>
              <a:spcAft>
                <a:spcPts val="0"/>
              </a:spcAft>
              <a:buNone/>
            </a:pPr>
            <a:r>
              <a:rPr lang="fr-FR">
                <a:solidFill>
                  <a:srgbClr val="666666"/>
                </a:solidFill>
              </a:rPr>
              <a:t>Handling early cut off</a:t>
            </a:r>
            <a:endParaRPr>
              <a:solidFill>
                <a:srgbClr val="666666"/>
              </a:solidFill>
            </a:endParaRPr>
          </a:p>
        </p:txBody>
      </p:sp>
      <p:sp>
        <p:nvSpPr>
          <p:cNvPr id="1081" name="Google Shape;1081;p75"/>
          <p:cNvSpPr txBox="1"/>
          <p:nvPr>
            <p:ph idx="1" type="body"/>
          </p:nvPr>
        </p:nvSpPr>
        <p:spPr>
          <a:xfrm>
            <a:off x="478800" y="1558800"/>
            <a:ext cx="6282000" cy="4351200"/>
          </a:xfrm>
          <a:prstGeom prst="rect">
            <a:avLst/>
          </a:prstGeom>
        </p:spPr>
        <p:txBody>
          <a:bodyPr anchorCtr="0" anchor="t" bIns="0" lIns="0" spcFirstLastPara="1" rIns="0" wrap="square" tIns="0">
            <a:noAutofit/>
          </a:bodyPr>
          <a:lstStyle/>
          <a:p>
            <a:pPr indent="-180000" lvl="0" marL="180000" marR="0" rtl="0" algn="l">
              <a:lnSpc>
                <a:spcPct val="113000"/>
              </a:lnSpc>
              <a:spcBef>
                <a:spcPts val="0"/>
              </a:spcBef>
              <a:spcAft>
                <a:spcPts val="0"/>
              </a:spcAft>
              <a:buClr>
                <a:schemeClr val="dk2"/>
              </a:buClr>
              <a:buSzPts val="1500"/>
              <a:buChar char="•"/>
            </a:pPr>
            <a:r>
              <a:rPr b="1" lang="fr-FR">
                <a:solidFill>
                  <a:schemeClr val="dk2"/>
                </a:solidFill>
              </a:rPr>
              <a:t>Cut off probability:</a:t>
            </a:r>
            <a:endParaRPr b="1">
              <a:solidFill>
                <a:schemeClr val="dk2"/>
              </a:solidFill>
            </a:endParaRPr>
          </a:p>
          <a:p>
            <a:pPr indent="0" lvl="0" marL="457200" rtl="0" algn="l">
              <a:spcBef>
                <a:spcPts val="0"/>
              </a:spcBef>
              <a:spcAft>
                <a:spcPts val="0"/>
              </a:spcAft>
              <a:buNone/>
            </a:pPr>
            <a:r>
              <a:rPr lang="fr-FR"/>
              <a:t>When an alert triggers, probability that it stops before the event occurs on aircraft.</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fr-FR"/>
              <a:t>Default cut off tolerance is 0 days.</a:t>
            </a:r>
            <a:endParaRPr/>
          </a:p>
        </p:txBody>
      </p:sp>
      <p:cxnSp>
        <p:nvCxnSpPr>
          <p:cNvPr id="1082" name="Google Shape;1082;p75"/>
          <p:cNvCxnSpPr/>
          <p:nvPr/>
        </p:nvCxnSpPr>
        <p:spPr>
          <a:xfrm>
            <a:off x="7050500" y="5179750"/>
            <a:ext cx="4705800" cy="0"/>
          </a:xfrm>
          <a:prstGeom prst="straightConnector1">
            <a:avLst/>
          </a:prstGeom>
          <a:noFill/>
          <a:ln cap="flat" cmpd="sng" w="28575">
            <a:solidFill>
              <a:srgbClr val="000000"/>
            </a:solidFill>
            <a:prstDash val="solid"/>
            <a:round/>
            <a:headEnd len="med" w="med" type="none"/>
            <a:tailEnd len="med" w="med" type="triangle"/>
          </a:ln>
        </p:spPr>
      </p:cxnSp>
      <p:sp>
        <p:nvSpPr>
          <p:cNvPr id="1083" name="Google Shape;1083;p75"/>
          <p:cNvSpPr txBox="1"/>
          <p:nvPr/>
        </p:nvSpPr>
        <p:spPr>
          <a:xfrm>
            <a:off x="10960725" y="5179750"/>
            <a:ext cx="708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a:t>Time</a:t>
            </a:r>
            <a:endParaRPr b="1"/>
          </a:p>
        </p:txBody>
      </p:sp>
      <p:sp>
        <p:nvSpPr>
          <p:cNvPr id="1084" name="Google Shape;1084;p75"/>
          <p:cNvSpPr txBox="1"/>
          <p:nvPr/>
        </p:nvSpPr>
        <p:spPr>
          <a:xfrm>
            <a:off x="6550450" y="3591125"/>
            <a:ext cx="708600" cy="355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fr-FR"/>
              <a:t>Alert status</a:t>
            </a:r>
            <a:endParaRPr b="1"/>
          </a:p>
        </p:txBody>
      </p:sp>
      <p:sp>
        <p:nvSpPr>
          <p:cNvPr id="1085" name="Google Shape;1085;p75"/>
          <p:cNvSpPr txBox="1"/>
          <p:nvPr/>
        </p:nvSpPr>
        <p:spPr>
          <a:xfrm>
            <a:off x="6268400" y="4331700"/>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Triggers</a:t>
            </a:r>
            <a:endParaRPr/>
          </a:p>
        </p:txBody>
      </p:sp>
      <p:sp>
        <p:nvSpPr>
          <p:cNvPr id="1086" name="Google Shape;1086;p75"/>
          <p:cNvSpPr txBox="1"/>
          <p:nvPr/>
        </p:nvSpPr>
        <p:spPr>
          <a:xfrm>
            <a:off x="6268400" y="4679525"/>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No alert</a:t>
            </a:r>
            <a:endParaRPr/>
          </a:p>
        </p:txBody>
      </p:sp>
      <p:cxnSp>
        <p:nvCxnSpPr>
          <p:cNvPr id="1087" name="Google Shape;1087;p75"/>
          <p:cNvCxnSpPr/>
          <p:nvPr/>
        </p:nvCxnSpPr>
        <p:spPr>
          <a:xfrm>
            <a:off x="7117325" y="4919875"/>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1088" name="Google Shape;1088;p75"/>
          <p:cNvCxnSpPr/>
          <p:nvPr/>
        </p:nvCxnSpPr>
        <p:spPr>
          <a:xfrm>
            <a:off x="7117325" y="4545575"/>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1089" name="Google Shape;1089;p75"/>
          <p:cNvCxnSpPr/>
          <p:nvPr/>
        </p:nvCxnSpPr>
        <p:spPr>
          <a:xfrm rot="10800000">
            <a:off x="7197550" y="4163725"/>
            <a:ext cx="0" cy="1189800"/>
          </a:xfrm>
          <a:prstGeom prst="straightConnector1">
            <a:avLst/>
          </a:prstGeom>
          <a:noFill/>
          <a:ln cap="flat" cmpd="sng" w="28575">
            <a:solidFill>
              <a:srgbClr val="000000"/>
            </a:solidFill>
            <a:prstDash val="solid"/>
            <a:round/>
            <a:headEnd len="med" w="med" type="none"/>
            <a:tailEnd len="med" w="med" type="triangle"/>
          </a:ln>
        </p:spPr>
      </p:cxnSp>
      <p:cxnSp>
        <p:nvCxnSpPr>
          <p:cNvPr id="1090" name="Google Shape;1090;p75"/>
          <p:cNvCxnSpPr/>
          <p:nvPr/>
        </p:nvCxnSpPr>
        <p:spPr>
          <a:xfrm rot="10800000">
            <a:off x="10526375" y="4278100"/>
            <a:ext cx="0" cy="895800"/>
          </a:xfrm>
          <a:prstGeom prst="straightConnector1">
            <a:avLst/>
          </a:prstGeom>
          <a:noFill/>
          <a:ln cap="flat" cmpd="sng" w="38100">
            <a:solidFill>
              <a:srgbClr val="1155CC"/>
            </a:solidFill>
            <a:prstDash val="solid"/>
            <a:round/>
            <a:headEnd len="med" w="med" type="none"/>
            <a:tailEnd len="med" w="med" type="none"/>
          </a:ln>
        </p:spPr>
      </p:cxnSp>
      <p:sp>
        <p:nvSpPr>
          <p:cNvPr id="1091" name="Google Shape;1091;p75"/>
          <p:cNvSpPr txBox="1"/>
          <p:nvPr/>
        </p:nvSpPr>
        <p:spPr>
          <a:xfrm>
            <a:off x="2090850" y="2916350"/>
            <a:ext cx="20988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u="sng"/>
              <a:t>Cut off effect</a:t>
            </a:r>
            <a:endParaRPr b="1" sz="1800" u="sng"/>
          </a:p>
        </p:txBody>
      </p:sp>
      <p:sp>
        <p:nvSpPr>
          <p:cNvPr id="1092" name="Google Shape;1092;p75"/>
          <p:cNvSpPr txBox="1"/>
          <p:nvPr/>
        </p:nvSpPr>
        <p:spPr>
          <a:xfrm>
            <a:off x="7777425" y="2916350"/>
            <a:ext cx="27489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u="sng"/>
              <a:t>Cut off compensation</a:t>
            </a:r>
            <a:endParaRPr b="1" sz="1800" u="sng"/>
          </a:p>
        </p:txBody>
      </p:sp>
      <p:sp>
        <p:nvSpPr>
          <p:cNvPr id="1093" name="Google Shape;1093;p75"/>
          <p:cNvSpPr txBox="1"/>
          <p:nvPr/>
        </p:nvSpPr>
        <p:spPr>
          <a:xfrm>
            <a:off x="8923450" y="3679125"/>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Useful alert</a:t>
            </a:r>
            <a:endParaRPr/>
          </a:p>
        </p:txBody>
      </p:sp>
      <p:sp>
        <p:nvSpPr>
          <p:cNvPr id="1094" name="Google Shape;1094;p75"/>
          <p:cNvSpPr txBox="1"/>
          <p:nvPr/>
        </p:nvSpPr>
        <p:spPr>
          <a:xfrm>
            <a:off x="9966250" y="3679125"/>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Detected event</a:t>
            </a:r>
            <a:endParaRPr/>
          </a:p>
        </p:txBody>
      </p:sp>
      <p:sp>
        <p:nvSpPr>
          <p:cNvPr id="1095" name="Google Shape;1095;p75"/>
          <p:cNvSpPr txBox="1"/>
          <p:nvPr/>
        </p:nvSpPr>
        <p:spPr>
          <a:xfrm>
            <a:off x="9083925" y="3360450"/>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sp>
        <p:nvSpPr>
          <p:cNvPr id="1096" name="Google Shape;1096;p75"/>
          <p:cNvSpPr txBox="1"/>
          <p:nvPr/>
        </p:nvSpPr>
        <p:spPr>
          <a:xfrm>
            <a:off x="10139975" y="3360450"/>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38761D"/>
                </a:solidFill>
              </a:rPr>
              <a:t>✔</a:t>
            </a:r>
            <a:endParaRPr b="1" sz="1800">
              <a:solidFill>
                <a:srgbClr val="85200C"/>
              </a:solidFill>
            </a:endParaRPr>
          </a:p>
        </p:txBody>
      </p:sp>
      <p:cxnSp>
        <p:nvCxnSpPr>
          <p:cNvPr id="1097" name="Google Shape;1097;p75"/>
          <p:cNvCxnSpPr/>
          <p:nvPr/>
        </p:nvCxnSpPr>
        <p:spPr>
          <a:xfrm>
            <a:off x="10306050" y="5487150"/>
            <a:ext cx="429900" cy="0"/>
          </a:xfrm>
          <a:prstGeom prst="straightConnector1">
            <a:avLst/>
          </a:prstGeom>
          <a:noFill/>
          <a:ln cap="flat" cmpd="sng" w="19050">
            <a:solidFill>
              <a:srgbClr val="000000"/>
            </a:solidFill>
            <a:prstDash val="dash"/>
            <a:round/>
            <a:headEnd len="med" w="med" type="stealth"/>
            <a:tailEnd len="med" w="med" type="stealth"/>
          </a:ln>
        </p:spPr>
      </p:cxnSp>
      <p:sp>
        <p:nvSpPr>
          <p:cNvPr id="1098" name="Google Shape;1098;p75"/>
          <p:cNvSpPr txBox="1"/>
          <p:nvPr/>
        </p:nvSpPr>
        <p:spPr>
          <a:xfrm>
            <a:off x="8923450" y="5508350"/>
            <a:ext cx="2349900" cy="6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Tolerance added at end of alerting period to compensate for cut off.</a:t>
            </a:r>
            <a:endParaRPr/>
          </a:p>
        </p:txBody>
      </p:sp>
      <p:cxnSp>
        <p:nvCxnSpPr>
          <p:cNvPr id="1099" name="Google Shape;1099;p75"/>
          <p:cNvCxnSpPr/>
          <p:nvPr/>
        </p:nvCxnSpPr>
        <p:spPr>
          <a:xfrm>
            <a:off x="10293825" y="4979150"/>
            <a:ext cx="0" cy="681900"/>
          </a:xfrm>
          <a:prstGeom prst="straightConnector1">
            <a:avLst/>
          </a:prstGeom>
          <a:noFill/>
          <a:ln cap="flat" cmpd="sng" w="19050">
            <a:solidFill>
              <a:srgbClr val="000000"/>
            </a:solidFill>
            <a:prstDash val="dot"/>
            <a:round/>
            <a:headEnd len="med" w="med" type="none"/>
            <a:tailEnd len="med" w="med" type="none"/>
          </a:ln>
        </p:spPr>
      </p:cxnSp>
      <p:cxnSp>
        <p:nvCxnSpPr>
          <p:cNvPr id="1100" name="Google Shape;1100;p75"/>
          <p:cNvCxnSpPr/>
          <p:nvPr/>
        </p:nvCxnSpPr>
        <p:spPr>
          <a:xfrm>
            <a:off x="10735925" y="5189888"/>
            <a:ext cx="0" cy="468600"/>
          </a:xfrm>
          <a:prstGeom prst="straightConnector1">
            <a:avLst/>
          </a:prstGeom>
          <a:noFill/>
          <a:ln cap="flat" cmpd="sng" w="19050">
            <a:solidFill>
              <a:srgbClr val="000000"/>
            </a:solidFill>
            <a:prstDash val="dot"/>
            <a:round/>
            <a:headEnd len="med" w="med" type="none"/>
            <a:tailEnd len="med" w="med" type="none"/>
          </a:ln>
        </p:spPr>
      </p:cxnSp>
      <p:sp>
        <p:nvSpPr>
          <p:cNvPr id="1101" name="Google Shape;1101;p75"/>
          <p:cNvSpPr txBox="1"/>
          <p:nvPr/>
        </p:nvSpPr>
        <p:spPr>
          <a:xfrm>
            <a:off x="2247100" y="5329575"/>
            <a:ext cx="15762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Alerting stops too early (“cut off”).</a:t>
            </a:r>
            <a:endParaRPr/>
          </a:p>
        </p:txBody>
      </p:sp>
      <p:sp>
        <p:nvSpPr>
          <p:cNvPr id="1102" name="Google Shape;1102;p75"/>
          <p:cNvSpPr/>
          <p:nvPr/>
        </p:nvSpPr>
        <p:spPr>
          <a:xfrm flipH="1">
            <a:off x="3599099" y="4790625"/>
            <a:ext cx="872026" cy="640202"/>
          </a:xfrm>
          <a:custGeom>
            <a:rect b="b" l="l" r="r" t="t"/>
            <a:pathLst>
              <a:path extrusionOk="0" h="44958" w="49149">
                <a:moveTo>
                  <a:pt x="0" y="0"/>
                </a:moveTo>
                <a:cubicBezTo>
                  <a:pt x="3810" y="2032"/>
                  <a:pt x="15875" y="7112"/>
                  <a:pt x="22860" y="12192"/>
                </a:cubicBezTo>
                <a:cubicBezTo>
                  <a:pt x="29845" y="17272"/>
                  <a:pt x="37529" y="25019"/>
                  <a:pt x="41910" y="30480"/>
                </a:cubicBezTo>
                <a:cubicBezTo>
                  <a:pt x="46292" y="35941"/>
                  <a:pt x="47943" y="42545"/>
                  <a:pt x="49149" y="44958"/>
                </a:cubicBezTo>
              </a:path>
            </a:pathLst>
          </a:custGeom>
          <a:noFill/>
          <a:ln cap="flat" cmpd="sng" w="19050">
            <a:solidFill>
              <a:srgbClr val="666666"/>
            </a:solidFill>
            <a:prstDash val="dash"/>
            <a:round/>
            <a:headEnd len="med" w="med" type="stealth"/>
            <a:tailEnd len="med" w="med" type="none"/>
          </a:ln>
        </p:spPr>
      </p:sp>
      <p:grpSp>
        <p:nvGrpSpPr>
          <p:cNvPr id="1103" name="Google Shape;1103;p75"/>
          <p:cNvGrpSpPr/>
          <p:nvPr/>
        </p:nvGrpSpPr>
        <p:grpSpPr>
          <a:xfrm>
            <a:off x="6802898" y="1505000"/>
            <a:ext cx="4263904" cy="991800"/>
            <a:chOff x="6955298" y="1505000"/>
            <a:chExt cx="4263904" cy="991800"/>
          </a:xfrm>
        </p:grpSpPr>
        <p:sp>
          <p:nvSpPr>
            <p:cNvPr id="1104" name="Google Shape;1104;p75"/>
            <p:cNvSpPr txBox="1"/>
            <p:nvPr/>
          </p:nvSpPr>
          <p:spPr>
            <a:xfrm>
              <a:off x="8784102" y="1505000"/>
              <a:ext cx="2435100" cy="41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Nb of alerts that stop before event occurrence</a:t>
              </a:r>
              <a:endParaRPr/>
            </a:p>
          </p:txBody>
        </p:sp>
        <p:sp>
          <p:nvSpPr>
            <p:cNvPr id="1105" name="Google Shape;1105;p75"/>
            <p:cNvSpPr txBox="1"/>
            <p:nvPr/>
          </p:nvSpPr>
          <p:spPr>
            <a:xfrm>
              <a:off x="9160000" y="2081900"/>
              <a:ext cx="1799700" cy="41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Total number of alerts</a:t>
              </a:r>
              <a:endParaRPr/>
            </a:p>
          </p:txBody>
        </p:sp>
        <p:cxnSp>
          <p:nvCxnSpPr>
            <p:cNvPr id="1106" name="Google Shape;1106;p75"/>
            <p:cNvCxnSpPr/>
            <p:nvPr/>
          </p:nvCxnSpPr>
          <p:spPr>
            <a:xfrm>
              <a:off x="8784102" y="2081894"/>
              <a:ext cx="2435100" cy="0"/>
            </a:xfrm>
            <a:prstGeom prst="straightConnector1">
              <a:avLst/>
            </a:prstGeom>
            <a:noFill/>
            <a:ln cap="flat" cmpd="sng" w="9525">
              <a:solidFill>
                <a:srgbClr val="000000"/>
              </a:solidFill>
              <a:prstDash val="solid"/>
              <a:round/>
              <a:headEnd len="med" w="med" type="none"/>
              <a:tailEnd len="med" w="med" type="none"/>
            </a:ln>
          </p:spPr>
        </p:cxnSp>
        <p:sp>
          <p:nvSpPr>
            <p:cNvPr id="1107" name="Google Shape;1107;p75"/>
            <p:cNvSpPr txBox="1"/>
            <p:nvPr/>
          </p:nvSpPr>
          <p:spPr>
            <a:xfrm>
              <a:off x="6955298" y="1868175"/>
              <a:ext cx="1799700" cy="421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fr-FR"/>
                <a:t>Cut off proba =</a:t>
              </a:r>
              <a:endParaRPr/>
            </a:p>
          </p:txBody>
        </p:sp>
      </p:grpSp>
      <p:sp>
        <p:nvSpPr>
          <p:cNvPr id="1108" name="Google Shape;1108;p75"/>
          <p:cNvSpPr txBox="1"/>
          <p:nvPr>
            <p:ph idx="12" type="sldNum"/>
          </p:nvPr>
        </p:nvSpPr>
        <p:spPr>
          <a:xfrm>
            <a:off x="478800" y="6444000"/>
            <a:ext cx="288000" cy="2160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fld id="{00000000-1234-1234-1234-123412341234}" type="slidenum">
              <a:rPr lang="fr-FR"/>
              <a:t>‹#›</a:t>
            </a:fld>
            <a:endParaRPr/>
          </a:p>
        </p:txBody>
      </p:sp>
      <p:sp>
        <p:nvSpPr>
          <p:cNvPr id="1109" name="Google Shape;1109;p75"/>
          <p:cNvSpPr txBox="1"/>
          <p:nvPr>
            <p:ph idx="2" type="body"/>
          </p:nvPr>
        </p:nvSpPr>
        <p:spPr>
          <a:xfrm>
            <a:off x="8649337" y="332209"/>
            <a:ext cx="3266700" cy="1446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cxnSp>
        <p:nvCxnSpPr>
          <p:cNvPr id="1110" name="Google Shape;1110;p75"/>
          <p:cNvCxnSpPr/>
          <p:nvPr/>
        </p:nvCxnSpPr>
        <p:spPr>
          <a:xfrm>
            <a:off x="1061450" y="5215150"/>
            <a:ext cx="4705800" cy="0"/>
          </a:xfrm>
          <a:prstGeom prst="straightConnector1">
            <a:avLst/>
          </a:prstGeom>
          <a:noFill/>
          <a:ln cap="flat" cmpd="sng" w="28575">
            <a:solidFill>
              <a:srgbClr val="000000"/>
            </a:solidFill>
            <a:prstDash val="solid"/>
            <a:round/>
            <a:headEnd len="med" w="med" type="none"/>
            <a:tailEnd len="med" w="med" type="triangle"/>
          </a:ln>
        </p:spPr>
      </p:cxnSp>
      <p:sp>
        <p:nvSpPr>
          <p:cNvPr id="1111" name="Google Shape;1111;p75"/>
          <p:cNvSpPr txBox="1"/>
          <p:nvPr/>
        </p:nvSpPr>
        <p:spPr>
          <a:xfrm>
            <a:off x="4971675" y="5215150"/>
            <a:ext cx="708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a:t>Time</a:t>
            </a:r>
            <a:endParaRPr b="1"/>
          </a:p>
        </p:txBody>
      </p:sp>
      <p:sp>
        <p:nvSpPr>
          <p:cNvPr id="1112" name="Google Shape;1112;p75"/>
          <p:cNvSpPr txBox="1"/>
          <p:nvPr/>
        </p:nvSpPr>
        <p:spPr>
          <a:xfrm>
            <a:off x="561400" y="3626525"/>
            <a:ext cx="708600" cy="355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fr-FR"/>
              <a:t>Alert status</a:t>
            </a:r>
            <a:endParaRPr b="1"/>
          </a:p>
        </p:txBody>
      </p:sp>
      <p:sp>
        <p:nvSpPr>
          <p:cNvPr id="1113" name="Google Shape;1113;p75"/>
          <p:cNvSpPr txBox="1"/>
          <p:nvPr/>
        </p:nvSpPr>
        <p:spPr>
          <a:xfrm>
            <a:off x="279350" y="4367100"/>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Triggers</a:t>
            </a:r>
            <a:endParaRPr/>
          </a:p>
        </p:txBody>
      </p:sp>
      <p:sp>
        <p:nvSpPr>
          <p:cNvPr id="1114" name="Google Shape;1114;p75"/>
          <p:cNvSpPr txBox="1"/>
          <p:nvPr/>
        </p:nvSpPr>
        <p:spPr>
          <a:xfrm>
            <a:off x="279350" y="4714925"/>
            <a:ext cx="8556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FR"/>
              <a:t>No alert</a:t>
            </a:r>
            <a:endParaRPr/>
          </a:p>
        </p:txBody>
      </p:sp>
      <p:cxnSp>
        <p:nvCxnSpPr>
          <p:cNvPr id="1115" name="Google Shape;1115;p75"/>
          <p:cNvCxnSpPr/>
          <p:nvPr/>
        </p:nvCxnSpPr>
        <p:spPr>
          <a:xfrm>
            <a:off x="1128275" y="4955275"/>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1116" name="Google Shape;1116;p75"/>
          <p:cNvCxnSpPr/>
          <p:nvPr/>
        </p:nvCxnSpPr>
        <p:spPr>
          <a:xfrm>
            <a:off x="1128275" y="4580975"/>
            <a:ext cx="4425000" cy="0"/>
          </a:xfrm>
          <a:prstGeom prst="straightConnector1">
            <a:avLst/>
          </a:prstGeom>
          <a:noFill/>
          <a:ln cap="flat" cmpd="sng" w="28575">
            <a:solidFill>
              <a:srgbClr val="999999"/>
            </a:solidFill>
            <a:prstDash val="solid"/>
            <a:round/>
            <a:headEnd len="med" w="med" type="none"/>
            <a:tailEnd len="med" w="med" type="none"/>
          </a:ln>
        </p:spPr>
      </p:cxnSp>
      <p:cxnSp>
        <p:nvCxnSpPr>
          <p:cNvPr id="1117" name="Google Shape;1117;p75"/>
          <p:cNvCxnSpPr/>
          <p:nvPr/>
        </p:nvCxnSpPr>
        <p:spPr>
          <a:xfrm rot="10800000">
            <a:off x="1208500" y="4199125"/>
            <a:ext cx="0" cy="1189800"/>
          </a:xfrm>
          <a:prstGeom prst="straightConnector1">
            <a:avLst/>
          </a:prstGeom>
          <a:noFill/>
          <a:ln cap="flat" cmpd="sng" w="28575">
            <a:solidFill>
              <a:srgbClr val="000000"/>
            </a:solidFill>
            <a:prstDash val="solid"/>
            <a:round/>
            <a:headEnd len="med" w="med" type="none"/>
            <a:tailEnd len="med" w="med" type="triangle"/>
          </a:ln>
        </p:spPr>
      </p:cxnSp>
      <p:sp>
        <p:nvSpPr>
          <p:cNvPr id="1118" name="Google Shape;1118;p75"/>
          <p:cNvSpPr txBox="1"/>
          <p:nvPr/>
        </p:nvSpPr>
        <p:spPr>
          <a:xfrm>
            <a:off x="3194200" y="3725075"/>
            <a:ext cx="1042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Spurious alert</a:t>
            </a:r>
            <a:endParaRPr/>
          </a:p>
        </p:txBody>
      </p:sp>
      <p:sp>
        <p:nvSpPr>
          <p:cNvPr id="1119" name="Google Shape;1119;p75"/>
          <p:cNvSpPr txBox="1"/>
          <p:nvPr/>
        </p:nvSpPr>
        <p:spPr>
          <a:xfrm>
            <a:off x="4054450" y="3725075"/>
            <a:ext cx="1240800" cy="5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Undetected event</a:t>
            </a:r>
            <a:endParaRPr/>
          </a:p>
        </p:txBody>
      </p:sp>
      <p:cxnSp>
        <p:nvCxnSpPr>
          <p:cNvPr id="1120" name="Google Shape;1120;p75"/>
          <p:cNvCxnSpPr/>
          <p:nvPr/>
        </p:nvCxnSpPr>
        <p:spPr>
          <a:xfrm rot="10800000">
            <a:off x="4537325" y="4313500"/>
            <a:ext cx="0" cy="895800"/>
          </a:xfrm>
          <a:prstGeom prst="straightConnector1">
            <a:avLst/>
          </a:prstGeom>
          <a:noFill/>
          <a:ln cap="flat" cmpd="sng" w="38100">
            <a:solidFill>
              <a:srgbClr val="1155CC"/>
            </a:solidFill>
            <a:prstDash val="solid"/>
            <a:round/>
            <a:headEnd len="med" w="med" type="none"/>
            <a:tailEnd len="med" w="med" type="none"/>
          </a:ln>
        </p:spPr>
      </p:cxnSp>
      <p:sp>
        <p:nvSpPr>
          <p:cNvPr id="1121" name="Google Shape;1121;p75"/>
          <p:cNvSpPr txBox="1"/>
          <p:nvPr/>
        </p:nvSpPr>
        <p:spPr>
          <a:xfrm>
            <a:off x="3361300" y="3406400"/>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85200C"/>
                </a:solidFill>
              </a:rPr>
              <a:t>⛌</a:t>
            </a:r>
            <a:endParaRPr b="1" sz="1800">
              <a:solidFill>
                <a:srgbClr val="85200C"/>
              </a:solidFill>
            </a:endParaRPr>
          </a:p>
        </p:txBody>
      </p:sp>
      <p:sp>
        <p:nvSpPr>
          <p:cNvPr id="1122" name="Google Shape;1122;p75"/>
          <p:cNvSpPr txBox="1"/>
          <p:nvPr/>
        </p:nvSpPr>
        <p:spPr>
          <a:xfrm>
            <a:off x="4265850" y="3406400"/>
            <a:ext cx="708600" cy="49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FR" sz="1800">
                <a:solidFill>
                  <a:srgbClr val="85200C"/>
                </a:solidFill>
              </a:rPr>
              <a:t>⛌</a:t>
            </a:r>
            <a:endParaRPr b="1" sz="1800">
              <a:solidFill>
                <a:srgbClr val="85200C"/>
              </a:solidFill>
            </a:endParaRPr>
          </a:p>
        </p:txBody>
      </p:sp>
      <p:cxnSp>
        <p:nvCxnSpPr>
          <p:cNvPr id="1123" name="Google Shape;1123;p75"/>
          <p:cNvCxnSpPr/>
          <p:nvPr/>
        </p:nvCxnSpPr>
        <p:spPr>
          <a:xfrm>
            <a:off x="4362250" y="5509013"/>
            <a:ext cx="195300" cy="0"/>
          </a:xfrm>
          <a:prstGeom prst="straightConnector1">
            <a:avLst/>
          </a:prstGeom>
          <a:noFill/>
          <a:ln cap="flat" cmpd="sng" w="19050">
            <a:solidFill>
              <a:srgbClr val="000000"/>
            </a:solidFill>
            <a:prstDash val="dash"/>
            <a:round/>
            <a:headEnd len="med" w="med" type="none"/>
            <a:tailEnd len="med" w="med" type="none"/>
          </a:ln>
        </p:spPr>
      </p:cxnSp>
      <p:sp>
        <p:nvSpPr>
          <p:cNvPr id="1124" name="Google Shape;1124;p75"/>
          <p:cNvSpPr txBox="1"/>
          <p:nvPr/>
        </p:nvSpPr>
        <p:spPr>
          <a:xfrm>
            <a:off x="3990600" y="5606425"/>
            <a:ext cx="1107000" cy="38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FR"/>
              <a:t>Cut off time</a:t>
            </a:r>
            <a:endParaRPr/>
          </a:p>
        </p:txBody>
      </p:sp>
      <p:cxnSp>
        <p:nvCxnSpPr>
          <p:cNvPr id="1125" name="Google Shape;1125;p75"/>
          <p:cNvCxnSpPr/>
          <p:nvPr/>
        </p:nvCxnSpPr>
        <p:spPr>
          <a:xfrm>
            <a:off x="4375625" y="5001013"/>
            <a:ext cx="0" cy="681900"/>
          </a:xfrm>
          <a:prstGeom prst="straightConnector1">
            <a:avLst/>
          </a:prstGeom>
          <a:noFill/>
          <a:ln cap="flat" cmpd="sng" w="19050">
            <a:solidFill>
              <a:srgbClr val="000000"/>
            </a:solidFill>
            <a:prstDash val="dot"/>
            <a:round/>
            <a:headEnd len="med" w="med" type="none"/>
            <a:tailEnd len="med" w="med" type="none"/>
          </a:ln>
        </p:spPr>
      </p:cxnSp>
      <p:cxnSp>
        <p:nvCxnSpPr>
          <p:cNvPr id="1126" name="Google Shape;1126;p75"/>
          <p:cNvCxnSpPr/>
          <p:nvPr/>
        </p:nvCxnSpPr>
        <p:spPr>
          <a:xfrm>
            <a:off x="4538950" y="5001013"/>
            <a:ext cx="0" cy="681900"/>
          </a:xfrm>
          <a:prstGeom prst="straightConnector1">
            <a:avLst/>
          </a:prstGeom>
          <a:noFill/>
          <a:ln cap="flat" cmpd="sng" w="19050">
            <a:solidFill>
              <a:srgbClr val="000000"/>
            </a:solidFill>
            <a:prstDash val="dot"/>
            <a:round/>
            <a:headEnd len="med" w="med" type="none"/>
            <a:tailEnd len="med" w="med" type="none"/>
          </a:ln>
        </p:spPr>
      </p:cxnSp>
      <p:sp>
        <p:nvSpPr>
          <p:cNvPr id="1127" name="Google Shape;1127;p75"/>
          <p:cNvSpPr/>
          <p:nvPr/>
        </p:nvSpPr>
        <p:spPr>
          <a:xfrm>
            <a:off x="1231200" y="4590000"/>
            <a:ext cx="4330800" cy="388800"/>
          </a:xfrm>
          <a:custGeom>
            <a:rect b="b" l="l" r="r" t="t"/>
            <a:pathLst>
              <a:path extrusionOk="0" h="15552" w="173232">
                <a:moveTo>
                  <a:pt x="173232" y="15552"/>
                </a:moveTo>
                <a:lnTo>
                  <a:pt x="124848" y="15552"/>
                </a:lnTo>
                <a:lnTo>
                  <a:pt x="124848" y="0"/>
                </a:lnTo>
                <a:lnTo>
                  <a:pt x="86400" y="0"/>
                </a:lnTo>
                <a:lnTo>
                  <a:pt x="86400" y="15120"/>
                </a:lnTo>
                <a:lnTo>
                  <a:pt x="0" y="15120"/>
                </a:lnTo>
              </a:path>
            </a:pathLst>
          </a:custGeom>
          <a:noFill/>
          <a:ln cap="flat" cmpd="sng" w="38100">
            <a:solidFill>
              <a:srgbClr val="A64D79"/>
            </a:solidFill>
            <a:prstDash val="solid"/>
            <a:round/>
            <a:headEnd len="med" w="med" type="none"/>
            <a:tailEnd len="med" w="med" type="none"/>
          </a:ln>
        </p:spPr>
      </p:sp>
      <p:sp>
        <p:nvSpPr>
          <p:cNvPr id="1128" name="Google Shape;1128;p75"/>
          <p:cNvSpPr/>
          <p:nvPr/>
        </p:nvSpPr>
        <p:spPr>
          <a:xfrm>
            <a:off x="7197550" y="4550288"/>
            <a:ext cx="4330800" cy="388800"/>
          </a:xfrm>
          <a:custGeom>
            <a:rect b="b" l="l" r="r" t="t"/>
            <a:pathLst>
              <a:path extrusionOk="0" h="15552" w="173232">
                <a:moveTo>
                  <a:pt x="173232" y="15552"/>
                </a:moveTo>
                <a:lnTo>
                  <a:pt x="124848" y="15552"/>
                </a:lnTo>
                <a:lnTo>
                  <a:pt x="124848" y="0"/>
                </a:lnTo>
                <a:lnTo>
                  <a:pt x="86400" y="0"/>
                </a:lnTo>
                <a:lnTo>
                  <a:pt x="86400" y="15120"/>
                </a:lnTo>
                <a:lnTo>
                  <a:pt x="0" y="15120"/>
                </a:lnTo>
              </a:path>
            </a:pathLst>
          </a:custGeom>
          <a:noFill/>
          <a:ln cap="flat" cmpd="sng" w="38100">
            <a:solidFill>
              <a:srgbClr val="A64D79"/>
            </a:solidFill>
            <a:prstDash val="solid"/>
            <a:round/>
            <a:headEnd len="med" w="med" type="none"/>
            <a:tailEnd len="med" w="med" type="none"/>
          </a:ln>
        </p:spPr>
      </p:sp>
      <p:cxnSp>
        <p:nvCxnSpPr>
          <p:cNvPr id="1129" name="Google Shape;1129;p75"/>
          <p:cNvCxnSpPr/>
          <p:nvPr/>
        </p:nvCxnSpPr>
        <p:spPr>
          <a:xfrm>
            <a:off x="4189650" y="5509013"/>
            <a:ext cx="195300" cy="0"/>
          </a:xfrm>
          <a:prstGeom prst="straightConnector1">
            <a:avLst/>
          </a:prstGeom>
          <a:noFill/>
          <a:ln cap="flat" cmpd="sng" w="19050">
            <a:solidFill>
              <a:srgbClr val="000000"/>
            </a:solidFill>
            <a:prstDash val="dash"/>
            <a:round/>
            <a:headEnd len="med" w="med" type="none"/>
            <a:tailEnd len="med" w="med" type="stealth"/>
          </a:ln>
        </p:spPr>
      </p:cxnSp>
      <p:cxnSp>
        <p:nvCxnSpPr>
          <p:cNvPr id="1130" name="Google Shape;1130;p75"/>
          <p:cNvCxnSpPr/>
          <p:nvPr/>
        </p:nvCxnSpPr>
        <p:spPr>
          <a:xfrm>
            <a:off x="4522500" y="5509013"/>
            <a:ext cx="195300" cy="0"/>
          </a:xfrm>
          <a:prstGeom prst="straightConnector1">
            <a:avLst/>
          </a:prstGeom>
          <a:noFill/>
          <a:ln cap="flat" cmpd="sng" w="19050">
            <a:solidFill>
              <a:srgbClr val="000000"/>
            </a:solidFill>
            <a:prstDash val="dash"/>
            <a:round/>
            <a:headEnd len="med" w="med" type="stealth"/>
            <a:tailEnd len="med" w="med" type="none"/>
          </a:ln>
        </p:spPr>
      </p:cxnSp>
      <p:sp>
        <p:nvSpPr>
          <p:cNvPr id="1131" name="Google Shape;1131;p75"/>
          <p:cNvSpPr/>
          <p:nvPr/>
        </p:nvSpPr>
        <p:spPr>
          <a:xfrm>
            <a:off x="10325100" y="4562475"/>
            <a:ext cx="438150" cy="361950"/>
          </a:xfrm>
          <a:custGeom>
            <a:rect b="b" l="l" r="r" t="t"/>
            <a:pathLst>
              <a:path extrusionOk="0" h="14478" w="17526">
                <a:moveTo>
                  <a:pt x="0" y="0"/>
                </a:moveTo>
                <a:lnTo>
                  <a:pt x="17526" y="0"/>
                </a:lnTo>
                <a:lnTo>
                  <a:pt x="17526" y="14478"/>
                </a:lnTo>
              </a:path>
            </a:pathLst>
          </a:custGeom>
          <a:noFill/>
          <a:ln cap="flat" cmpd="sng" w="28575">
            <a:solidFill>
              <a:srgbClr val="FF00FF"/>
            </a:solidFill>
            <a:prstDash val="dash"/>
            <a:round/>
            <a:headEnd len="med" w="med" type="none"/>
            <a:tailEnd len="med" w="med" type="none"/>
          </a:ln>
        </p:spPr>
      </p:sp>
    </p:spTree>
  </p:cSld>
  <p:clrMapOvr>
    <a:masterClrMapping/>
  </p:clrMapOvr>
</p:sld>
</file>

<file path=ppt/theme/theme1.xml><?xml version="1.0" encoding="utf-8"?>
<a:theme xmlns:a="http://schemas.openxmlformats.org/drawingml/2006/main" xmlns:r="http://schemas.openxmlformats.org/officeDocument/2006/relationships" name="AB PPT template 16_9">
  <a:themeElements>
    <a:clrScheme name="Airbus colour theme">
      <a:dk1>
        <a:srgbClr val="000000"/>
      </a:dk1>
      <a:lt1>
        <a:srgbClr val="FFFFFF"/>
      </a:lt1>
      <a:dk2>
        <a:srgbClr val="00205B"/>
      </a:dk2>
      <a:lt2>
        <a:srgbClr val="005587"/>
      </a:lt2>
      <a:accent1>
        <a:srgbClr val="0085AD"/>
      </a:accent1>
      <a:accent2>
        <a:srgbClr val="B7C9D3"/>
      </a:accent2>
      <a:accent3>
        <a:srgbClr val="84BD00"/>
      </a:accent3>
      <a:accent4>
        <a:srgbClr val="E4002B"/>
      </a:accent4>
      <a:accent5>
        <a:srgbClr val="FE5000"/>
      </a:accent5>
      <a:accent6>
        <a:srgbClr val="A5189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arissa">
  <a:themeElements>
    <a:clrScheme name="AIRBUS">
      <a:dk1>
        <a:srgbClr val="000000"/>
      </a:dk1>
      <a:lt1>
        <a:srgbClr val="FFFFFF"/>
      </a:lt1>
      <a:dk2>
        <a:srgbClr val="E0E0DF"/>
      </a:dk2>
      <a:lt2>
        <a:srgbClr val="E0E0DF"/>
      </a:lt2>
      <a:accent1>
        <a:srgbClr val="1E3174"/>
      </a:accent1>
      <a:accent2>
        <a:srgbClr val="0D5881"/>
      </a:accent2>
      <a:accent3>
        <a:srgbClr val="5A6F83"/>
      </a:accent3>
      <a:accent4>
        <a:srgbClr val="9099A7"/>
      </a:accent4>
      <a:accent5>
        <a:srgbClr val="0085AD"/>
      </a:accent5>
      <a:accent6>
        <a:srgbClr val="9A3393"/>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irbus Master PPT Advanced">
  <a:themeElements>
    <a:clrScheme name="Airbus Colours">
      <a:dk1>
        <a:srgbClr val="000000"/>
      </a:dk1>
      <a:lt1>
        <a:srgbClr val="FFFFFF"/>
      </a:lt1>
      <a:dk2>
        <a:srgbClr val="00205B"/>
      </a:dk2>
      <a:lt2>
        <a:srgbClr val="005587"/>
      </a:lt2>
      <a:accent1>
        <a:srgbClr val="0085AD"/>
      </a:accent1>
      <a:accent2>
        <a:srgbClr val="859199"/>
      </a:accent2>
      <a:accent3>
        <a:srgbClr val="84BD00"/>
      </a:accent3>
      <a:accent4>
        <a:srgbClr val="E4002B"/>
      </a:accent4>
      <a:accent5>
        <a:srgbClr val="FE5000"/>
      </a:accent5>
      <a:accent6>
        <a:srgbClr val="A5189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