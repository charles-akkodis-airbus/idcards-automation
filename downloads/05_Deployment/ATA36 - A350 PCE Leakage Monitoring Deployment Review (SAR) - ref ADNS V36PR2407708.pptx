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Quattrocento Sans"/>
      <p:regular r:id="rId25"/>
      <p:bold r:id="rId26"/>
      <p:italic r:id="rId27"/>
      <p:boldItalic r:id="rId28"/>
    </p:embeddedFont>
    <p:embeddedFont>
      <p:font typeface="Noto Sans Symbol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3EA75F-919A-4468-8B7D-EDF7CFBBB312}">
  <a:tblStyle styleId="{F83EA75F-919A-4468-8B7D-EDF7CFBBB312}"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F1"/>
          </a:solidFill>
        </a:fill>
      </a:tcStyle>
    </a:wholeTbl>
    <a:band1H>
      <a:tcTxStyle/>
      <a:tcStyle>
        <a:fill>
          <a:solidFill>
            <a:srgbClr val="CAD8E2"/>
          </a:solidFill>
        </a:fill>
      </a:tcStyle>
    </a:band1H>
    <a:band2H>
      <a:tcTxStyle/>
    </a:band2H>
    <a:band1V>
      <a:tcTxStyle/>
      <a:tcStyle>
        <a:fill>
          <a:solidFill>
            <a:srgbClr val="CAD8E2"/>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8F24702C-2A23-46A4-A5C5-EC84ED24D2E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QuattrocentoSans-bold.fntdata"/><Relationship Id="rId25" Type="http://schemas.openxmlformats.org/officeDocument/2006/relationships/font" Target="fonts/QuattrocentoSans-regular.fntdata"/><Relationship Id="rId28" Type="http://schemas.openxmlformats.org/officeDocument/2006/relationships/font" Target="fonts/QuattrocentoSans-boldItalic.fntdata"/><Relationship Id="rId27" Type="http://schemas.openxmlformats.org/officeDocument/2006/relationships/font" Target="fonts/Quattrocento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otoSansSymbols-regular.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NotoSansSymbols-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0bb059670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0bb059670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3591bdb2b_0_17:notes"/>
          <p:cNvSpPr/>
          <p:nvPr>
            <p:ph idx="2" type="sldImg"/>
          </p:nvPr>
        </p:nvSpPr>
        <p:spPr>
          <a:xfrm>
            <a:off x="1861771" y="685801"/>
            <a:ext cx="3134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2" name="Google Shape;242;g113591bdb2b_0_17:notes"/>
          <p:cNvSpPr txBox="1"/>
          <p:nvPr>
            <p:ph idx="1" type="body"/>
          </p:nvPr>
        </p:nvSpPr>
        <p:spPr>
          <a:xfrm>
            <a:off x="685800" y="4344987"/>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113591bdb2b_0_17:notes"/>
          <p:cNvSpPr txBox="1"/>
          <p:nvPr>
            <p:ph idx="12" type="sldNum"/>
          </p:nvPr>
        </p:nvSpPr>
        <p:spPr>
          <a:xfrm>
            <a:off x="3884613" y="8685213"/>
            <a:ext cx="2971800" cy="456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326a57f2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326a57f2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53ce5e1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53ce5e1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13591bdb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13591bdb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190c1e005c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190c1e005c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1326a57f22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1326a57f22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12e8103b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12e8103b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121c574ac1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121c574ac1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139fe7470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139fe7470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36a3521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36a3521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136a3521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136a3521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53ce5e13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53ce5e13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053ce5e13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053ce5e13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136a3521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136a3521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1326a57f22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1326a57f22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326a57f22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326a57f22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e de titre" showMasterSp="0">
  <p:cSld name="1_Diapositive de titre">
    <p:bg>
      <p:bgPr>
        <a:blipFill>
          <a:blip r:embed="rId2">
            <a:alphaModFix/>
          </a:blip>
          <a:stretch>
            <a:fillRect/>
          </a:stretch>
        </a:blipFill>
      </p:bgPr>
    </p:bg>
    <p:spTree>
      <p:nvGrpSpPr>
        <p:cNvPr id="13" name="Shape 13"/>
        <p:cNvGrpSpPr/>
        <p:nvPr/>
      </p:nvGrpSpPr>
      <p:grpSpPr>
        <a:xfrm>
          <a:off x="0" y="0"/>
          <a:ext cx="0" cy="0"/>
          <a:chOff x="0" y="0"/>
          <a:chExt cx="0" cy="0"/>
        </a:xfrm>
      </p:grpSpPr>
      <p:grpSp>
        <p:nvGrpSpPr>
          <p:cNvPr id="14" name="Google Shape;14;p2"/>
          <p:cNvGrpSpPr/>
          <p:nvPr/>
        </p:nvGrpSpPr>
        <p:grpSpPr>
          <a:xfrm>
            <a:off x="7960915" y="4690807"/>
            <a:ext cx="998799" cy="184910"/>
            <a:chOff x="830300" y="1716088"/>
            <a:chExt cx="10058401" cy="1862137"/>
          </a:xfrm>
        </p:grpSpPr>
        <p:sp>
          <p:nvSpPr>
            <p:cNvPr id="15" name="Google Shape;15;p2"/>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lt1"/>
            </a:solid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16" name="Google Shape;16;p2"/>
            <p:cNvSpPr/>
            <p:nvPr/>
          </p:nvSpPr>
          <p:spPr>
            <a:xfrm>
              <a:off x="3130588" y="1749425"/>
              <a:ext cx="435000" cy="17892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17" name="Google Shape;17;p2"/>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18" name="Google Shape;18;p2"/>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lt1"/>
            </a:solid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19" name="Google Shape;19;p2"/>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lt1"/>
            </a:solid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20" name="Google Shape;20;p2"/>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lt1"/>
            </a:solid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id="21" name="Google Shape;21;p2"/>
          <p:cNvSpPr txBox="1"/>
          <p:nvPr/>
        </p:nvSpPr>
        <p:spPr>
          <a:xfrm>
            <a:off x="2836350" y="4690800"/>
            <a:ext cx="3936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Model Deployment Review t</a:t>
            </a:r>
            <a:r>
              <a:rPr lang="en-GB" sz="1000">
                <a:solidFill>
                  <a:schemeClr val="lt1"/>
                </a:solidFill>
              </a:rPr>
              <a:t>emplate reference FM1905097 v2.0</a:t>
            </a:r>
            <a:endParaRPr sz="1000">
              <a:solidFill>
                <a:schemeClr val="l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22" name="Shape 22"/>
        <p:cNvGrpSpPr/>
        <p:nvPr/>
      </p:nvGrpSpPr>
      <p:grpSpPr>
        <a:xfrm>
          <a:off x="0" y="0"/>
          <a:ext cx="0" cy="0"/>
          <a:chOff x="0" y="0"/>
          <a:chExt cx="0" cy="0"/>
        </a:xfrm>
      </p:grpSpPr>
      <p:sp>
        <p:nvSpPr>
          <p:cNvPr id="23" name="Google Shape;23;p3"/>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24" name="Google Shape;24;p3"/>
          <p:cNvPicPr preferRelativeResize="0"/>
          <p:nvPr/>
        </p:nvPicPr>
        <p:blipFill rotWithShape="1">
          <a:blip r:embed="rId2">
            <a:alphaModFix/>
          </a:blip>
          <a:srcRect b="0" l="0" r="0" t="0"/>
          <a:stretch/>
        </p:blipFill>
        <p:spPr>
          <a:xfrm>
            <a:off x="0" y="4731544"/>
            <a:ext cx="9144001" cy="424502"/>
          </a:xfrm>
          <a:prstGeom prst="rect">
            <a:avLst/>
          </a:prstGeom>
          <a:noFill/>
          <a:ln>
            <a:noFill/>
          </a:ln>
        </p:spPr>
      </p:pic>
      <p:pic>
        <p:nvPicPr>
          <p:cNvPr id="25" name="Google Shape;25;p3"/>
          <p:cNvPicPr preferRelativeResize="0"/>
          <p:nvPr/>
        </p:nvPicPr>
        <p:blipFill rotWithShape="1">
          <a:blip r:embed="rId3">
            <a:alphaModFix/>
          </a:blip>
          <a:srcRect b="0" l="0" r="0" t="0"/>
          <a:stretch/>
        </p:blipFill>
        <p:spPr>
          <a:xfrm>
            <a:off x="8136396" y="4867790"/>
            <a:ext cx="815002" cy="152008"/>
          </a:xfrm>
          <a:prstGeom prst="rect">
            <a:avLst/>
          </a:prstGeom>
          <a:noFill/>
          <a:ln>
            <a:noFill/>
          </a:ln>
        </p:spPr>
      </p:pic>
      <p:pic>
        <p:nvPicPr>
          <p:cNvPr id="26" name="Google Shape;26;p3"/>
          <p:cNvPicPr preferRelativeResize="0"/>
          <p:nvPr/>
        </p:nvPicPr>
        <p:blipFill rotWithShape="1">
          <a:blip r:embed="rId4">
            <a:alphaModFix/>
          </a:blip>
          <a:srcRect b="0" l="0" r="0" t="0"/>
          <a:stretch/>
        </p:blipFill>
        <p:spPr>
          <a:xfrm>
            <a:off x="110512" y="4808100"/>
            <a:ext cx="1081810" cy="273723"/>
          </a:xfrm>
          <a:prstGeom prst="rect">
            <a:avLst/>
          </a:prstGeom>
          <a:noFill/>
          <a:ln>
            <a:noFill/>
          </a:ln>
        </p:spPr>
      </p:pic>
      <p:sp>
        <p:nvSpPr>
          <p:cNvPr id="27" name="Google Shape;27;p3"/>
          <p:cNvSpPr txBox="1"/>
          <p:nvPr/>
        </p:nvSpPr>
        <p:spPr>
          <a:xfrm>
            <a:off x="6691965" y="4821525"/>
            <a:ext cx="1064100" cy="223200"/>
          </a:xfrm>
          <a:prstGeom prst="rect">
            <a:avLst/>
          </a:prstGeom>
          <a:noFill/>
          <a:ln>
            <a:noFill/>
          </a:ln>
        </p:spPr>
        <p:txBody>
          <a:bodyPr anchorCtr="0" anchor="t" bIns="34275" lIns="68575" spcFirstLastPara="1" rIns="68575" wrap="square" tIns="34275">
            <a:spAutoFit/>
          </a:bodyPr>
          <a:lstStyle/>
          <a:p>
            <a:pPr indent="0" lvl="0" marL="0" marR="0" rtl="0" algn="ctr">
              <a:lnSpc>
                <a:spcPct val="115000"/>
              </a:lnSpc>
              <a:spcBef>
                <a:spcPts val="0"/>
              </a:spcBef>
              <a:spcAft>
                <a:spcPts val="0"/>
              </a:spcAft>
              <a:buNone/>
            </a:pPr>
            <a:r>
              <a:rPr b="1" lang="en-GB" sz="1000">
                <a:solidFill>
                  <a:schemeClr val="lt1"/>
                </a:solidFill>
                <a:latin typeface="Arial"/>
                <a:ea typeface="Arial"/>
                <a:cs typeface="Arial"/>
                <a:sym typeface="Arial"/>
              </a:rPr>
              <a:t>Airbus Internal</a:t>
            </a:r>
            <a:endParaRPr b="1" sz="1000">
              <a:solidFill>
                <a:schemeClr val="lt1"/>
              </a:solidFill>
              <a:latin typeface="Arial"/>
              <a:ea typeface="Arial"/>
              <a:cs typeface="Arial"/>
              <a:sym typeface="Arial"/>
            </a:endParaRPr>
          </a:p>
        </p:txBody>
      </p:sp>
      <p:sp>
        <p:nvSpPr>
          <p:cNvPr id="28" name="Google Shape;28;p3"/>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noFill/>
      </p:bgPr>
    </p:bg>
    <p:spTree>
      <p:nvGrpSpPr>
        <p:cNvPr id="29" name="Shape 29"/>
        <p:cNvGrpSpPr/>
        <p:nvPr/>
      </p:nvGrpSpPr>
      <p:grpSpPr>
        <a:xfrm>
          <a:off x="0" y="0"/>
          <a:ext cx="0" cy="0"/>
          <a:chOff x="0" y="0"/>
          <a:chExt cx="0" cy="0"/>
        </a:xfrm>
      </p:grpSpPr>
      <p:sp>
        <p:nvSpPr>
          <p:cNvPr id="30" name="Google Shape;30;p4"/>
          <p:cNvSpPr/>
          <p:nvPr/>
        </p:nvSpPr>
        <p:spPr>
          <a:xfrm>
            <a:off x="0" y="4068590"/>
            <a:ext cx="9144000" cy="10749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nvGrpSpPr>
          <p:cNvPr id="31" name="Google Shape;31;p4"/>
          <p:cNvGrpSpPr/>
          <p:nvPr/>
        </p:nvGrpSpPr>
        <p:grpSpPr>
          <a:xfrm>
            <a:off x="0" y="4059017"/>
            <a:ext cx="8994677" cy="0"/>
            <a:chOff x="0" y="3175"/>
            <a:chExt cx="6626" cy="0"/>
          </a:xfrm>
        </p:grpSpPr>
        <p:sp>
          <p:nvSpPr>
            <p:cNvPr id="32" name="Google Shape;32;p4"/>
            <p:cNvSpPr/>
            <p:nvPr/>
          </p:nvSpPr>
          <p:spPr>
            <a:xfrm>
              <a:off x="0" y="317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33" name="Google Shape;33;p4"/>
            <p:cNvSpPr/>
            <p:nvPr/>
          </p:nvSpPr>
          <p:spPr>
            <a:xfrm>
              <a:off x="1826" y="317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id="34" name="Google Shape;34;p4"/>
          <p:cNvSpPr txBox="1"/>
          <p:nvPr>
            <p:ph type="ctrTitle"/>
          </p:nvPr>
        </p:nvSpPr>
        <p:spPr>
          <a:xfrm>
            <a:off x="2478762" y="1221600"/>
            <a:ext cx="4523400" cy="21696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100"/>
              <a:buNone/>
              <a:defRPr sz="2300">
                <a:solidFill>
                  <a:schemeClr val="dk2"/>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35" name="Google Shape;35;p4"/>
          <p:cNvSpPr txBox="1"/>
          <p:nvPr>
            <p:ph idx="1" type="subTitle"/>
          </p:nvPr>
        </p:nvSpPr>
        <p:spPr>
          <a:xfrm>
            <a:off x="2478762" y="3421257"/>
            <a:ext cx="4523400" cy="64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500"/>
              <a:buNone/>
              <a:defRPr sz="1500">
                <a:solidFill>
                  <a:schemeClr val="dk2"/>
                </a:solidFill>
              </a:defRPr>
            </a:lvl1pPr>
            <a:lvl2pPr lvl="1" algn="l">
              <a:lnSpc>
                <a:spcPct val="115000"/>
              </a:lnSpc>
              <a:spcBef>
                <a:spcPts val="0"/>
              </a:spcBef>
              <a:spcAft>
                <a:spcPts val="0"/>
              </a:spcAft>
              <a:buClr>
                <a:srgbClr val="595959"/>
              </a:buClr>
              <a:buSzPts val="1400"/>
              <a:buChar char="−"/>
              <a:defRPr/>
            </a:lvl2pPr>
            <a:lvl3pPr lvl="2" algn="l">
              <a:lnSpc>
                <a:spcPct val="115000"/>
              </a:lnSpc>
              <a:spcBef>
                <a:spcPts val="0"/>
              </a:spcBef>
              <a:spcAft>
                <a:spcPts val="0"/>
              </a:spcAft>
              <a:buClr>
                <a:srgbClr val="595959"/>
              </a:buClr>
              <a:buSzPts val="1400"/>
              <a:buChar char="–"/>
              <a:defRPr/>
            </a:lvl3pPr>
            <a:lvl4pPr lvl="3" algn="l">
              <a:lnSpc>
                <a:spcPct val="115000"/>
              </a:lnSpc>
              <a:spcBef>
                <a:spcPts val="0"/>
              </a:spcBef>
              <a:spcAft>
                <a:spcPts val="0"/>
              </a:spcAft>
              <a:buClr>
                <a:srgbClr val="595959"/>
              </a:buClr>
              <a:buSzPts val="1400"/>
              <a:buChar char="–"/>
              <a:defRPr/>
            </a:lvl4pPr>
            <a:lvl5pPr lvl="4" algn="l">
              <a:lnSpc>
                <a:spcPct val="115000"/>
              </a:lnSpc>
              <a:spcBef>
                <a:spcPts val="0"/>
              </a:spcBef>
              <a:spcAft>
                <a:spcPts val="0"/>
              </a:spcAft>
              <a:buClr>
                <a:srgbClr val="595959"/>
              </a:buClr>
              <a:buSzPts val="1400"/>
              <a:buChar char="–"/>
              <a:defRPr/>
            </a:lvl5pPr>
            <a:lvl6pPr lvl="5" algn="l">
              <a:lnSpc>
                <a:spcPct val="115000"/>
              </a:lnSpc>
              <a:spcBef>
                <a:spcPts val="0"/>
              </a:spcBef>
              <a:spcAft>
                <a:spcPts val="0"/>
              </a:spcAft>
              <a:buClr>
                <a:schemeClr val="dk1"/>
              </a:buClr>
              <a:buSzPts val="1400"/>
              <a:buChar char="–"/>
              <a:defRPr/>
            </a:lvl6pPr>
            <a:lvl7pPr lvl="6" algn="l">
              <a:lnSpc>
                <a:spcPct val="115000"/>
              </a:lnSpc>
              <a:spcBef>
                <a:spcPts val="0"/>
              </a:spcBef>
              <a:spcAft>
                <a:spcPts val="0"/>
              </a:spcAft>
              <a:buClr>
                <a:schemeClr val="dk1"/>
              </a:buClr>
              <a:buSzPts val="1400"/>
              <a:buChar char="–"/>
              <a:defRPr/>
            </a:lvl7pPr>
            <a:lvl8pPr lvl="7" algn="l">
              <a:lnSpc>
                <a:spcPct val="115000"/>
              </a:lnSpc>
              <a:spcBef>
                <a:spcPts val="0"/>
              </a:spcBef>
              <a:spcAft>
                <a:spcPts val="0"/>
              </a:spcAft>
              <a:buClr>
                <a:schemeClr val="dk1"/>
              </a:buClr>
              <a:buSzPts val="1400"/>
              <a:buChar char="–"/>
              <a:defRPr/>
            </a:lvl8pPr>
            <a:lvl9pPr lvl="8" algn="l">
              <a:lnSpc>
                <a:spcPct val="115000"/>
              </a:lnSpc>
              <a:spcBef>
                <a:spcPts val="0"/>
              </a:spcBef>
              <a:spcAft>
                <a:spcPts val="0"/>
              </a:spcAft>
              <a:buClr>
                <a:schemeClr val="dk1"/>
              </a:buClr>
              <a:buSzPts val="1400"/>
              <a:buChar char="–"/>
              <a:defRPr/>
            </a:lvl9pPr>
          </a:lstStyle>
          <a:p/>
        </p:txBody>
      </p:sp>
      <p:sp>
        <p:nvSpPr>
          <p:cNvPr id="36" name="Google Shape;36;p4"/>
          <p:cNvSpPr txBox="1"/>
          <p:nvPr>
            <p:ph idx="2" type="body"/>
          </p:nvPr>
        </p:nvSpPr>
        <p:spPr>
          <a:xfrm>
            <a:off x="2478762" y="4239000"/>
            <a:ext cx="4523400" cy="8097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000"/>
              <a:buNone/>
              <a:defRPr sz="1000">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37" name="Google Shape;37;p4"/>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showMasterSp="0">
  <p:cSld name="Title Slide White">
    <p:bg>
      <p:bgPr>
        <a:noFill/>
      </p:bgPr>
    </p:bg>
    <p:spTree>
      <p:nvGrpSpPr>
        <p:cNvPr id="38" name="Shape 38"/>
        <p:cNvGrpSpPr/>
        <p:nvPr/>
      </p:nvGrpSpPr>
      <p:grpSpPr>
        <a:xfrm>
          <a:off x="0" y="0"/>
          <a:ext cx="0" cy="0"/>
          <a:chOff x="0" y="0"/>
          <a:chExt cx="0" cy="0"/>
        </a:xfrm>
      </p:grpSpPr>
      <p:sp>
        <p:nvSpPr>
          <p:cNvPr id="39" name="Google Shape;39;p5"/>
          <p:cNvSpPr/>
          <p:nvPr/>
        </p:nvSpPr>
        <p:spPr>
          <a:xfrm>
            <a:off x="0" y="4068590"/>
            <a:ext cx="9144000" cy="10749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nvGrpSpPr>
          <p:cNvPr id="40" name="Google Shape;40;p5"/>
          <p:cNvGrpSpPr/>
          <p:nvPr/>
        </p:nvGrpSpPr>
        <p:grpSpPr>
          <a:xfrm>
            <a:off x="0" y="4059017"/>
            <a:ext cx="8994677" cy="0"/>
            <a:chOff x="0" y="3175"/>
            <a:chExt cx="6626" cy="0"/>
          </a:xfrm>
        </p:grpSpPr>
        <p:sp>
          <p:nvSpPr>
            <p:cNvPr id="41" name="Google Shape;41;p5"/>
            <p:cNvSpPr/>
            <p:nvPr/>
          </p:nvSpPr>
          <p:spPr>
            <a:xfrm>
              <a:off x="0" y="317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42" name="Google Shape;42;p5"/>
            <p:cNvSpPr/>
            <p:nvPr/>
          </p:nvSpPr>
          <p:spPr>
            <a:xfrm>
              <a:off x="1826" y="317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id="43" name="Google Shape;43;p5"/>
          <p:cNvSpPr txBox="1"/>
          <p:nvPr>
            <p:ph type="ctrTitle"/>
          </p:nvPr>
        </p:nvSpPr>
        <p:spPr>
          <a:xfrm>
            <a:off x="2478762" y="1221600"/>
            <a:ext cx="4523400" cy="21696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100"/>
              <a:buNone/>
              <a:defRPr sz="2300">
                <a:solidFill>
                  <a:schemeClr val="dk2"/>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44" name="Google Shape;44;p5"/>
          <p:cNvSpPr txBox="1"/>
          <p:nvPr>
            <p:ph idx="1" type="subTitle"/>
          </p:nvPr>
        </p:nvSpPr>
        <p:spPr>
          <a:xfrm>
            <a:off x="2478762" y="3421257"/>
            <a:ext cx="4523400" cy="64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500"/>
              <a:buNone/>
              <a:defRPr sz="1500">
                <a:solidFill>
                  <a:schemeClr val="dk2"/>
                </a:solidFill>
              </a:defRPr>
            </a:lvl1pPr>
            <a:lvl2pPr lvl="1" algn="l">
              <a:lnSpc>
                <a:spcPct val="115000"/>
              </a:lnSpc>
              <a:spcBef>
                <a:spcPts val="0"/>
              </a:spcBef>
              <a:spcAft>
                <a:spcPts val="0"/>
              </a:spcAft>
              <a:buClr>
                <a:srgbClr val="595959"/>
              </a:buClr>
              <a:buSzPts val="1400"/>
              <a:buChar char="−"/>
              <a:defRPr/>
            </a:lvl2pPr>
            <a:lvl3pPr lvl="2" algn="l">
              <a:lnSpc>
                <a:spcPct val="115000"/>
              </a:lnSpc>
              <a:spcBef>
                <a:spcPts val="0"/>
              </a:spcBef>
              <a:spcAft>
                <a:spcPts val="0"/>
              </a:spcAft>
              <a:buClr>
                <a:srgbClr val="595959"/>
              </a:buClr>
              <a:buSzPts val="1400"/>
              <a:buChar char="–"/>
              <a:defRPr/>
            </a:lvl3pPr>
            <a:lvl4pPr lvl="3" algn="l">
              <a:lnSpc>
                <a:spcPct val="115000"/>
              </a:lnSpc>
              <a:spcBef>
                <a:spcPts val="0"/>
              </a:spcBef>
              <a:spcAft>
                <a:spcPts val="0"/>
              </a:spcAft>
              <a:buClr>
                <a:srgbClr val="595959"/>
              </a:buClr>
              <a:buSzPts val="1400"/>
              <a:buChar char="–"/>
              <a:defRPr/>
            </a:lvl4pPr>
            <a:lvl5pPr lvl="4" algn="l">
              <a:lnSpc>
                <a:spcPct val="115000"/>
              </a:lnSpc>
              <a:spcBef>
                <a:spcPts val="0"/>
              </a:spcBef>
              <a:spcAft>
                <a:spcPts val="0"/>
              </a:spcAft>
              <a:buClr>
                <a:srgbClr val="595959"/>
              </a:buClr>
              <a:buSzPts val="1400"/>
              <a:buChar char="–"/>
              <a:defRPr/>
            </a:lvl5pPr>
            <a:lvl6pPr lvl="5" algn="l">
              <a:lnSpc>
                <a:spcPct val="115000"/>
              </a:lnSpc>
              <a:spcBef>
                <a:spcPts val="0"/>
              </a:spcBef>
              <a:spcAft>
                <a:spcPts val="0"/>
              </a:spcAft>
              <a:buClr>
                <a:schemeClr val="dk1"/>
              </a:buClr>
              <a:buSzPts val="1400"/>
              <a:buChar char="–"/>
              <a:defRPr/>
            </a:lvl6pPr>
            <a:lvl7pPr lvl="6" algn="l">
              <a:lnSpc>
                <a:spcPct val="115000"/>
              </a:lnSpc>
              <a:spcBef>
                <a:spcPts val="0"/>
              </a:spcBef>
              <a:spcAft>
                <a:spcPts val="0"/>
              </a:spcAft>
              <a:buClr>
                <a:schemeClr val="dk1"/>
              </a:buClr>
              <a:buSzPts val="1400"/>
              <a:buChar char="–"/>
              <a:defRPr/>
            </a:lvl7pPr>
            <a:lvl8pPr lvl="7" algn="l">
              <a:lnSpc>
                <a:spcPct val="115000"/>
              </a:lnSpc>
              <a:spcBef>
                <a:spcPts val="0"/>
              </a:spcBef>
              <a:spcAft>
                <a:spcPts val="0"/>
              </a:spcAft>
              <a:buClr>
                <a:schemeClr val="dk1"/>
              </a:buClr>
              <a:buSzPts val="1400"/>
              <a:buChar char="–"/>
              <a:defRPr/>
            </a:lvl8pPr>
            <a:lvl9pPr lvl="8" algn="l">
              <a:lnSpc>
                <a:spcPct val="115000"/>
              </a:lnSpc>
              <a:spcBef>
                <a:spcPts val="0"/>
              </a:spcBef>
              <a:spcAft>
                <a:spcPts val="0"/>
              </a:spcAft>
              <a:buClr>
                <a:schemeClr val="dk1"/>
              </a:buClr>
              <a:buSzPts val="1400"/>
              <a:buChar char="–"/>
              <a:defRPr/>
            </a:lvl9pPr>
          </a:lstStyle>
          <a:p/>
        </p:txBody>
      </p:sp>
      <p:sp>
        <p:nvSpPr>
          <p:cNvPr descr="AIRBUS_WHITE.png" id="45" name="Google Shape;45;p5"/>
          <p:cNvSpPr/>
          <p:nvPr/>
        </p:nvSpPr>
        <p:spPr>
          <a:xfrm>
            <a:off x="7920372" y="4623978"/>
            <a:ext cx="1080000" cy="270000"/>
          </a:xfrm>
          <a:prstGeom prst="rect">
            <a:avLst/>
          </a:prstGeom>
          <a:noFill/>
          <a:ln>
            <a:noFill/>
          </a:ln>
        </p:spPr>
      </p:sp>
      <p:sp>
        <p:nvSpPr>
          <p:cNvPr id="46" name="Google Shape;46;p5"/>
          <p:cNvSpPr txBox="1"/>
          <p:nvPr>
            <p:ph idx="2" type="body"/>
          </p:nvPr>
        </p:nvSpPr>
        <p:spPr>
          <a:xfrm>
            <a:off x="2478762" y="4239000"/>
            <a:ext cx="4523400" cy="8097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000"/>
              <a:buNone/>
              <a:defRPr sz="1000">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47" name="Google Shape;47;p5"/>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showMasterSp="0">
  <p:cSld name="Title Slide 2">
    <p:bg>
      <p:bgPr>
        <a:noFill/>
      </p:bgPr>
    </p:bg>
    <p:spTree>
      <p:nvGrpSpPr>
        <p:cNvPr id="48" name="Shape 48"/>
        <p:cNvGrpSpPr/>
        <p:nvPr/>
      </p:nvGrpSpPr>
      <p:grpSpPr>
        <a:xfrm>
          <a:off x="0" y="0"/>
          <a:ext cx="0" cy="0"/>
          <a:chOff x="0" y="0"/>
          <a:chExt cx="0" cy="0"/>
        </a:xfrm>
      </p:grpSpPr>
      <p:sp>
        <p:nvSpPr>
          <p:cNvPr id="49" name="Google Shape;49;p6"/>
          <p:cNvSpPr/>
          <p:nvPr/>
        </p:nvSpPr>
        <p:spPr>
          <a:xfrm>
            <a:off x="0" y="4068590"/>
            <a:ext cx="9144000" cy="10749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nvGrpSpPr>
          <p:cNvPr id="50" name="Google Shape;50;p6"/>
          <p:cNvGrpSpPr/>
          <p:nvPr/>
        </p:nvGrpSpPr>
        <p:grpSpPr>
          <a:xfrm>
            <a:off x="0" y="4059017"/>
            <a:ext cx="8994677" cy="0"/>
            <a:chOff x="0" y="3175"/>
            <a:chExt cx="6626" cy="0"/>
          </a:xfrm>
        </p:grpSpPr>
        <p:sp>
          <p:nvSpPr>
            <p:cNvPr id="51" name="Google Shape;51;p6"/>
            <p:cNvSpPr/>
            <p:nvPr/>
          </p:nvSpPr>
          <p:spPr>
            <a:xfrm>
              <a:off x="0" y="317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52" name="Google Shape;52;p6"/>
            <p:cNvSpPr/>
            <p:nvPr/>
          </p:nvSpPr>
          <p:spPr>
            <a:xfrm>
              <a:off x="1826" y="317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descr="AIRBUS_WHITE.png" id="53" name="Google Shape;53;p6"/>
          <p:cNvSpPr/>
          <p:nvPr/>
        </p:nvSpPr>
        <p:spPr>
          <a:xfrm>
            <a:off x="7920372" y="4623978"/>
            <a:ext cx="1080000" cy="270000"/>
          </a:xfrm>
          <a:prstGeom prst="rect">
            <a:avLst/>
          </a:prstGeom>
          <a:noFill/>
          <a:ln>
            <a:noFill/>
          </a:ln>
        </p:spPr>
      </p:sp>
      <p:sp>
        <p:nvSpPr>
          <p:cNvPr id="54" name="Google Shape;54;p6"/>
          <p:cNvSpPr txBox="1"/>
          <p:nvPr>
            <p:ph idx="1" type="body"/>
          </p:nvPr>
        </p:nvSpPr>
        <p:spPr>
          <a:xfrm>
            <a:off x="2478762" y="4239000"/>
            <a:ext cx="4523400" cy="8097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000"/>
              <a:buNone/>
              <a:defRPr sz="1000">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55" name="Google Shape;55;p6"/>
          <p:cNvSpPr txBox="1"/>
          <p:nvPr>
            <p:ph type="ctrTitle"/>
          </p:nvPr>
        </p:nvSpPr>
        <p:spPr>
          <a:xfrm>
            <a:off x="2478762" y="1221600"/>
            <a:ext cx="4523400" cy="21696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100"/>
              <a:buNone/>
              <a:defRPr sz="2300">
                <a:solidFill>
                  <a:schemeClr val="lt1"/>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56" name="Google Shape;56;p6"/>
          <p:cNvSpPr txBox="1"/>
          <p:nvPr>
            <p:ph idx="2" type="subTitle"/>
          </p:nvPr>
        </p:nvSpPr>
        <p:spPr>
          <a:xfrm>
            <a:off x="2478762" y="3421257"/>
            <a:ext cx="4523400" cy="64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sz="1500">
                <a:solidFill>
                  <a:schemeClr val="lt1"/>
                </a:solidFill>
              </a:defRPr>
            </a:lvl1pPr>
            <a:lvl2pPr lvl="1" algn="l">
              <a:lnSpc>
                <a:spcPct val="115000"/>
              </a:lnSpc>
              <a:spcBef>
                <a:spcPts val="0"/>
              </a:spcBef>
              <a:spcAft>
                <a:spcPts val="0"/>
              </a:spcAft>
              <a:buClr>
                <a:srgbClr val="595959"/>
              </a:buClr>
              <a:buSzPts val="1400"/>
              <a:buChar char="−"/>
              <a:defRPr/>
            </a:lvl2pPr>
            <a:lvl3pPr lvl="2" algn="l">
              <a:lnSpc>
                <a:spcPct val="115000"/>
              </a:lnSpc>
              <a:spcBef>
                <a:spcPts val="0"/>
              </a:spcBef>
              <a:spcAft>
                <a:spcPts val="0"/>
              </a:spcAft>
              <a:buClr>
                <a:srgbClr val="595959"/>
              </a:buClr>
              <a:buSzPts val="1400"/>
              <a:buChar char="–"/>
              <a:defRPr/>
            </a:lvl3pPr>
            <a:lvl4pPr lvl="3" algn="l">
              <a:lnSpc>
                <a:spcPct val="115000"/>
              </a:lnSpc>
              <a:spcBef>
                <a:spcPts val="0"/>
              </a:spcBef>
              <a:spcAft>
                <a:spcPts val="0"/>
              </a:spcAft>
              <a:buClr>
                <a:srgbClr val="595959"/>
              </a:buClr>
              <a:buSzPts val="1400"/>
              <a:buChar char="–"/>
              <a:defRPr/>
            </a:lvl4pPr>
            <a:lvl5pPr lvl="4" algn="l">
              <a:lnSpc>
                <a:spcPct val="115000"/>
              </a:lnSpc>
              <a:spcBef>
                <a:spcPts val="0"/>
              </a:spcBef>
              <a:spcAft>
                <a:spcPts val="0"/>
              </a:spcAft>
              <a:buClr>
                <a:srgbClr val="595959"/>
              </a:buClr>
              <a:buSzPts val="1400"/>
              <a:buChar char="–"/>
              <a:defRPr/>
            </a:lvl5pPr>
            <a:lvl6pPr lvl="5" algn="l">
              <a:lnSpc>
                <a:spcPct val="115000"/>
              </a:lnSpc>
              <a:spcBef>
                <a:spcPts val="0"/>
              </a:spcBef>
              <a:spcAft>
                <a:spcPts val="0"/>
              </a:spcAft>
              <a:buClr>
                <a:schemeClr val="dk1"/>
              </a:buClr>
              <a:buSzPts val="1400"/>
              <a:buChar char="–"/>
              <a:defRPr/>
            </a:lvl6pPr>
            <a:lvl7pPr lvl="6" algn="l">
              <a:lnSpc>
                <a:spcPct val="115000"/>
              </a:lnSpc>
              <a:spcBef>
                <a:spcPts val="0"/>
              </a:spcBef>
              <a:spcAft>
                <a:spcPts val="0"/>
              </a:spcAft>
              <a:buClr>
                <a:schemeClr val="dk1"/>
              </a:buClr>
              <a:buSzPts val="1400"/>
              <a:buChar char="–"/>
              <a:defRPr/>
            </a:lvl7pPr>
            <a:lvl8pPr lvl="7" algn="l">
              <a:lnSpc>
                <a:spcPct val="115000"/>
              </a:lnSpc>
              <a:spcBef>
                <a:spcPts val="0"/>
              </a:spcBef>
              <a:spcAft>
                <a:spcPts val="0"/>
              </a:spcAft>
              <a:buClr>
                <a:schemeClr val="dk1"/>
              </a:buClr>
              <a:buSzPts val="1400"/>
              <a:buChar char="–"/>
              <a:defRPr/>
            </a:lvl8pPr>
            <a:lvl9pPr lvl="8" algn="l">
              <a:lnSpc>
                <a:spcPct val="115000"/>
              </a:lnSpc>
              <a:spcBef>
                <a:spcPts val="0"/>
              </a:spcBef>
              <a:spcAft>
                <a:spcPts val="0"/>
              </a:spcAft>
              <a:buClr>
                <a:schemeClr val="dk1"/>
              </a:buClr>
              <a:buSzPts val="1400"/>
              <a:buChar char="–"/>
              <a:defRPr/>
            </a:lvl9pPr>
          </a:lstStyle>
          <a:p/>
        </p:txBody>
      </p:sp>
      <p:sp>
        <p:nvSpPr>
          <p:cNvPr id="57" name="Google Shape;57;p6"/>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Changeable" showMasterSp="0">
  <p:cSld name="Title Slide Changeable">
    <p:bg>
      <p:bgPr>
        <a:noFill/>
      </p:bgPr>
    </p:bg>
    <p:spTree>
      <p:nvGrpSpPr>
        <p:cNvPr id="58" name="Shape 58"/>
        <p:cNvGrpSpPr/>
        <p:nvPr/>
      </p:nvGrpSpPr>
      <p:grpSpPr>
        <a:xfrm>
          <a:off x="0" y="0"/>
          <a:ext cx="0" cy="0"/>
          <a:chOff x="0" y="0"/>
          <a:chExt cx="0" cy="0"/>
        </a:xfrm>
      </p:grpSpPr>
      <p:sp>
        <p:nvSpPr>
          <p:cNvPr id="59" name="Google Shape;59;p7"/>
          <p:cNvSpPr/>
          <p:nvPr>
            <p:ph idx="2" type="pic"/>
          </p:nvPr>
        </p:nvSpPr>
        <p:spPr>
          <a:xfrm>
            <a:off x="0" y="0"/>
            <a:ext cx="9144000" cy="4068300"/>
          </a:xfrm>
          <a:prstGeom prst="rect">
            <a:avLst/>
          </a:prstGeom>
          <a:solidFill>
            <a:srgbClr val="BFBFBF"/>
          </a:solid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1pPr>
            <a:lvl2pPr lvl="1" marR="0" rtl="0" algn="l">
              <a:lnSpc>
                <a:spcPct val="115000"/>
              </a:lnSpc>
              <a:spcBef>
                <a:spcPts val="0"/>
              </a:spcBef>
              <a:spcAft>
                <a:spcPts val="0"/>
              </a:spcAft>
              <a:buClr>
                <a:srgbClr val="595959"/>
              </a:buClr>
              <a:buSzPts val="1100"/>
              <a:buFont typeface="Noto Sans Symbols"/>
              <a:buChar char="−"/>
              <a:defRPr b="0" i="0" sz="1100" u="none" cap="none" strike="noStrike">
                <a:solidFill>
                  <a:srgbClr val="595959"/>
                </a:solidFill>
                <a:latin typeface="Arial"/>
                <a:ea typeface="Arial"/>
                <a:cs typeface="Arial"/>
                <a:sym typeface="Arial"/>
              </a:defRPr>
            </a:lvl2pPr>
            <a:lvl3pPr lvl="2"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3pPr>
            <a:lvl4pPr lvl="3"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4pPr>
            <a:lvl5pPr lvl="4"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5pPr>
            <a:lvl6pPr lvl="5"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60" name="Google Shape;60;p7"/>
          <p:cNvSpPr/>
          <p:nvPr/>
        </p:nvSpPr>
        <p:spPr>
          <a:xfrm>
            <a:off x="0" y="4068590"/>
            <a:ext cx="9144000" cy="10749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nvGrpSpPr>
          <p:cNvPr id="61" name="Google Shape;61;p7"/>
          <p:cNvGrpSpPr/>
          <p:nvPr/>
        </p:nvGrpSpPr>
        <p:grpSpPr>
          <a:xfrm>
            <a:off x="0" y="4059017"/>
            <a:ext cx="8994677" cy="0"/>
            <a:chOff x="0" y="3175"/>
            <a:chExt cx="6626" cy="0"/>
          </a:xfrm>
        </p:grpSpPr>
        <p:sp>
          <p:nvSpPr>
            <p:cNvPr id="62" name="Google Shape;62;p7"/>
            <p:cNvSpPr/>
            <p:nvPr/>
          </p:nvSpPr>
          <p:spPr>
            <a:xfrm>
              <a:off x="0" y="317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63" name="Google Shape;63;p7"/>
            <p:cNvSpPr/>
            <p:nvPr/>
          </p:nvSpPr>
          <p:spPr>
            <a:xfrm>
              <a:off x="1826" y="317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descr="AIRBUS_WHITE.png" id="64" name="Google Shape;64;p7"/>
          <p:cNvSpPr/>
          <p:nvPr/>
        </p:nvSpPr>
        <p:spPr>
          <a:xfrm>
            <a:off x="7920372" y="4623978"/>
            <a:ext cx="1080000" cy="270000"/>
          </a:xfrm>
          <a:prstGeom prst="rect">
            <a:avLst/>
          </a:prstGeom>
          <a:noFill/>
          <a:ln>
            <a:noFill/>
          </a:ln>
        </p:spPr>
      </p:sp>
      <p:sp>
        <p:nvSpPr>
          <p:cNvPr id="65" name="Google Shape;65;p7"/>
          <p:cNvSpPr txBox="1"/>
          <p:nvPr>
            <p:ph idx="1" type="body"/>
          </p:nvPr>
        </p:nvSpPr>
        <p:spPr>
          <a:xfrm>
            <a:off x="2478762" y="4239000"/>
            <a:ext cx="4523400" cy="8097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000"/>
              <a:buNone/>
              <a:defRPr sz="1000">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66" name="Google Shape;66;p7"/>
          <p:cNvSpPr txBox="1"/>
          <p:nvPr>
            <p:ph type="ctrTitle"/>
          </p:nvPr>
        </p:nvSpPr>
        <p:spPr>
          <a:xfrm>
            <a:off x="2478762" y="1221600"/>
            <a:ext cx="4523400" cy="2169600"/>
          </a:xfrm>
          <a:prstGeom prst="rect">
            <a:avLst/>
          </a:prstGeom>
          <a:noFill/>
          <a:ln>
            <a:noFill/>
          </a:ln>
        </p:spPr>
        <p:txBody>
          <a:bodyPr anchorCtr="0" anchor="b" bIns="0" lIns="0" spcFirstLastPara="1" rIns="0" wrap="square" tIns="0">
            <a:noAutofit/>
          </a:bodyPr>
          <a:lstStyle>
            <a:lvl1pPr lvl="0" algn="l">
              <a:lnSpc>
                <a:spcPct val="105000"/>
              </a:lnSpc>
              <a:spcBef>
                <a:spcPts val="0"/>
              </a:spcBef>
              <a:spcAft>
                <a:spcPts val="0"/>
              </a:spcAft>
              <a:buSzPts val="1100"/>
              <a:buNone/>
              <a:defRPr sz="2300">
                <a:solidFill>
                  <a:schemeClr val="dk2"/>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67" name="Google Shape;67;p7"/>
          <p:cNvSpPr txBox="1"/>
          <p:nvPr>
            <p:ph idx="3" type="subTitle"/>
          </p:nvPr>
        </p:nvSpPr>
        <p:spPr>
          <a:xfrm>
            <a:off x="2478762" y="3421257"/>
            <a:ext cx="4523400" cy="647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1500"/>
              <a:buNone/>
              <a:defRPr sz="1500">
                <a:solidFill>
                  <a:schemeClr val="dk2"/>
                </a:solidFill>
              </a:defRPr>
            </a:lvl1pPr>
            <a:lvl2pPr lvl="1" algn="l">
              <a:lnSpc>
                <a:spcPct val="115000"/>
              </a:lnSpc>
              <a:spcBef>
                <a:spcPts val="0"/>
              </a:spcBef>
              <a:spcAft>
                <a:spcPts val="0"/>
              </a:spcAft>
              <a:buClr>
                <a:srgbClr val="595959"/>
              </a:buClr>
              <a:buSzPts val="1400"/>
              <a:buChar char="−"/>
              <a:defRPr/>
            </a:lvl2pPr>
            <a:lvl3pPr lvl="2" algn="l">
              <a:lnSpc>
                <a:spcPct val="115000"/>
              </a:lnSpc>
              <a:spcBef>
                <a:spcPts val="0"/>
              </a:spcBef>
              <a:spcAft>
                <a:spcPts val="0"/>
              </a:spcAft>
              <a:buClr>
                <a:srgbClr val="595959"/>
              </a:buClr>
              <a:buSzPts val="1400"/>
              <a:buChar char="–"/>
              <a:defRPr/>
            </a:lvl3pPr>
            <a:lvl4pPr lvl="3" algn="l">
              <a:lnSpc>
                <a:spcPct val="115000"/>
              </a:lnSpc>
              <a:spcBef>
                <a:spcPts val="0"/>
              </a:spcBef>
              <a:spcAft>
                <a:spcPts val="0"/>
              </a:spcAft>
              <a:buClr>
                <a:srgbClr val="595959"/>
              </a:buClr>
              <a:buSzPts val="1400"/>
              <a:buChar char="–"/>
              <a:defRPr/>
            </a:lvl4pPr>
            <a:lvl5pPr lvl="4" algn="l">
              <a:lnSpc>
                <a:spcPct val="115000"/>
              </a:lnSpc>
              <a:spcBef>
                <a:spcPts val="0"/>
              </a:spcBef>
              <a:spcAft>
                <a:spcPts val="0"/>
              </a:spcAft>
              <a:buClr>
                <a:srgbClr val="595959"/>
              </a:buClr>
              <a:buSzPts val="1400"/>
              <a:buChar char="–"/>
              <a:defRPr/>
            </a:lvl5pPr>
            <a:lvl6pPr lvl="5" algn="l">
              <a:lnSpc>
                <a:spcPct val="115000"/>
              </a:lnSpc>
              <a:spcBef>
                <a:spcPts val="0"/>
              </a:spcBef>
              <a:spcAft>
                <a:spcPts val="0"/>
              </a:spcAft>
              <a:buClr>
                <a:schemeClr val="dk1"/>
              </a:buClr>
              <a:buSzPts val="1400"/>
              <a:buChar char="–"/>
              <a:defRPr/>
            </a:lvl6pPr>
            <a:lvl7pPr lvl="6" algn="l">
              <a:lnSpc>
                <a:spcPct val="115000"/>
              </a:lnSpc>
              <a:spcBef>
                <a:spcPts val="0"/>
              </a:spcBef>
              <a:spcAft>
                <a:spcPts val="0"/>
              </a:spcAft>
              <a:buClr>
                <a:schemeClr val="dk1"/>
              </a:buClr>
              <a:buSzPts val="1400"/>
              <a:buChar char="–"/>
              <a:defRPr/>
            </a:lvl7pPr>
            <a:lvl8pPr lvl="7" algn="l">
              <a:lnSpc>
                <a:spcPct val="115000"/>
              </a:lnSpc>
              <a:spcBef>
                <a:spcPts val="0"/>
              </a:spcBef>
              <a:spcAft>
                <a:spcPts val="0"/>
              </a:spcAft>
              <a:buClr>
                <a:schemeClr val="dk1"/>
              </a:buClr>
              <a:buSzPts val="1400"/>
              <a:buChar char="–"/>
              <a:defRPr/>
            </a:lvl8pPr>
            <a:lvl9pPr lvl="8" algn="l">
              <a:lnSpc>
                <a:spcPct val="115000"/>
              </a:lnSpc>
              <a:spcBef>
                <a:spcPts val="0"/>
              </a:spcBef>
              <a:spcAft>
                <a:spcPts val="0"/>
              </a:spcAft>
              <a:buClr>
                <a:schemeClr val="dk1"/>
              </a:buClr>
              <a:buSzPts val="1400"/>
              <a:buChar char="–"/>
              <a:defRPr/>
            </a:lvl9pPr>
          </a:lstStyle>
          <a:p/>
        </p:txBody>
      </p:sp>
      <p:sp>
        <p:nvSpPr>
          <p:cNvPr id="68" name="Google Shape;68;p7"/>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ernate" showMasterSp="0">
  <p:cSld name="Title Slide Alternate">
    <p:bg>
      <p:bgPr>
        <a:solidFill>
          <a:schemeClr val="lt1"/>
        </a:solidFill>
      </p:bgPr>
    </p:bg>
    <p:spTree>
      <p:nvGrpSpPr>
        <p:cNvPr id="69" name="Shape 69"/>
        <p:cNvGrpSpPr/>
        <p:nvPr/>
      </p:nvGrpSpPr>
      <p:grpSpPr>
        <a:xfrm>
          <a:off x="0" y="0"/>
          <a:ext cx="0" cy="0"/>
          <a:chOff x="0" y="0"/>
          <a:chExt cx="0" cy="0"/>
        </a:xfrm>
      </p:grpSpPr>
      <p:sp>
        <p:nvSpPr>
          <p:cNvPr id="70" name="Google Shape;70;p8"/>
          <p:cNvSpPr/>
          <p:nvPr/>
        </p:nvSpPr>
        <p:spPr>
          <a:xfrm>
            <a:off x="0" y="2718799"/>
            <a:ext cx="9144000" cy="2424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nvGrpSpPr>
          <p:cNvPr id="71" name="Google Shape;71;p8"/>
          <p:cNvGrpSpPr/>
          <p:nvPr/>
        </p:nvGrpSpPr>
        <p:grpSpPr>
          <a:xfrm>
            <a:off x="4073" y="2705123"/>
            <a:ext cx="8994677" cy="0"/>
            <a:chOff x="3" y="1195"/>
            <a:chExt cx="6626" cy="0"/>
          </a:xfrm>
        </p:grpSpPr>
        <p:sp>
          <p:nvSpPr>
            <p:cNvPr id="72" name="Google Shape;72;p8"/>
            <p:cNvSpPr/>
            <p:nvPr/>
          </p:nvSpPr>
          <p:spPr>
            <a:xfrm>
              <a:off x="3" y="119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73" name="Google Shape;73;p8"/>
            <p:cNvSpPr/>
            <p:nvPr/>
          </p:nvSpPr>
          <p:spPr>
            <a:xfrm>
              <a:off x="1829" y="119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id="74" name="Google Shape;74;p8"/>
          <p:cNvSpPr txBox="1"/>
          <p:nvPr>
            <p:ph type="ctrTitle"/>
          </p:nvPr>
        </p:nvSpPr>
        <p:spPr>
          <a:xfrm>
            <a:off x="2478762" y="3036048"/>
            <a:ext cx="4523400" cy="653400"/>
          </a:xfrm>
          <a:prstGeom prst="rect">
            <a:avLst/>
          </a:prstGeom>
          <a:noFill/>
          <a:ln>
            <a:noFill/>
          </a:ln>
        </p:spPr>
        <p:txBody>
          <a:bodyPr anchorCtr="0" anchor="t" bIns="0" lIns="0" spcFirstLastPara="1" rIns="0" wrap="square" tIns="0">
            <a:noAutofit/>
          </a:bodyPr>
          <a:lstStyle>
            <a:lvl1pPr lvl="0" algn="l">
              <a:lnSpc>
                <a:spcPct val="105000"/>
              </a:lnSpc>
              <a:spcBef>
                <a:spcPts val="0"/>
              </a:spcBef>
              <a:spcAft>
                <a:spcPts val="0"/>
              </a:spcAft>
              <a:buSzPts val="1100"/>
              <a:buNone/>
              <a:defRPr sz="2300">
                <a:solidFill>
                  <a:schemeClr val="lt1"/>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75" name="Google Shape;75;p8"/>
          <p:cNvSpPr txBox="1"/>
          <p:nvPr>
            <p:ph idx="1" type="subTitle"/>
          </p:nvPr>
        </p:nvSpPr>
        <p:spPr>
          <a:xfrm>
            <a:off x="2478762" y="3737045"/>
            <a:ext cx="4523400" cy="508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sz="1500">
                <a:solidFill>
                  <a:schemeClr val="lt1"/>
                </a:solidFill>
              </a:defRPr>
            </a:lvl1pPr>
            <a:lvl2pPr lvl="1" algn="l">
              <a:lnSpc>
                <a:spcPct val="115000"/>
              </a:lnSpc>
              <a:spcBef>
                <a:spcPts val="0"/>
              </a:spcBef>
              <a:spcAft>
                <a:spcPts val="0"/>
              </a:spcAft>
              <a:buClr>
                <a:srgbClr val="595959"/>
              </a:buClr>
              <a:buSzPts val="1400"/>
              <a:buChar char="−"/>
              <a:defRPr/>
            </a:lvl2pPr>
            <a:lvl3pPr lvl="2" algn="l">
              <a:lnSpc>
                <a:spcPct val="115000"/>
              </a:lnSpc>
              <a:spcBef>
                <a:spcPts val="0"/>
              </a:spcBef>
              <a:spcAft>
                <a:spcPts val="0"/>
              </a:spcAft>
              <a:buClr>
                <a:srgbClr val="595959"/>
              </a:buClr>
              <a:buSzPts val="1400"/>
              <a:buChar char="–"/>
              <a:defRPr/>
            </a:lvl3pPr>
            <a:lvl4pPr lvl="3" algn="l">
              <a:lnSpc>
                <a:spcPct val="115000"/>
              </a:lnSpc>
              <a:spcBef>
                <a:spcPts val="0"/>
              </a:spcBef>
              <a:spcAft>
                <a:spcPts val="0"/>
              </a:spcAft>
              <a:buClr>
                <a:srgbClr val="595959"/>
              </a:buClr>
              <a:buSzPts val="1400"/>
              <a:buChar char="–"/>
              <a:defRPr/>
            </a:lvl4pPr>
            <a:lvl5pPr lvl="4" algn="l">
              <a:lnSpc>
                <a:spcPct val="115000"/>
              </a:lnSpc>
              <a:spcBef>
                <a:spcPts val="0"/>
              </a:spcBef>
              <a:spcAft>
                <a:spcPts val="0"/>
              </a:spcAft>
              <a:buClr>
                <a:srgbClr val="595959"/>
              </a:buClr>
              <a:buSzPts val="1400"/>
              <a:buChar char="–"/>
              <a:defRPr/>
            </a:lvl5pPr>
            <a:lvl6pPr lvl="5" algn="l">
              <a:lnSpc>
                <a:spcPct val="115000"/>
              </a:lnSpc>
              <a:spcBef>
                <a:spcPts val="0"/>
              </a:spcBef>
              <a:spcAft>
                <a:spcPts val="0"/>
              </a:spcAft>
              <a:buClr>
                <a:schemeClr val="dk1"/>
              </a:buClr>
              <a:buSzPts val="1400"/>
              <a:buChar char="–"/>
              <a:defRPr/>
            </a:lvl6pPr>
            <a:lvl7pPr lvl="6" algn="l">
              <a:lnSpc>
                <a:spcPct val="115000"/>
              </a:lnSpc>
              <a:spcBef>
                <a:spcPts val="0"/>
              </a:spcBef>
              <a:spcAft>
                <a:spcPts val="0"/>
              </a:spcAft>
              <a:buClr>
                <a:schemeClr val="dk1"/>
              </a:buClr>
              <a:buSzPts val="1400"/>
              <a:buChar char="–"/>
              <a:defRPr/>
            </a:lvl7pPr>
            <a:lvl8pPr lvl="7" algn="l">
              <a:lnSpc>
                <a:spcPct val="115000"/>
              </a:lnSpc>
              <a:spcBef>
                <a:spcPts val="0"/>
              </a:spcBef>
              <a:spcAft>
                <a:spcPts val="0"/>
              </a:spcAft>
              <a:buClr>
                <a:schemeClr val="dk1"/>
              </a:buClr>
              <a:buSzPts val="1400"/>
              <a:buChar char="–"/>
              <a:defRPr/>
            </a:lvl8pPr>
            <a:lvl9pPr lvl="8" algn="l">
              <a:lnSpc>
                <a:spcPct val="115000"/>
              </a:lnSpc>
              <a:spcBef>
                <a:spcPts val="0"/>
              </a:spcBef>
              <a:spcAft>
                <a:spcPts val="0"/>
              </a:spcAft>
              <a:buClr>
                <a:schemeClr val="dk1"/>
              </a:buClr>
              <a:buSzPts val="1400"/>
              <a:buChar char="–"/>
              <a:defRPr/>
            </a:lvl9pPr>
          </a:lstStyle>
          <a:p/>
        </p:txBody>
      </p:sp>
      <p:sp>
        <p:nvSpPr>
          <p:cNvPr descr="AIRBUS_WHITE.png" id="76" name="Google Shape;76;p8"/>
          <p:cNvSpPr/>
          <p:nvPr/>
        </p:nvSpPr>
        <p:spPr>
          <a:xfrm>
            <a:off x="7920372" y="4623978"/>
            <a:ext cx="1080000" cy="270000"/>
          </a:xfrm>
          <a:prstGeom prst="rect">
            <a:avLst/>
          </a:prstGeom>
          <a:noFill/>
          <a:ln>
            <a:noFill/>
          </a:ln>
        </p:spPr>
      </p:sp>
      <p:sp>
        <p:nvSpPr>
          <p:cNvPr id="77" name="Google Shape;77;p8"/>
          <p:cNvSpPr txBox="1"/>
          <p:nvPr>
            <p:ph idx="2" type="body"/>
          </p:nvPr>
        </p:nvSpPr>
        <p:spPr>
          <a:xfrm>
            <a:off x="2478762" y="4536000"/>
            <a:ext cx="4523400" cy="4659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100"/>
              <a:buNone/>
              <a:defRPr>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78" name="Google Shape;78;p8"/>
          <p:cNvSpPr/>
          <p:nvPr>
            <p:ph idx="3" type="pic"/>
          </p:nvPr>
        </p:nvSpPr>
        <p:spPr>
          <a:xfrm>
            <a:off x="0" y="0"/>
            <a:ext cx="9144000" cy="2705100"/>
          </a:xfrm>
          <a:prstGeom prst="rect">
            <a:avLst/>
          </a:prstGeom>
          <a:solidFill>
            <a:srgbClr val="BFBFBF"/>
          </a:solid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1pPr>
            <a:lvl2pPr lvl="1" marR="0" rtl="0" algn="l">
              <a:lnSpc>
                <a:spcPct val="115000"/>
              </a:lnSpc>
              <a:spcBef>
                <a:spcPts val="0"/>
              </a:spcBef>
              <a:spcAft>
                <a:spcPts val="0"/>
              </a:spcAft>
              <a:buClr>
                <a:srgbClr val="595959"/>
              </a:buClr>
              <a:buSzPts val="1100"/>
              <a:buFont typeface="Noto Sans Symbols"/>
              <a:buChar char="−"/>
              <a:defRPr b="0" i="0" sz="1100" u="none" cap="none" strike="noStrike">
                <a:solidFill>
                  <a:srgbClr val="595959"/>
                </a:solidFill>
                <a:latin typeface="Arial"/>
                <a:ea typeface="Arial"/>
                <a:cs typeface="Arial"/>
                <a:sym typeface="Arial"/>
              </a:defRPr>
            </a:lvl2pPr>
            <a:lvl3pPr lvl="2"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3pPr>
            <a:lvl4pPr lvl="3"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4pPr>
            <a:lvl5pPr lvl="4"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5pPr>
            <a:lvl6pPr lvl="5"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79" name="Google Shape;79;p8"/>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ernate 2" showMasterSp="0">
  <p:cSld name="Title Slide Alternate 2">
    <p:bg>
      <p:bgPr>
        <a:noFill/>
      </p:bgPr>
    </p:bg>
    <p:spTree>
      <p:nvGrpSpPr>
        <p:cNvPr id="80" name="Shape 80"/>
        <p:cNvGrpSpPr/>
        <p:nvPr/>
      </p:nvGrpSpPr>
      <p:grpSpPr>
        <a:xfrm>
          <a:off x="0" y="0"/>
          <a:ext cx="0" cy="0"/>
          <a:chOff x="0" y="0"/>
          <a:chExt cx="0" cy="0"/>
        </a:xfrm>
      </p:grpSpPr>
      <p:sp>
        <p:nvSpPr>
          <p:cNvPr id="81" name="Google Shape;81;p9"/>
          <p:cNvSpPr/>
          <p:nvPr/>
        </p:nvSpPr>
        <p:spPr>
          <a:xfrm>
            <a:off x="0" y="2718799"/>
            <a:ext cx="9144000" cy="2424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nvGrpSpPr>
          <p:cNvPr id="82" name="Google Shape;82;p9"/>
          <p:cNvGrpSpPr/>
          <p:nvPr/>
        </p:nvGrpSpPr>
        <p:grpSpPr>
          <a:xfrm>
            <a:off x="4073" y="2705123"/>
            <a:ext cx="8994677" cy="0"/>
            <a:chOff x="3" y="1195"/>
            <a:chExt cx="6626" cy="0"/>
          </a:xfrm>
        </p:grpSpPr>
        <p:sp>
          <p:nvSpPr>
            <p:cNvPr id="83" name="Google Shape;83;p9"/>
            <p:cNvSpPr/>
            <p:nvPr/>
          </p:nvSpPr>
          <p:spPr>
            <a:xfrm>
              <a:off x="3" y="1195"/>
              <a:ext cx="66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84" name="Google Shape;84;p9"/>
            <p:cNvSpPr/>
            <p:nvPr/>
          </p:nvSpPr>
          <p:spPr>
            <a:xfrm>
              <a:off x="1829" y="1195"/>
              <a:ext cx="4800" cy="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id="85" name="Google Shape;85;p9"/>
          <p:cNvSpPr txBox="1"/>
          <p:nvPr>
            <p:ph type="ctrTitle"/>
          </p:nvPr>
        </p:nvSpPr>
        <p:spPr>
          <a:xfrm>
            <a:off x="2478762" y="3036048"/>
            <a:ext cx="4523400" cy="653400"/>
          </a:xfrm>
          <a:prstGeom prst="rect">
            <a:avLst/>
          </a:prstGeom>
          <a:noFill/>
          <a:ln>
            <a:noFill/>
          </a:ln>
        </p:spPr>
        <p:txBody>
          <a:bodyPr anchorCtr="0" anchor="t" bIns="0" lIns="0" spcFirstLastPara="1" rIns="0" wrap="square" tIns="0">
            <a:noAutofit/>
          </a:bodyPr>
          <a:lstStyle>
            <a:lvl1pPr lvl="0" algn="l">
              <a:lnSpc>
                <a:spcPct val="105000"/>
              </a:lnSpc>
              <a:spcBef>
                <a:spcPts val="0"/>
              </a:spcBef>
              <a:spcAft>
                <a:spcPts val="0"/>
              </a:spcAft>
              <a:buSzPts val="1100"/>
              <a:buNone/>
              <a:defRPr sz="2300">
                <a:solidFill>
                  <a:schemeClr val="lt1"/>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86" name="Google Shape;86;p9"/>
          <p:cNvSpPr txBox="1"/>
          <p:nvPr>
            <p:ph idx="1" type="subTitle"/>
          </p:nvPr>
        </p:nvSpPr>
        <p:spPr>
          <a:xfrm>
            <a:off x="2478762" y="3737045"/>
            <a:ext cx="4523400" cy="508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500"/>
              <a:buNone/>
              <a:defRPr sz="1500">
                <a:solidFill>
                  <a:schemeClr val="lt1"/>
                </a:solidFill>
              </a:defRPr>
            </a:lvl1pPr>
            <a:lvl2pPr lvl="1" algn="l">
              <a:lnSpc>
                <a:spcPct val="115000"/>
              </a:lnSpc>
              <a:spcBef>
                <a:spcPts val="0"/>
              </a:spcBef>
              <a:spcAft>
                <a:spcPts val="0"/>
              </a:spcAft>
              <a:buClr>
                <a:srgbClr val="595959"/>
              </a:buClr>
              <a:buSzPts val="1400"/>
              <a:buChar char="−"/>
              <a:defRPr/>
            </a:lvl2pPr>
            <a:lvl3pPr lvl="2" algn="l">
              <a:lnSpc>
                <a:spcPct val="115000"/>
              </a:lnSpc>
              <a:spcBef>
                <a:spcPts val="0"/>
              </a:spcBef>
              <a:spcAft>
                <a:spcPts val="0"/>
              </a:spcAft>
              <a:buClr>
                <a:srgbClr val="595959"/>
              </a:buClr>
              <a:buSzPts val="1400"/>
              <a:buChar char="–"/>
              <a:defRPr/>
            </a:lvl3pPr>
            <a:lvl4pPr lvl="3" algn="l">
              <a:lnSpc>
                <a:spcPct val="115000"/>
              </a:lnSpc>
              <a:spcBef>
                <a:spcPts val="0"/>
              </a:spcBef>
              <a:spcAft>
                <a:spcPts val="0"/>
              </a:spcAft>
              <a:buClr>
                <a:srgbClr val="595959"/>
              </a:buClr>
              <a:buSzPts val="1400"/>
              <a:buChar char="–"/>
              <a:defRPr/>
            </a:lvl4pPr>
            <a:lvl5pPr lvl="4" algn="l">
              <a:lnSpc>
                <a:spcPct val="115000"/>
              </a:lnSpc>
              <a:spcBef>
                <a:spcPts val="0"/>
              </a:spcBef>
              <a:spcAft>
                <a:spcPts val="0"/>
              </a:spcAft>
              <a:buClr>
                <a:srgbClr val="595959"/>
              </a:buClr>
              <a:buSzPts val="1400"/>
              <a:buChar char="–"/>
              <a:defRPr/>
            </a:lvl5pPr>
            <a:lvl6pPr lvl="5" algn="l">
              <a:lnSpc>
                <a:spcPct val="115000"/>
              </a:lnSpc>
              <a:spcBef>
                <a:spcPts val="0"/>
              </a:spcBef>
              <a:spcAft>
                <a:spcPts val="0"/>
              </a:spcAft>
              <a:buClr>
                <a:schemeClr val="dk1"/>
              </a:buClr>
              <a:buSzPts val="1400"/>
              <a:buChar char="–"/>
              <a:defRPr/>
            </a:lvl6pPr>
            <a:lvl7pPr lvl="6" algn="l">
              <a:lnSpc>
                <a:spcPct val="115000"/>
              </a:lnSpc>
              <a:spcBef>
                <a:spcPts val="0"/>
              </a:spcBef>
              <a:spcAft>
                <a:spcPts val="0"/>
              </a:spcAft>
              <a:buClr>
                <a:schemeClr val="dk1"/>
              </a:buClr>
              <a:buSzPts val="1400"/>
              <a:buChar char="–"/>
              <a:defRPr/>
            </a:lvl7pPr>
            <a:lvl8pPr lvl="7" algn="l">
              <a:lnSpc>
                <a:spcPct val="115000"/>
              </a:lnSpc>
              <a:spcBef>
                <a:spcPts val="0"/>
              </a:spcBef>
              <a:spcAft>
                <a:spcPts val="0"/>
              </a:spcAft>
              <a:buClr>
                <a:schemeClr val="dk1"/>
              </a:buClr>
              <a:buSzPts val="1400"/>
              <a:buChar char="–"/>
              <a:defRPr/>
            </a:lvl8pPr>
            <a:lvl9pPr lvl="8" algn="l">
              <a:lnSpc>
                <a:spcPct val="115000"/>
              </a:lnSpc>
              <a:spcBef>
                <a:spcPts val="0"/>
              </a:spcBef>
              <a:spcAft>
                <a:spcPts val="0"/>
              </a:spcAft>
              <a:buClr>
                <a:schemeClr val="dk1"/>
              </a:buClr>
              <a:buSzPts val="1400"/>
              <a:buChar char="–"/>
              <a:defRPr/>
            </a:lvl9pPr>
          </a:lstStyle>
          <a:p/>
        </p:txBody>
      </p:sp>
      <p:sp>
        <p:nvSpPr>
          <p:cNvPr descr="AIRBUS_WHITE.png" id="87" name="Google Shape;87;p9"/>
          <p:cNvSpPr/>
          <p:nvPr/>
        </p:nvSpPr>
        <p:spPr>
          <a:xfrm>
            <a:off x="7920372" y="4623978"/>
            <a:ext cx="1080000" cy="270000"/>
          </a:xfrm>
          <a:prstGeom prst="rect">
            <a:avLst/>
          </a:prstGeom>
          <a:noFill/>
          <a:ln>
            <a:noFill/>
          </a:ln>
        </p:spPr>
      </p:sp>
      <p:sp>
        <p:nvSpPr>
          <p:cNvPr id="88" name="Google Shape;88;p9"/>
          <p:cNvSpPr txBox="1"/>
          <p:nvPr>
            <p:ph idx="2" type="body"/>
          </p:nvPr>
        </p:nvSpPr>
        <p:spPr>
          <a:xfrm>
            <a:off x="2478762" y="4536000"/>
            <a:ext cx="4523400" cy="4659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Clr>
                <a:schemeClr val="lt1"/>
              </a:buClr>
              <a:buSzPts val="1100"/>
              <a:buNone/>
              <a:defRPr>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89" name="Google Shape;89;p9"/>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90" name="Shape 90"/>
        <p:cNvGrpSpPr/>
        <p:nvPr/>
      </p:nvGrpSpPr>
      <p:grpSpPr>
        <a:xfrm>
          <a:off x="0" y="0"/>
          <a:ext cx="0" cy="0"/>
          <a:chOff x="0" y="0"/>
          <a:chExt cx="0" cy="0"/>
        </a:xfrm>
      </p:grpSpPr>
      <p:sp>
        <p:nvSpPr>
          <p:cNvPr id="91" name="Google Shape;91;p10"/>
          <p:cNvSpPr txBox="1"/>
          <p:nvPr>
            <p:ph type="title"/>
          </p:nvPr>
        </p:nvSpPr>
        <p:spPr>
          <a:xfrm>
            <a:off x="352426" y="490269"/>
            <a:ext cx="8437200" cy="6609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100"/>
              <a:buNone/>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92" name="Google Shape;92;p10"/>
          <p:cNvSpPr txBox="1"/>
          <p:nvPr>
            <p:ph idx="1" type="body"/>
          </p:nvPr>
        </p:nvSpPr>
        <p:spPr>
          <a:xfrm>
            <a:off x="354305" y="1174500"/>
            <a:ext cx="8435400" cy="32148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Clr>
                <a:srgbClr val="595959"/>
              </a:buClr>
              <a:buSzPts val="1400"/>
              <a:buChar char="•"/>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93" name="Google Shape;93;p10"/>
          <p:cNvSpPr txBox="1"/>
          <p:nvPr>
            <p:ph idx="10" type="dt"/>
          </p:nvPr>
        </p:nvSpPr>
        <p:spPr>
          <a:xfrm>
            <a:off x="583200" y="4833000"/>
            <a:ext cx="869400" cy="162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0"/>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0"/>
          <p:cNvSpPr txBox="1"/>
          <p:nvPr>
            <p:ph idx="12" type="sldNum"/>
          </p:nvPr>
        </p:nvSpPr>
        <p:spPr>
          <a:xfrm>
            <a:off x="354305" y="4833000"/>
            <a:ext cx="221400" cy="162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a:lvl1pPr>
            <a:lvl2pPr indent="0" lvl="1" marL="0" algn="l">
              <a:lnSpc>
                <a:spcPct val="100000"/>
              </a:lnSpc>
              <a:spcBef>
                <a:spcPts val="0"/>
              </a:spcBef>
              <a:spcAft>
                <a:spcPts val="0"/>
              </a:spcAft>
              <a:buNone/>
              <a:defRPr/>
            </a:lvl2pPr>
            <a:lvl3pPr indent="0" lvl="2" marL="0" algn="l">
              <a:lnSpc>
                <a:spcPct val="100000"/>
              </a:lnSpc>
              <a:spcBef>
                <a:spcPts val="0"/>
              </a:spcBef>
              <a:spcAft>
                <a:spcPts val="0"/>
              </a:spcAft>
              <a:buNone/>
              <a:defRPr/>
            </a:lvl3pPr>
            <a:lvl4pPr indent="0" lvl="3" marL="0" algn="l">
              <a:lnSpc>
                <a:spcPct val="100000"/>
              </a:lnSpc>
              <a:spcBef>
                <a:spcPts val="0"/>
              </a:spcBef>
              <a:spcAft>
                <a:spcPts val="0"/>
              </a:spcAft>
              <a:buNone/>
              <a:defRPr/>
            </a:lvl4pPr>
            <a:lvl5pPr indent="0" lvl="4" marL="0" algn="l">
              <a:lnSpc>
                <a:spcPct val="100000"/>
              </a:lnSpc>
              <a:spcBef>
                <a:spcPts val="0"/>
              </a:spcBef>
              <a:spcAft>
                <a:spcPts val="0"/>
              </a:spcAft>
              <a:buNone/>
              <a:defRPr/>
            </a:lvl5pPr>
            <a:lvl6pPr indent="0" lvl="5" marL="0" algn="l">
              <a:lnSpc>
                <a:spcPct val="100000"/>
              </a:lnSpc>
              <a:spcBef>
                <a:spcPts val="0"/>
              </a:spcBef>
              <a:spcAft>
                <a:spcPts val="0"/>
              </a:spcAft>
              <a:buNone/>
              <a:defRPr/>
            </a:lvl6pPr>
            <a:lvl7pPr indent="0" lvl="6" marL="0" algn="l">
              <a:lnSpc>
                <a:spcPct val="100000"/>
              </a:lnSpc>
              <a:spcBef>
                <a:spcPts val="0"/>
              </a:spcBef>
              <a:spcAft>
                <a:spcPts val="0"/>
              </a:spcAft>
              <a:buNone/>
              <a:defRPr/>
            </a:lvl7pPr>
            <a:lvl8pPr indent="0" lvl="7" marL="0" algn="l">
              <a:lnSpc>
                <a:spcPct val="100000"/>
              </a:lnSpc>
              <a:spcBef>
                <a:spcPts val="0"/>
              </a:spcBef>
              <a:spcAft>
                <a:spcPts val="0"/>
              </a:spcAft>
              <a:buNone/>
              <a:defRPr/>
            </a:lvl8pPr>
            <a:lvl9pPr indent="0" lvl="8" marL="0" algn="l">
              <a:lnSpc>
                <a:spcPct val="100000"/>
              </a:lnSpc>
              <a:spcBef>
                <a:spcPts val="0"/>
              </a:spcBef>
              <a:spcAft>
                <a:spcPts val="0"/>
              </a:spcAft>
              <a:buNone/>
              <a:defRPr/>
            </a:lvl9pPr>
          </a:lstStyle>
          <a:p>
            <a:pPr indent="0" lvl="0" marL="0" rtl="0" algn="l">
              <a:spcBef>
                <a:spcPts val="0"/>
              </a:spcBef>
              <a:spcAft>
                <a:spcPts val="0"/>
              </a:spcAft>
              <a:buNone/>
            </a:pPr>
            <a:fld id="{00000000-1234-1234-1234-123412341234}" type="slidenum">
              <a:rPr lang="en-GB"/>
              <a:t>‹#›</a:t>
            </a:fld>
            <a:endParaRPr/>
          </a:p>
        </p:txBody>
      </p:sp>
      <p:sp>
        <p:nvSpPr>
          <p:cNvPr id="96" name="Google Shape;96;p10"/>
          <p:cNvSpPr txBox="1"/>
          <p:nvPr>
            <p:ph idx="2" type="body"/>
          </p:nvPr>
        </p:nvSpPr>
        <p:spPr>
          <a:xfrm>
            <a:off x="6487003" y="249157"/>
            <a:ext cx="2450100" cy="108300"/>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600"/>
              <a:buNone/>
              <a:defRPr sz="600">
                <a:solidFill>
                  <a:srgbClr val="FF0000"/>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Image">
  <p:cSld name="Content and Image">
    <p:spTree>
      <p:nvGrpSpPr>
        <p:cNvPr id="97" name="Shape 97"/>
        <p:cNvGrpSpPr/>
        <p:nvPr/>
      </p:nvGrpSpPr>
      <p:grpSpPr>
        <a:xfrm>
          <a:off x="0" y="0"/>
          <a:ext cx="0" cy="0"/>
          <a:chOff x="0" y="0"/>
          <a:chExt cx="0" cy="0"/>
        </a:xfrm>
      </p:grpSpPr>
      <p:sp>
        <p:nvSpPr>
          <p:cNvPr id="98" name="Google Shape;98;p11"/>
          <p:cNvSpPr txBox="1"/>
          <p:nvPr>
            <p:ph type="title"/>
          </p:nvPr>
        </p:nvSpPr>
        <p:spPr>
          <a:xfrm>
            <a:off x="352426" y="490269"/>
            <a:ext cx="8437200" cy="6609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100"/>
              <a:buNone/>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99" name="Google Shape;99;p11"/>
          <p:cNvSpPr txBox="1"/>
          <p:nvPr>
            <p:ph idx="1" type="body"/>
          </p:nvPr>
        </p:nvSpPr>
        <p:spPr>
          <a:xfrm>
            <a:off x="354303" y="1174500"/>
            <a:ext cx="4063800" cy="32148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Clr>
                <a:srgbClr val="595959"/>
              </a:buClr>
              <a:buSzPts val="1400"/>
              <a:buChar char="•"/>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100" name="Google Shape;100;p11"/>
          <p:cNvSpPr txBox="1"/>
          <p:nvPr>
            <p:ph idx="10" type="dt"/>
          </p:nvPr>
        </p:nvSpPr>
        <p:spPr>
          <a:xfrm>
            <a:off x="583200" y="4833000"/>
            <a:ext cx="869400" cy="162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11"/>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11"/>
          <p:cNvSpPr txBox="1"/>
          <p:nvPr>
            <p:ph idx="12" type="sldNum"/>
          </p:nvPr>
        </p:nvSpPr>
        <p:spPr>
          <a:xfrm>
            <a:off x="354305" y="4833000"/>
            <a:ext cx="221400" cy="162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a:lvl1pPr>
            <a:lvl2pPr indent="0" lvl="1" marL="0" algn="l">
              <a:lnSpc>
                <a:spcPct val="100000"/>
              </a:lnSpc>
              <a:spcBef>
                <a:spcPts val="0"/>
              </a:spcBef>
              <a:spcAft>
                <a:spcPts val="0"/>
              </a:spcAft>
              <a:buNone/>
              <a:defRPr/>
            </a:lvl2pPr>
            <a:lvl3pPr indent="0" lvl="2" marL="0" algn="l">
              <a:lnSpc>
                <a:spcPct val="100000"/>
              </a:lnSpc>
              <a:spcBef>
                <a:spcPts val="0"/>
              </a:spcBef>
              <a:spcAft>
                <a:spcPts val="0"/>
              </a:spcAft>
              <a:buNone/>
              <a:defRPr/>
            </a:lvl3pPr>
            <a:lvl4pPr indent="0" lvl="3" marL="0" algn="l">
              <a:lnSpc>
                <a:spcPct val="100000"/>
              </a:lnSpc>
              <a:spcBef>
                <a:spcPts val="0"/>
              </a:spcBef>
              <a:spcAft>
                <a:spcPts val="0"/>
              </a:spcAft>
              <a:buNone/>
              <a:defRPr/>
            </a:lvl4pPr>
            <a:lvl5pPr indent="0" lvl="4" marL="0" algn="l">
              <a:lnSpc>
                <a:spcPct val="100000"/>
              </a:lnSpc>
              <a:spcBef>
                <a:spcPts val="0"/>
              </a:spcBef>
              <a:spcAft>
                <a:spcPts val="0"/>
              </a:spcAft>
              <a:buNone/>
              <a:defRPr/>
            </a:lvl5pPr>
            <a:lvl6pPr indent="0" lvl="5" marL="0" algn="l">
              <a:lnSpc>
                <a:spcPct val="100000"/>
              </a:lnSpc>
              <a:spcBef>
                <a:spcPts val="0"/>
              </a:spcBef>
              <a:spcAft>
                <a:spcPts val="0"/>
              </a:spcAft>
              <a:buNone/>
              <a:defRPr/>
            </a:lvl6pPr>
            <a:lvl7pPr indent="0" lvl="6" marL="0" algn="l">
              <a:lnSpc>
                <a:spcPct val="100000"/>
              </a:lnSpc>
              <a:spcBef>
                <a:spcPts val="0"/>
              </a:spcBef>
              <a:spcAft>
                <a:spcPts val="0"/>
              </a:spcAft>
              <a:buNone/>
              <a:defRPr/>
            </a:lvl7pPr>
            <a:lvl8pPr indent="0" lvl="7" marL="0" algn="l">
              <a:lnSpc>
                <a:spcPct val="100000"/>
              </a:lnSpc>
              <a:spcBef>
                <a:spcPts val="0"/>
              </a:spcBef>
              <a:spcAft>
                <a:spcPts val="0"/>
              </a:spcAft>
              <a:buNone/>
              <a:defRPr/>
            </a:lvl8pPr>
            <a:lvl9pPr indent="0" lvl="8" marL="0" algn="l">
              <a:lnSpc>
                <a:spcPct val="100000"/>
              </a:lnSpc>
              <a:spcBef>
                <a:spcPts val="0"/>
              </a:spcBef>
              <a:spcAft>
                <a:spcPts val="0"/>
              </a:spcAft>
              <a:buNone/>
              <a:defRPr/>
            </a:lvl9pPr>
          </a:lstStyle>
          <a:p>
            <a:pPr indent="0" lvl="0" marL="0" rtl="0" algn="l">
              <a:spcBef>
                <a:spcPts val="0"/>
              </a:spcBef>
              <a:spcAft>
                <a:spcPts val="0"/>
              </a:spcAft>
              <a:buNone/>
            </a:pPr>
            <a:fld id="{00000000-1234-1234-1234-123412341234}" type="slidenum">
              <a:rPr lang="en-GB"/>
              <a:t>‹#›</a:t>
            </a:fld>
            <a:endParaRPr/>
          </a:p>
        </p:txBody>
      </p:sp>
      <p:sp>
        <p:nvSpPr>
          <p:cNvPr id="103" name="Google Shape;103;p11"/>
          <p:cNvSpPr/>
          <p:nvPr>
            <p:ph idx="2" type="pic"/>
          </p:nvPr>
        </p:nvSpPr>
        <p:spPr>
          <a:xfrm>
            <a:off x="4617000" y="1174499"/>
            <a:ext cx="4131000" cy="24651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1pPr>
            <a:lvl2pPr lvl="1" marR="0" rtl="0" algn="l">
              <a:lnSpc>
                <a:spcPct val="115000"/>
              </a:lnSpc>
              <a:spcBef>
                <a:spcPts val="0"/>
              </a:spcBef>
              <a:spcAft>
                <a:spcPts val="0"/>
              </a:spcAft>
              <a:buClr>
                <a:srgbClr val="595959"/>
              </a:buClr>
              <a:buSzPts val="1100"/>
              <a:buFont typeface="Noto Sans Symbols"/>
              <a:buChar char="−"/>
              <a:defRPr b="0" i="0" sz="1100" u="none" cap="none" strike="noStrike">
                <a:solidFill>
                  <a:srgbClr val="595959"/>
                </a:solidFill>
                <a:latin typeface="Arial"/>
                <a:ea typeface="Arial"/>
                <a:cs typeface="Arial"/>
                <a:sym typeface="Arial"/>
              </a:defRPr>
            </a:lvl2pPr>
            <a:lvl3pPr lvl="2"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3pPr>
            <a:lvl4pPr lvl="3"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4pPr>
            <a:lvl5pPr lvl="4"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5pPr>
            <a:lvl6pPr lvl="5"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104" name="Google Shape;104;p11"/>
          <p:cNvSpPr txBox="1"/>
          <p:nvPr>
            <p:ph idx="3" type="body"/>
          </p:nvPr>
        </p:nvSpPr>
        <p:spPr>
          <a:xfrm>
            <a:off x="6487003" y="249157"/>
            <a:ext cx="2450100" cy="108300"/>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600"/>
              <a:buNone/>
              <a:defRPr sz="600">
                <a:solidFill>
                  <a:srgbClr val="FF0000"/>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noFill/>
      </p:bgPr>
    </p:bg>
    <p:spTree>
      <p:nvGrpSpPr>
        <p:cNvPr id="105" name="Shape 105"/>
        <p:cNvGrpSpPr/>
        <p:nvPr/>
      </p:nvGrpSpPr>
      <p:grpSpPr>
        <a:xfrm>
          <a:off x="0" y="0"/>
          <a:ext cx="0" cy="0"/>
          <a:chOff x="0" y="0"/>
          <a:chExt cx="0" cy="0"/>
        </a:xfrm>
      </p:grpSpPr>
      <p:sp>
        <p:nvSpPr>
          <p:cNvPr id="106" name="Google Shape;106;p12"/>
          <p:cNvSpPr txBox="1"/>
          <p:nvPr>
            <p:ph type="title"/>
          </p:nvPr>
        </p:nvSpPr>
        <p:spPr>
          <a:xfrm>
            <a:off x="2929346" y="1540970"/>
            <a:ext cx="5369100" cy="1029300"/>
          </a:xfrm>
          <a:prstGeom prst="rect">
            <a:avLst/>
          </a:prstGeom>
          <a:noFill/>
          <a:ln>
            <a:noFill/>
          </a:ln>
        </p:spPr>
        <p:txBody>
          <a:bodyPr anchorCtr="0" anchor="b" bIns="0" lIns="0" spcFirstLastPara="1" rIns="0" wrap="square" tIns="0">
            <a:noAutofit/>
          </a:bodyPr>
          <a:lstStyle>
            <a:lvl1pPr lvl="0" algn="l">
              <a:lnSpc>
                <a:spcPct val="110000"/>
              </a:lnSpc>
              <a:spcBef>
                <a:spcPts val="0"/>
              </a:spcBef>
              <a:spcAft>
                <a:spcPts val="0"/>
              </a:spcAft>
              <a:buSzPts val="1100"/>
              <a:buNone/>
              <a:defRPr>
                <a:solidFill>
                  <a:schemeClr val="dk2"/>
                </a:solidFill>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107" name="Google Shape;107;p12"/>
          <p:cNvSpPr txBox="1"/>
          <p:nvPr>
            <p:ph idx="10" type="dt"/>
          </p:nvPr>
        </p:nvSpPr>
        <p:spPr>
          <a:xfrm>
            <a:off x="583200" y="4833000"/>
            <a:ext cx="869400" cy="162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12"/>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12"/>
          <p:cNvSpPr txBox="1"/>
          <p:nvPr>
            <p:ph idx="12" type="sldNum"/>
          </p:nvPr>
        </p:nvSpPr>
        <p:spPr>
          <a:xfrm>
            <a:off x="354305" y="4833000"/>
            <a:ext cx="221400" cy="162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sz="600">
                <a:solidFill>
                  <a:srgbClr val="595959"/>
                </a:solidFill>
                <a:latin typeface="Arial"/>
                <a:ea typeface="Arial"/>
                <a:cs typeface="Arial"/>
                <a:sym typeface="Arial"/>
              </a:defRPr>
            </a:lvl1pPr>
            <a:lvl2pPr indent="0" lvl="1" marL="0" algn="l">
              <a:lnSpc>
                <a:spcPct val="100000"/>
              </a:lnSpc>
              <a:spcBef>
                <a:spcPts val="0"/>
              </a:spcBef>
              <a:spcAft>
                <a:spcPts val="0"/>
              </a:spcAft>
              <a:buNone/>
              <a:defRPr sz="600">
                <a:solidFill>
                  <a:srgbClr val="595959"/>
                </a:solidFill>
                <a:latin typeface="Arial"/>
                <a:ea typeface="Arial"/>
                <a:cs typeface="Arial"/>
                <a:sym typeface="Arial"/>
              </a:defRPr>
            </a:lvl2pPr>
            <a:lvl3pPr indent="0" lvl="2" marL="0" algn="l">
              <a:lnSpc>
                <a:spcPct val="100000"/>
              </a:lnSpc>
              <a:spcBef>
                <a:spcPts val="0"/>
              </a:spcBef>
              <a:spcAft>
                <a:spcPts val="0"/>
              </a:spcAft>
              <a:buNone/>
              <a:defRPr sz="600">
                <a:solidFill>
                  <a:srgbClr val="595959"/>
                </a:solidFill>
                <a:latin typeface="Arial"/>
                <a:ea typeface="Arial"/>
                <a:cs typeface="Arial"/>
                <a:sym typeface="Arial"/>
              </a:defRPr>
            </a:lvl3pPr>
            <a:lvl4pPr indent="0" lvl="3" marL="0" algn="l">
              <a:lnSpc>
                <a:spcPct val="100000"/>
              </a:lnSpc>
              <a:spcBef>
                <a:spcPts val="0"/>
              </a:spcBef>
              <a:spcAft>
                <a:spcPts val="0"/>
              </a:spcAft>
              <a:buNone/>
              <a:defRPr sz="600">
                <a:solidFill>
                  <a:srgbClr val="595959"/>
                </a:solidFill>
                <a:latin typeface="Arial"/>
                <a:ea typeface="Arial"/>
                <a:cs typeface="Arial"/>
                <a:sym typeface="Arial"/>
              </a:defRPr>
            </a:lvl4pPr>
            <a:lvl5pPr indent="0" lvl="4" marL="0" algn="l">
              <a:lnSpc>
                <a:spcPct val="100000"/>
              </a:lnSpc>
              <a:spcBef>
                <a:spcPts val="0"/>
              </a:spcBef>
              <a:spcAft>
                <a:spcPts val="0"/>
              </a:spcAft>
              <a:buNone/>
              <a:defRPr sz="600">
                <a:solidFill>
                  <a:srgbClr val="595959"/>
                </a:solidFill>
                <a:latin typeface="Arial"/>
                <a:ea typeface="Arial"/>
                <a:cs typeface="Arial"/>
                <a:sym typeface="Arial"/>
              </a:defRPr>
            </a:lvl5pPr>
            <a:lvl6pPr indent="0" lvl="5" marL="0" algn="l">
              <a:lnSpc>
                <a:spcPct val="100000"/>
              </a:lnSpc>
              <a:spcBef>
                <a:spcPts val="0"/>
              </a:spcBef>
              <a:spcAft>
                <a:spcPts val="0"/>
              </a:spcAft>
              <a:buNone/>
              <a:defRPr sz="600">
                <a:solidFill>
                  <a:srgbClr val="595959"/>
                </a:solidFill>
                <a:latin typeface="Arial"/>
                <a:ea typeface="Arial"/>
                <a:cs typeface="Arial"/>
                <a:sym typeface="Arial"/>
              </a:defRPr>
            </a:lvl6pPr>
            <a:lvl7pPr indent="0" lvl="6" marL="0" algn="l">
              <a:lnSpc>
                <a:spcPct val="100000"/>
              </a:lnSpc>
              <a:spcBef>
                <a:spcPts val="0"/>
              </a:spcBef>
              <a:spcAft>
                <a:spcPts val="0"/>
              </a:spcAft>
              <a:buNone/>
              <a:defRPr sz="600">
                <a:solidFill>
                  <a:srgbClr val="595959"/>
                </a:solidFill>
                <a:latin typeface="Arial"/>
                <a:ea typeface="Arial"/>
                <a:cs typeface="Arial"/>
                <a:sym typeface="Arial"/>
              </a:defRPr>
            </a:lvl7pPr>
            <a:lvl8pPr indent="0" lvl="7" marL="0" algn="l">
              <a:lnSpc>
                <a:spcPct val="100000"/>
              </a:lnSpc>
              <a:spcBef>
                <a:spcPts val="0"/>
              </a:spcBef>
              <a:spcAft>
                <a:spcPts val="0"/>
              </a:spcAft>
              <a:buNone/>
              <a:defRPr sz="600">
                <a:solidFill>
                  <a:srgbClr val="595959"/>
                </a:solidFill>
                <a:latin typeface="Arial"/>
                <a:ea typeface="Arial"/>
                <a:cs typeface="Arial"/>
                <a:sym typeface="Arial"/>
              </a:defRPr>
            </a:lvl8pPr>
            <a:lvl9pPr indent="0" lvl="8" marL="0" algn="l">
              <a:lnSpc>
                <a:spcPct val="100000"/>
              </a:lnSpc>
              <a:spcBef>
                <a:spcPts val="0"/>
              </a:spcBef>
              <a:spcAft>
                <a:spcPts val="0"/>
              </a:spcAft>
              <a:buNone/>
              <a:defRPr sz="600">
                <a:solidFill>
                  <a:srgbClr val="59595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110" name="Google Shape;110;p12"/>
          <p:cNvSpPr txBox="1"/>
          <p:nvPr>
            <p:ph idx="1" type="body"/>
          </p:nvPr>
        </p:nvSpPr>
        <p:spPr>
          <a:xfrm>
            <a:off x="2929346" y="2573122"/>
            <a:ext cx="5367600" cy="53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500"/>
              <a:buNone/>
              <a:defRPr sz="1500">
                <a:solidFill>
                  <a:schemeClr val="dk2"/>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111" name="Google Shape;111;p12"/>
          <p:cNvSpPr txBox="1"/>
          <p:nvPr>
            <p:ph idx="2" type="body"/>
          </p:nvPr>
        </p:nvSpPr>
        <p:spPr>
          <a:xfrm>
            <a:off x="6487003" y="249157"/>
            <a:ext cx="2450100" cy="108300"/>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600"/>
              <a:buNone/>
              <a:defRPr sz="600">
                <a:solidFill>
                  <a:srgbClr val="FF0000"/>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dk2"/>
        </a:solidFill>
      </p:bgPr>
    </p:bg>
    <p:spTree>
      <p:nvGrpSpPr>
        <p:cNvPr id="112" name="Shape 112"/>
        <p:cNvGrpSpPr/>
        <p:nvPr/>
      </p:nvGrpSpPr>
      <p:grpSpPr>
        <a:xfrm>
          <a:off x="0" y="0"/>
          <a:ext cx="0" cy="0"/>
          <a:chOff x="0" y="0"/>
          <a:chExt cx="0" cy="0"/>
        </a:xfrm>
      </p:grpSpPr>
      <p:sp>
        <p:nvSpPr>
          <p:cNvPr descr="ThankYou_Grid_Portrait.png" id="113" name="Google Shape;113;p13"/>
          <p:cNvSpPr/>
          <p:nvPr/>
        </p:nvSpPr>
        <p:spPr>
          <a:xfrm>
            <a:off x="0" y="488886"/>
            <a:ext cx="9144900" cy="3504300"/>
          </a:xfrm>
          <a:prstGeom prst="rect">
            <a:avLst/>
          </a:prstGeom>
          <a:noFill/>
          <a:ln>
            <a:noFill/>
          </a:ln>
        </p:spPr>
      </p:sp>
      <p:sp>
        <p:nvSpPr>
          <p:cNvPr descr="AIRBUS_WHITE.png" id="114" name="Google Shape;114;p13"/>
          <p:cNvSpPr/>
          <p:nvPr/>
        </p:nvSpPr>
        <p:spPr>
          <a:xfrm>
            <a:off x="8115574" y="4795568"/>
            <a:ext cx="864000" cy="216000"/>
          </a:xfrm>
          <a:prstGeom prst="rect">
            <a:avLst/>
          </a:prstGeom>
          <a:noFill/>
          <a:ln>
            <a:noFill/>
          </a:ln>
        </p:spPr>
      </p:sp>
      <p:sp>
        <p:nvSpPr>
          <p:cNvPr id="115" name="Google Shape;115;p13"/>
          <p:cNvSpPr txBox="1"/>
          <p:nvPr>
            <p:ph idx="1" type="body"/>
          </p:nvPr>
        </p:nvSpPr>
        <p:spPr>
          <a:xfrm>
            <a:off x="2914685" y="2859260"/>
            <a:ext cx="4880400" cy="53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900"/>
              <a:buNone/>
              <a:defRPr sz="1900">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grpSp>
        <p:nvGrpSpPr>
          <p:cNvPr id="116" name="Google Shape;116;p13"/>
          <p:cNvGrpSpPr/>
          <p:nvPr/>
        </p:nvGrpSpPr>
        <p:grpSpPr>
          <a:xfrm>
            <a:off x="0" y="2694600"/>
            <a:ext cx="9144900" cy="46575"/>
            <a:chOff x="0" y="3606831"/>
            <a:chExt cx="12193200" cy="62100"/>
          </a:xfrm>
        </p:grpSpPr>
        <p:sp>
          <p:nvSpPr>
            <p:cNvPr id="117" name="Google Shape;117;p13"/>
            <p:cNvSpPr/>
            <p:nvPr/>
          </p:nvSpPr>
          <p:spPr>
            <a:xfrm>
              <a:off x="0" y="3606831"/>
              <a:ext cx="12193200" cy="21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sp>
          <p:nvSpPr>
            <p:cNvPr id="118" name="Google Shape;118;p13"/>
            <p:cNvSpPr/>
            <p:nvPr/>
          </p:nvSpPr>
          <p:spPr>
            <a:xfrm>
              <a:off x="3886247" y="3606831"/>
              <a:ext cx="8305800" cy="62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None/>
              </a:pPr>
              <a:r>
                <a:t/>
              </a:r>
              <a:endParaRPr sz="1000">
                <a:solidFill>
                  <a:schemeClr val="dk1"/>
                </a:solidFill>
                <a:latin typeface="Arial"/>
                <a:ea typeface="Arial"/>
                <a:cs typeface="Arial"/>
                <a:sym typeface="Arial"/>
              </a:endParaRPr>
            </a:p>
          </p:txBody>
        </p:sp>
      </p:grpSp>
      <p:sp>
        <p:nvSpPr>
          <p:cNvPr id="119" name="Google Shape;119;p13"/>
          <p:cNvSpPr txBox="1"/>
          <p:nvPr>
            <p:ph idx="2" type="body"/>
          </p:nvPr>
        </p:nvSpPr>
        <p:spPr>
          <a:xfrm>
            <a:off x="352425" y="4795568"/>
            <a:ext cx="3173100" cy="216000"/>
          </a:xfrm>
          <a:prstGeom prst="rect">
            <a:avLst/>
          </a:prstGeom>
          <a:noFill/>
          <a:ln>
            <a:noFill/>
          </a:ln>
        </p:spPr>
        <p:txBody>
          <a:bodyPr anchorCtr="0" anchor="b" bIns="0" lIns="0" spcFirstLastPara="1" rIns="0" wrap="square" tIns="0">
            <a:noAutofit/>
          </a:bodyPr>
          <a:lstStyle>
            <a:lvl1pPr indent="-228600" lvl="0" marL="457200" algn="l">
              <a:lnSpc>
                <a:spcPct val="115000"/>
              </a:lnSpc>
              <a:spcBef>
                <a:spcPts val="0"/>
              </a:spcBef>
              <a:spcAft>
                <a:spcPts val="0"/>
              </a:spcAft>
              <a:buClr>
                <a:schemeClr val="lt1"/>
              </a:buClr>
              <a:buSzPts val="600"/>
              <a:buNone/>
              <a:defRPr sz="600">
                <a:solidFill>
                  <a:schemeClr val="lt1"/>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
        <p:nvSpPr>
          <p:cNvPr id="120" name="Google Shape;120;p13"/>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Deployment Review template reference FM1905097 v2.0</a:t>
            </a:r>
            <a:endParaRPr sz="1000">
              <a:solidFill>
                <a:schemeClr val="lt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1" name="Shape 121"/>
        <p:cNvGrpSpPr/>
        <p:nvPr/>
      </p:nvGrpSpPr>
      <p:grpSpPr>
        <a:xfrm>
          <a:off x="0" y="0"/>
          <a:ext cx="0" cy="0"/>
          <a:chOff x="0" y="0"/>
          <a:chExt cx="0" cy="0"/>
        </a:xfrm>
      </p:grpSpPr>
      <p:sp>
        <p:nvSpPr>
          <p:cNvPr id="122" name="Google Shape;122;p14"/>
          <p:cNvSpPr txBox="1"/>
          <p:nvPr>
            <p:ph type="title"/>
          </p:nvPr>
        </p:nvSpPr>
        <p:spPr>
          <a:xfrm>
            <a:off x="352426" y="490269"/>
            <a:ext cx="8437200" cy="6609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100"/>
              <a:buNone/>
              <a:defRPr/>
            </a:lvl1pPr>
            <a:lvl2pPr lvl="1" algn="l">
              <a:lnSpc>
                <a:spcPct val="110000"/>
              </a:lnSpc>
              <a:spcBef>
                <a:spcPts val="0"/>
              </a:spcBef>
              <a:spcAft>
                <a:spcPts val="0"/>
              </a:spcAft>
              <a:buSzPts val="1100"/>
              <a:buNone/>
              <a:defRPr/>
            </a:lvl2pPr>
            <a:lvl3pPr lvl="2" algn="l">
              <a:lnSpc>
                <a:spcPct val="110000"/>
              </a:lnSpc>
              <a:spcBef>
                <a:spcPts val="0"/>
              </a:spcBef>
              <a:spcAft>
                <a:spcPts val="0"/>
              </a:spcAft>
              <a:buSzPts val="1100"/>
              <a:buNone/>
              <a:defRPr/>
            </a:lvl3pPr>
            <a:lvl4pPr lvl="3" algn="l">
              <a:lnSpc>
                <a:spcPct val="110000"/>
              </a:lnSpc>
              <a:spcBef>
                <a:spcPts val="0"/>
              </a:spcBef>
              <a:spcAft>
                <a:spcPts val="0"/>
              </a:spcAft>
              <a:buSzPts val="1100"/>
              <a:buNone/>
              <a:defRPr/>
            </a:lvl4pPr>
            <a:lvl5pPr lvl="4" algn="l">
              <a:lnSpc>
                <a:spcPct val="110000"/>
              </a:lnSpc>
              <a:spcBef>
                <a:spcPts val="0"/>
              </a:spcBef>
              <a:spcAft>
                <a:spcPts val="0"/>
              </a:spcAft>
              <a:buSzPts val="1100"/>
              <a:buNone/>
              <a:defRPr/>
            </a:lvl5pPr>
            <a:lvl6pPr lvl="5" algn="l">
              <a:lnSpc>
                <a:spcPct val="110000"/>
              </a:lnSpc>
              <a:spcBef>
                <a:spcPts val="0"/>
              </a:spcBef>
              <a:spcAft>
                <a:spcPts val="0"/>
              </a:spcAft>
              <a:buSzPts val="1100"/>
              <a:buNone/>
              <a:defRPr/>
            </a:lvl6pPr>
            <a:lvl7pPr lvl="6" algn="l">
              <a:lnSpc>
                <a:spcPct val="110000"/>
              </a:lnSpc>
              <a:spcBef>
                <a:spcPts val="0"/>
              </a:spcBef>
              <a:spcAft>
                <a:spcPts val="0"/>
              </a:spcAft>
              <a:buSzPts val="1100"/>
              <a:buNone/>
              <a:defRPr/>
            </a:lvl7pPr>
            <a:lvl8pPr lvl="7" algn="l">
              <a:lnSpc>
                <a:spcPct val="110000"/>
              </a:lnSpc>
              <a:spcBef>
                <a:spcPts val="0"/>
              </a:spcBef>
              <a:spcAft>
                <a:spcPts val="0"/>
              </a:spcAft>
              <a:buSzPts val="1100"/>
              <a:buNone/>
              <a:defRPr/>
            </a:lvl8pPr>
            <a:lvl9pPr lvl="8" algn="l">
              <a:lnSpc>
                <a:spcPct val="110000"/>
              </a:lnSpc>
              <a:spcBef>
                <a:spcPts val="0"/>
              </a:spcBef>
              <a:spcAft>
                <a:spcPts val="0"/>
              </a:spcAft>
              <a:buSzPts val="1100"/>
              <a:buNone/>
              <a:defRPr/>
            </a:lvl9pPr>
          </a:lstStyle>
          <a:p/>
        </p:txBody>
      </p:sp>
      <p:sp>
        <p:nvSpPr>
          <p:cNvPr id="123" name="Google Shape;123;p14"/>
          <p:cNvSpPr txBox="1"/>
          <p:nvPr>
            <p:ph idx="10" type="dt"/>
          </p:nvPr>
        </p:nvSpPr>
        <p:spPr>
          <a:xfrm>
            <a:off x="583200" y="4833000"/>
            <a:ext cx="869400" cy="162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14"/>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14"/>
          <p:cNvSpPr txBox="1"/>
          <p:nvPr>
            <p:ph idx="12" type="sldNum"/>
          </p:nvPr>
        </p:nvSpPr>
        <p:spPr>
          <a:xfrm>
            <a:off x="354305" y="4833000"/>
            <a:ext cx="221400" cy="162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a:lvl1pPr>
            <a:lvl2pPr indent="0" lvl="1" marL="0" algn="l">
              <a:lnSpc>
                <a:spcPct val="100000"/>
              </a:lnSpc>
              <a:spcBef>
                <a:spcPts val="0"/>
              </a:spcBef>
              <a:spcAft>
                <a:spcPts val="0"/>
              </a:spcAft>
              <a:buNone/>
              <a:defRPr/>
            </a:lvl2pPr>
            <a:lvl3pPr indent="0" lvl="2" marL="0" algn="l">
              <a:lnSpc>
                <a:spcPct val="100000"/>
              </a:lnSpc>
              <a:spcBef>
                <a:spcPts val="0"/>
              </a:spcBef>
              <a:spcAft>
                <a:spcPts val="0"/>
              </a:spcAft>
              <a:buNone/>
              <a:defRPr/>
            </a:lvl3pPr>
            <a:lvl4pPr indent="0" lvl="3" marL="0" algn="l">
              <a:lnSpc>
                <a:spcPct val="100000"/>
              </a:lnSpc>
              <a:spcBef>
                <a:spcPts val="0"/>
              </a:spcBef>
              <a:spcAft>
                <a:spcPts val="0"/>
              </a:spcAft>
              <a:buNone/>
              <a:defRPr/>
            </a:lvl4pPr>
            <a:lvl5pPr indent="0" lvl="4" marL="0" algn="l">
              <a:lnSpc>
                <a:spcPct val="100000"/>
              </a:lnSpc>
              <a:spcBef>
                <a:spcPts val="0"/>
              </a:spcBef>
              <a:spcAft>
                <a:spcPts val="0"/>
              </a:spcAft>
              <a:buNone/>
              <a:defRPr/>
            </a:lvl5pPr>
            <a:lvl6pPr indent="0" lvl="5" marL="0" algn="l">
              <a:lnSpc>
                <a:spcPct val="100000"/>
              </a:lnSpc>
              <a:spcBef>
                <a:spcPts val="0"/>
              </a:spcBef>
              <a:spcAft>
                <a:spcPts val="0"/>
              </a:spcAft>
              <a:buNone/>
              <a:defRPr/>
            </a:lvl6pPr>
            <a:lvl7pPr indent="0" lvl="6" marL="0" algn="l">
              <a:lnSpc>
                <a:spcPct val="100000"/>
              </a:lnSpc>
              <a:spcBef>
                <a:spcPts val="0"/>
              </a:spcBef>
              <a:spcAft>
                <a:spcPts val="0"/>
              </a:spcAft>
              <a:buNone/>
              <a:defRPr/>
            </a:lvl7pPr>
            <a:lvl8pPr indent="0" lvl="7" marL="0" algn="l">
              <a:lnSpc>
                <a:spcPct val="100000"/>
              </a:lnSpc>
              <a:spcBef>
                <a:spcPts val="0"/>
              </a:spcBef>
              <a:spcAft>
                <a:spcPts val="0"/>
              </a:spcAft>
              <a:buNone/>
              <a:defRPr/>
            </a:lvl8pPr>
            <a:lvl9pPr indent="0" lvl="8" marL="0" algn="l">
              <a:lnSpc>
                <a:spcPct val="100000"/>
              </a:lnSpc>
              <a:spcBef>
                <a:spcPts val="0"/>
              </a:spcBef>
              <a:spcAft>
                <a:spcPts val="0"/>
              </a:spcAft>
              <a:buNone/>
              <a:defRPr/>
            </a:lvl9pPr>
          </a:lstStyle>
          <a:p>
            <a:pPr indent="0" lvl="0" marL="0" rtl="0" algn="l">
              <a:spcBef>
                <a:spcPts val="0"/>
              </a:spcBef>
              <a:spcAft>
                <a:spcPts val="0"/>
              </a:spcAft>
              <a:buNone/>
            </a:pPr>
            <a:fld id="{00000000-1234-1234-1234-123412341234}" type="slidenum">
              <a:rPr lang="en-GB"/>
              <a:t>‹#›</a:t>
            </a:fld>
            <a:endParaRPr/>
          </a:p>
        </p:txBody>
      </p:sp>
      <p:sp>
        <p:nvSpPr>
          <p:cNvPr id="126" name="Google Shape;126;p14"/>
          <p:cNvSpPr txBox="1"/>
          <p:nvPr>
            <p:ph idx="1" type="body"/>
          </p:nvPr>
        </p:nvSpPr>
        <p:spPr>
          <a:xfrm>
            <a:off x="6487003" y="249157"/>
            <a:ext cx="2450100" cy="108300"/>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600"/>
              <a:buNone/>
              <a:defRPr sz="600">
                <a:solidFill>
                  <a:srgbClr val="FF0000"/>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7" name="Shape 127"/>
        <p:cNvGrpSpPr/>
        <p:nvPr/>
      </p:nvGrpSpPr>
      <p:grpSpPr>
        <a:xfrm>
          <a:off x="0" y="0"/>
          <a:ext cx="0" cy="0"/>
          <a:chOff x="0" y="0"/>
          <a:chExt cx="0" cy="0"/>
        </a:xfrm>
      </p:grpSpPr>
      <p:sp>
        <p:nvSpPr>
          <p:cNvPr id="128" name="Google Shape;128;p15"/>
          <p:cNvSpPr txBox="1"/>
          <p:nvPr>
            <p:ph idx="10" type="dt"/>
          </p:nvPr>
        </p:nvSpPr>
        <p:spPr>
          <a:xfrm>
            <a:off x="583200" y="4833000"/>
            <a:ext cx="869400" cy="16200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15"/>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100"/>
              <a:buNone/>
              <a:defRPr/>
            </a:lvl1pPr>
            <a:lvl2pPr lvl="1" algn="ctr">
              <a:lnSpc>
                <a:spcPct val="115000"/>
              </a:lnSpc>
              <a:spcBef>
                <a:spcPts val="0"/>
              </a:spcBef>
              <a:spcAft>
                <a:spcPts val="0"/>
              </a:spcAft>
              <a:buSzPts val="1100"/>
              <a:buNone/>
              <a:defRPr/>
            </a:lvl2pPr>
            <a:lvl3pPr lvl="2" algn="ctr">
              <a:lnSpc>
                <a:spcPct val="115000"/>
              </a:lnSpc>
              <a:spcBef>
                <a:spcPts val="0"/>
              </a:spcBef>
              <a:spcAft>
                <a:spcPts val="0"/>
              </a:spcAft>
              <a:buSzPts val="1100"/>
              <a:buNone/>
              <a:defRPr/>
            </a:lvl3pPr>
            <a:lvl4pPr lvl="3" algn="ctr">
              <a:lnSpc>
                <a:spcPct val="115000"/>
              </a:lnSpc>
              <a:spcBef>
                <a:spcPts val="0"/>
              </a:spcBef>
              <a:spcAft>
                <a:spcPts val="0"/>
              </a:spcAft>
              <a:buSzPts val="1100"/>
              <a:buNone/>
              <a:defRPr/>
            </a:lvl4pPr>
            <a:lvl5pPr lvl="4" algn="ctr">
              <a:lnSpc>
                <a:spcPct val="115000"/>
              </a:lnSpc>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15"/>
          <p:cNvSpPr txBox="1"/>
          <p:nvPr>
            <p:ph idx="12" type="sldNum"/>
          </p:nvPr>
        </p:nvSpPr>
        <p:spPr>
          <a:xfrm>
            <a:off x="354305" y="4833000"/>
            <a:ext cx="221400" cy="162000"/>
          </a:xfrm>
          <a:prstGeom prst="rect">
            <a:avLst/>
          </a:prstGeom>
          <a:noFill/>
          <a:ln>
            <a:noFill/>
          </a:ln>
        </p:spPr>
        <p:txBody>
          <a:bodyPr anchorCtr="0" anchor="b" bIns="0" lIns="0" spcFirstLastPara="1" rIns="0" wrap="square" tIns="0">
            <a:noAutofit/>
          </a:bodyPr>
          <a:lstStyle>
            <a:lvl1pPr indent="0" lvl="0" marL="0" algn="l">
              <a:lnSpc>
                <a:spcPct val="100000"/>
              </a:lnSpc>
              <a:spcBef>
                <a:spcPts val="0"/>
              </a:spcBef>
              <a:spcAft>
                <a:spcPts val="0"/>
              </a:spcAft>
              <a:buNone/>
              <a:defRPr sz="600">
                <a:solidFill>
                  <a:srgbClr val="595959"/>
                </a:solidFill>
                <a:latin typeface="Arial"/>
                <a:ea typeface="Arial"/>
                <a:cs typeface="Arial"/>
                <a:sym typeface="Arial"/>
              </a:defRPr>
            </a:lvl1pPr>
            <a:lvl2pPr indent="0" lvl="1" marL="0" algn="l">
              <a:lnSpc>
                <a:spcPct val="100000"/>
              </a:lnSpc>
              <a:spcBef>
                <a:spcPts val="0"/>
              </a:spcBef>
              <a:spcAft>
                <a:spcPts val="0"/>
              </a:spcAft>
              <a:buNone/>
              <a:defRPr sz="600">
                <a:solidFill>
                  <a:srgbClr val="595959"/>
                </a:solidFill>
                <a:latin typeface="Arial"/>
                <a:ea typeface="Arial"/>
                <a:cs typeface="Arial"/>
                <a:sym typeface="Arial"/>
              </a:defRPr>
            </a:lvl2pPr>
            <a:lvl3pPr indent="0" lvl="2" marL="0" algn="l">
              <a:lnSpc>
                <a:spcPct val="100000"/>
              </a:lnSpc>
              <a:spcBef>
                <a:spcPts val="0"/>
              </a:spcBef>
              <a:spcAft>
                <a:spcPts val="0"/>
              </a:spcAft>
              <a:buNone/>
              <a:defRPr sz="600">
                <a:solidFill>
                  <a:srgbClr val="595959"/>
                </a:solidFill>
                <a:latin typeface="Arial"/>
                <a:ea typeface="Arial"/>
                <a:cs typeface="Arial"/>
                <a:sym typeface="Arial"/>
              </a:defRPr>
            </a:lvl3pPr>
            <a:lvl4pPr indent="0" lvl="3" marL="0" algn="l">
              <a:lnSpc>
                <a:spcPct val="100000"/>
              </a:lnSpc>
              <a:spcBef>
                <a:spcPts val="0"/>
              </a:spcBef>
              <a:spcAft>
                <a:spcPts val="0"/>
              </a:spcAft>
              <a:buNone/>
              <a:defRPr sz="600">
                <a:solidFill>
                  <a:srgbClr val="595959"/>
                </a:solidFill>
                <a:latin typeface="Arial"/>
                <a:ea typeface="Arial"/>
                <a:cs typeface="Arial"/>
                <a:sym typeface="Arial"/>
              </a:defRPr>
            </a:lvl4pPr>
            <a:lvl5pPr indent="0" lvl="4" marL="0" algn="l">
              <a:lnSpc>
                <a:spcPct val="100000"/>
              </a:lnSpc>
              <a:spcBef>
                <a:spcPts val="0"/>
              </a:spcBef>
              <a:spcAft>
                <a:spcPts val="0"/>
              </a:spcAft>
              <a:buNone/>
              <a:defRPr sz="600">
                <a:solidFill>
                  <a:srgbClr val="595959"/>
                </a:solidFill>
                <a:latin typeface="Arial"/>
                <a:ea typeface="Arial"/>
                <a:cs typeface="Arial"/>
                <a:sym typeface="Arial"/>
              </a:defRPr>
            </a:lvl5pPr>
            <a:lvl6pPr indent="0" lvl="5" marL="0" algn="l">
              <a:lnSpc>
                <a:spcPct val="100000"/>
              </a:lnSpc>
              <a:spcBef>
                <a:spcPts val="0"/>
              </a:spcBef>
              <a:spcAft>
                <a:spcPts val="0"/>
              </a:spcAft>
              <a:buNone/>
              <a:defRPr sz="600">
                <a:solidFill>
                  <a:srgbClr val="595959"/>
                </a:solidFill>
                <a:latin typeface="Arial"/>
                <a:ea typeface="Arial"/>
                <a:cs typeface="Arial"/>
                <a:sym typeface="Arial"/>
              </a:defRPr>
            </a:lvl6pPr>
            <a:lvl7pPr indent="0" lvl="6" marL="0" algn="l">
              <a:lnSpc>
                <a:spcPct val="100000"/>
              </a:lnSpc>
              <a:spcBef>
                <a:spcPts val="0"/>
              </a:spcBef>
              <a:spcAft>
                <a:spcPts val="0"/>
              </a:spcAft>
              <a:buNone/>
              <a:defRPr sz="600">
                <a:solidFill>
                  <a:srgbClr val="595959"/>
                </a:solidFill>
                <a:latin typeface="Arial"/>
                <a:ea typeface="Arial"/>
                <a:cs typeface="Arial"/>
                <a:sym typeface="Arial"/>
              </a:defRPr>
            </a:lvl7pPr>
            <a:lvl8pPr indent="0" lvl="7" marL="0" algn="l">
              <a:lnSpc>
                <a:spcPct val="100000"/>
              </a:lnSpc>
              <a:spcBef>
                <a:spcPts val="0"/>
              </a:spcBef>
              <a:spcAft>
                <a:spcPts val="0"/>
              </a:spcAft>
              <a:buNone/>
              <a:defRPr sz="600">
                <a:solidFill>
                  <a:srgbClr val="595959"/>
                </a:solidFill>
                <a:latin typeface="Arial"/>
                <a:ea typeface="Arial"/>
                <a:cs typeface="Arial"/>
                <a:sym typeface="Arial"/>
              </a:defRPr>
            </a:lvl8pPr>
            <a:lvl9pPr indent="0" lvl="8" marL="0" algn="l">
              <a:lnSpc>
                <a:spcPct val="100000"/>
              </a:lnSpc>
              <a:spcBef>
                <a:spcPts val="0"/>
              </a:spcBef>
              <a:spcAft>
                <a:spcPts val="0"/>
              </a:spcAft>
              <a:buNone/>
              <a:defRPr sz="600">
                <a:solidFill>
                  <a:srgbClr val="59595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131" name="Google Shape;131;p15"/>
          <p:cNvSpPr txBox="1"/>
          <p:nvPr>
            <p:ph idx="1" type="body"/>
          </p:nvPr>
        </p:nvSpPr>
        <p:spPr>
          <a:xfrm>
            <a:off x="6487003" y="249157"/>
            <a:ext cx="2450100" cy="108300"/>
          </a:xfrm>
          <a:prstGeom prst="rect">
            <a:avLst/>
          </a:prstGeom>
          <a:noFill/>
          <a:ln>
            <a:noFill/>
          </a:ln>
        </p:spPr>
        <p:txBody>
          <a:bodyPr anchorCtr="0" anchor="t" bIns="0" lIns="0" spcFirstLastPara="1" rIns="0" wrap="square" tIns="0">
            <a:noAutofit/>
          </a:bodyPr>
          <a:lstStyle>
            <a:lvl1pPr indent="-228600" lvl="0" marL="457200" algn="r">
              <a:lnSpc>
                <a:spcPct val="115000"/>
              </a:lnSpc>
              <a:spcBef>
                <a:spcPts val="0"/>
              </a:spcBef>
              <a:spcAft>
                <a:spcPts val="0"/>
              </a:spcAft>
              <a:buClr>
                <a:srgbClr val="FF0000"/>
              </a:buClr>
              <a:buSzPts val="600"/>
              <a:buNone/>
              <a:defRPr sz="600">
                <a:solidFill>
                  <a:srgbClr val="FF0000"/>
                </a:solidFill>
              </a:defRPr>
            </a:lvl1pPr>
            <a:lvl2pPr indent="-317500" lvl="1" marL="914400" algn="l">
              <a:lnSpc>
                <a:spcPct val="115000"/>
              </a:lnSpc>
              <a:spcBef>
                <a:spcPts val="0"/>
              </a:spcBef>
              <a:spcAft>
                <a:spcPts val="0"/>
              </a:spcAft>
              <a:buClr>
                <a:srgbClr val="595959"/>
              </a:buClr>
              <a:buSzPts val="1400"/>
              <a:buChar char="−"/>
              <a:defRPr/>
            </a:lvl2pPr>
            <a:lvl3pPr indent="-317500" lvl="2" marL="1371600" algn="l">
              <a:lnSpc>
                <a:spcPct val="115000"/>
              </a:lnSpc>
              <a:spcBef>
                <a:spcPts val="0"/>
              </a:spcBef>
              <a:spcAft>
                <a:spcPts val="0"/>
              </a:spcAft>
              <a:buClr>
                <a:srgbClr val="595959"/>
              </a:buClr>
              <a:buSzPts val="1400"/>
              <a:buChar char="–"/>
              <a:defRPr/>
            </a:lvl3pPr>
            <a:lvl4pPr indent="-317500" lvl="3" marL="1828800" algn="l">
              <a:lnSpc>
                <a:spcPct val="115000"/>
              </a:lnSpc>
              <a:spcBef>
                <a:spcPts val="0"/>
              </a:spcBef>
              <a:spcAft>
                <a:spcPts val="0"/>
              </a:spcAft>
              <a:buClr>
                <a:srgbClr val="595959"/>
              </a:buClr>
              <a:buSzPts val="1400"/>
              <a:buChar char="–"/>
              <a:defRPr/>
            </a:lvl4pPr>
            <a:lvl5pPr indent="-317500" lvl="4" marL="2286000" algn="l">
              <a:lnSpc>
                <a:spcPct val="115000"/>
              </a:lnSpc>
              <a:spcBef>
                <a:spcPts val="0"/>
              </a:spcBef>
              <a:spcAft>
                <a:spcPts val="0"/>
              </a:spcAft>
              <a:buClr>
                <a:srgbClr val="595959"/>
              </a:buClr>
              <a:buSzPts val="1400"/>
              <a:buChar char="–"/>
              <a:defRPr/>
            </a:lvl5pPr>
            <a:lvl6pPr indent="-317500" lvl="5" marL="2743200" algn="l">
              <a:lnSpc>
                <a:spcPct val="115000"/>
              </a:lnSpc>
              <a:spcBef>
                <a:spcPts val="0"/>
              </a:spcBef>
              <a:spcAft>
                <a:spcPts val="0"/>
              </a:spcAft>
              <a:buClr>
                <a:schemeClr val="dk1"/>
              </a:buClr>
              <a:buSzPts val="1400"/>
              <a:buChar char="–"/>
              <a:defRPr/>
            </a:lvl6pPr>
            <a:lvl7pPr indent="-317500" lvl="6" marL="3200400" algn="l">
              <a:lnSpc>
                <a:spcPct val="115000"/>
              </a:lnSpc>
              <a:spcBef>
                <a:spcPts val="0"/>
              </a:spcBef>
              <a:spcAft>
                <a:spcPts val="0"/>
              </a:spcAft>
              <a:buClr>
                <a:schemeClr val="dk1"/>
              </a:buClr>
              <a:buSzPts val="1400"/>
              <a:buChar char="–"/>
              <a:defRPr/>
            </a:lvl7pPr>
            <a:lvl8pPr indent="-317500" lvl="7" marL="3657600" algn="l">
              <a:lnSpc>
                <a:spcPct val="115000"/>
              </a:lnSpc>
              <a:spcBef>
                <a:spcPts val="0"/>
              </a:spcBef>
              <a:spcAft>
                <a:spcPts val="0"/>
              </a:spcAft>
              <a:buClr>
                <a:schemeClr val="dk1"/>
              </a:buClr>
              <a:buSzPts val="1400"/>
              <a:buChar char="–"/>
              <a:defRPr/>
            </a:lvl8pPr>
            <a:lvl9pPr indent="-317500" lvl="8" marL="4114800" algn="l">
              <a:lnSpc>
                <a:spcPct val="115000"/>
              </a:lnSpc>
              <a:spcBef>
                <a:spcPts val="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2" name="Shape 132"/>
        <p:cNvGrpSpPr/>
        <p:nvPr/>
      </p:nvGrpSpPr>
      <p:grpSpPr>
        <a:xfrm>
          <a:off x="0" y="0"/>
          <a:ext cx="0" cy="0"/>
          <a:chOff x="0" y="0"/>
          <a:chExt cx="0" cy="0"/>
        </a:xfrm>
      </p:grpSpPr>
      <p:sp>
        <p:nvSpPr>
          <p:cNvPr id="133" name="Google Shape;133;p1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4" name="Google Shape;134;p16"/>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5" name="Google Shape;135;p16"/>
          <p:cNvSpPr txBox="1"/>
          <p:nvPr>
            <p:ph idx="12" type="sldNum"/>
          </p:nvPr>
        </p:nvSpPr>
        <p:spPr>
          <a:xfrm>
            <a:off x="8472458" y="4663217"/>
            <a:ext cx="548700" cy="393600"/>
          </a:xfrm>
          <a:prstGeom prst="rect">
            <a:avLst/>
          </a:prstGeom>
        </p:spPr>
        <p:txBody>
          <a:bodyPr anchorCtr="0" anchor="b"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content">
  <p:cSld name="Header and content">
    <p:spTree>
      <p:nvGrpSpPr>
        <p:cNvPr id="136" name="Shape 136"/>
        <p:cNvGrpSpPr/>
        <p:nvPr/>
      </p:nvGrpSpPr>
      <p:grpSpPr>
        <a:xfrm>
          <a:off x="0" y="0"/>
          <a:ext cx="0" cy="0"/>
          <a:chOff x="0" y="0"/>
          <a:chExt cx="0" cy="0"/>
        </a:xfrm>
      </p:grpSpPr>
      <p:sp>
        <p:nvSpPr>
          <p:cNvPr id="137" name="Google Shape;137;p17"/>
          <p:cNvSpPr txBox="1"/>
          <p:nvPr>
            <p:ph type="title"/>
          </p:nvPr>
        </p:nvSpPr>
        <p:spPr>
          <a:xfrm>
            <a:off x="359100" y="491400"/>
            <a:ext cx="8424000" cy="675000"/>
          </a:xfrm>
          <a:prstGeom prst="rect">
            <a:avLst/>
          </a:prstGeom>
          <a:noFill/>
          <a:ln>
            <a:noFill/>
          </a:ln>
        </p:spPr>
        <p:txBody>
          <a:bodyPr anchorCtr="0" anchor="t" bIns="0" lIns="0" spcFirstLastPara="1" rIns="0" wrap="square" tIns="0">
            <a:noAutofit/>
          </a:bodyPr>
          <a:lstStyle>
            <a:lvl1pPr lvl="0" rtl="0" algn="l">
              <a:lnSpc>
                <a:spcPct val="110000"/>
              </a:lnSpc>
              <a:spcBef>
                <a:spcPts val="0"/>
              </a:spcBef>
              <a:spcAft>
                <a:spcPts val="0"/>
              </a:spcAft>
              <a:buClr>
                <a:schemeClr val="dk2"/>
              </a:buClr>
              <a:buSzPts val="1900"/>
              <a:buFont typeface="Arial"/>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8" name="Google Shape;138;p17"/>
          <p:cNvSpPr txBox="1"/>
          <p:nvPr>
            <p:ph idx="1" type="body"/>
          </p:nvPr>
        </p:nvSpPr>
        <p:spPr>
          <a:xfrm>
            <a:off x="359100" y="1169100"/>
            <a:ext cx="8424000" cy="3263400"/>
          </a:xfrm>
          <a:prstGeom prst="rect">
            <a:avLst/>
          </a:prstGeom>
          <a:noFill/>
          <a:ln>
            <a:noFill/>
          </a:ln>
        </p:spPr>
        <p:txBody>
          <a:bodyPr anchorCtr="0" anchor="t" bIns="0" lIns="0" spcFirstLastPara="1" rIns="0" wrap="square" tIns="0">
            <a:noAutofit/>
          </a:bodyPr>
          <a:lstStyle>
            <a:lvl1pPr indent="-317500" lvl="0" marL="457200" rtl="0" algn="l">
              <a:lnSpc>
                <a:spcPct val="113000"/>
              </a:lnSpc>
              <a:spcBef>
                <a:spcPts val="0"/>
              </a:spcBef>
              <a:spcAft>
                <a:spcPts val="0"/>
              </a:spcAft>
              <a:buClr>
                <a:srgbClr val="595959"/>
              </a:buClr>
              <a:buSzPts val="1400"/>
              <a:buChar char="•"/>
              <a:defRPr/>
            </a:lvl1pPr>
            <a:lvl2pPr indent="-317500" lvl="1" marL="914400" rtl="0" algn="l">
              <a:lnSpc>
                <a:spcPct val="113000"/>
              </a:lnSpc>
              <a:spcBef>
                <a:spcPts val="0"/>
              </a:spcBef>
              <a:spcAft>
                <a:spcPts val="0"/>
              </a:spcAft>
              <a:buClr>
                <a:srgbClr val="595959"/>
              </a:buClr>
              <a:buSzPts val="1400"/>
              <a:buChar char="−"/>
              <a:defRPr/>
            </a:lvl2pPr>
            <a:lvl3pPr indent="-317500" lvl="2" marL="1371600" rtl="0" algn="l">
              <a:lnSpc>
                <a:spcPct val="113000"/>
              </a:lnSpc>
              <a:spcBef>
                <a:spcPts val="0"/>
              </a:spcBef>
              <a:spcAft>
                <a:spcPts val="0"/>
              </a:spcAft>
              <a:buClr>
                <a:srgbClr val="595959"/>
              </a:buClr>
              <a:buSzPts val="1400"/>
              <a:buChar char="–"/>
              <a:defRPr/>
            </a:lvl3pPr>
            <a:lvl4pPr indent="-317500" lvl="3" marL="1828800" rtl="0" algn="l">
              <a:lnSpc>
                <a:spcPct val="113000"/>
              </a:lnSpc>
              <a:spcBef>
                <a:spcPts val="0"/>
              </a:spcBef>
              <a:spcAft>
                <a:spcPts val="0"/>
              </a:spcAft>
              <a:buClr>
                <a:srgbClr val="595959"/>
              </a:buClr>
              <a:buSzPts val="1400"/>
              <a:buChar char="–"/>
              <a:defRPr/>
            </a:lvl4pPr>
            <a:lvl5pPr indent="-317500" lvl="4" marL="2286000" rtl="0" algn="l">
              <a:lnSpc>
                <a:spcPct val="113000"/>
              </a:lnSpc>
              <a:spcBef>
                <a:spcPts val="0"/>
              </a:spcBef>
              <a:spcAft>
                <a:spcPts val="0"/>
              </a:spcAft>
              <a:buClr>
                <a:srgbClr val="595959"/>
              </a:buClr>
              <a:buSzPts val="1400"/>
              <a:buChar char="–"/>
              <a:defRPr/>
            </a:lvl5pPr>
            <a:lvl6pPr indent="-317500" lvl="5" marL="2743200" rtl="0" algn="l">
              <a:lnSpc>
                <a:spcPct val="113000"/>
              </a:lnSpc>
              <a:spcBef>
                <a:spcPts val="0"/>
              </a:spcBef>
              <a:spcAft>
                <a:spcPts val="0"/>
              </a:spcAft>
              <a:buClr>
                <a:srgbClr val="595959"/>
              </a:buClr>
              <a:buSzPts val="1400"/>
              <a:buChar char="–"/>
              <a:defRPr/>
            </a:lvl6pPr>
            <a:lvl7pPr indent="-317500" lvl="6" marL="3200400" rtl="0" algn="l">
              <a:lnSpc>
                <a:spcPct val="113000"/>
              </a:lnSpc>
              <a:spcBef>
                <a:spcPts val="0"/>
              </a:spcBef>
              <a:spcAft>
                <a:spcPts val="0"/>
              </a:spcAft>
              <a:buClr>
                <a:srgbClr val="595959"/>
              </a:buClr>
              <a:buSzPts val="1400"/>
              <a:buChar char="–"/>
              <a:defRPr/>
            </a:lvl7pPr>
            <a:lvl8pPr indent="-317500" lvl="7" marL="3657600" rtl="0" algn="l">
              <a:lnSpc>
                <a:spcPct val="113000"/>
              </a:lnSpc>
              <a:spcBef>
                <a:spcPts val="0"/>
              </a:spcBef>
              <a:spcAft>
                <a:spcPts val="0"/>
              </a:spcAft>
              <a:buClr>
                <a:srgbClr val="595959"/>
              </a:buClr>
              <a:buSzPts val="1400"/>
              <a:buChar char="–"/>
              <a:defRPr/>
            </a:lvl8pPr>
            <a:lvl9pPr indent="-317500" lvl="8" marL="4114800" rtl="0" algn="l">
              <a:lnSpc>
                <a:spcPct val="113000"/>
              </a:lnSpc>
              <a:spcBef>
                <a:spcPts val="0"/>
              </a:spcBef>
              <a:spcAft>
                <a:spcPts val="0"/>
              </a:spcAft>
              <a:buClr>
                <a:srgbClr val="595959"/>
              </a:buClr>
              <a:buSzPts val="1400"/>
              <a:buChar char="–"/>
              <a:defRPr/>
            </a:lvl9pPr>
          </a:lstStyle>
          <a:p/>
        </p:txBody>
      </p:sp>
      <p:sp>
        <p:nvSpPr>
          <p:cNvPr id="139" name="Google Shape;139;p17"/>
          <p:cNvSpPr txBox="1"/>
          <p:nvPr>
            <p:ph idx="10" type="dt"/>
          </p:nvPr>
        </p:nvSpPr>
        <p:spPr>
          <a:xfrm>
            <a:off x="575100" y="4833000"/>
            <a:ext cx="869400" cy="162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0" name="Google Shape;140;p17"/>
          <p:cNvSpPr txBox="1"/>
          <p:nvPr>
            <p:ph idx="11" type="ftr"/>
          </p:nvPr>
        </p:nvSpPr>
        <p:spPr>
          <a:xfrm>
            <a:off x="1676700" y="4833000"/>
            <a:ext cx="6226200" cy="162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1" name="Google Shape;141;p17"/>
          <p:cNvSpPr txBox="1"/>
          <p:nvPr>
            <p:ph idx="12" type="sldNum"/>
          </p:nvPr>
        </p:nvSpPr>
        <p:spPr>
          <a:xfrm>
            <a:off x="359100" y="4833000"/>
            <a:ext cx="216000" cy="162000"/>
          </a:xfrm>
          <a:prstGeom prst="rect">
            <a:avLst/>
          </a:prstGeom>
          <a:noFill/>
          <a:ln>
            <a:noFill/>
          </a:ln>
        </p:spPr>
        <p:txBody>
          <a:bodyPr anchorCtr="0" anchor="t" bIns="0" lIns="0" spcFirstLastPara="1" rIns="0" wrap="square" tIns="0">
            <a:noAutofit/>
          </a:bodyPr>
          <a:lstStyle>
            <a:lvl1pPr indent="0" lvl="0" marL="0" rtl="0" algn="l">
              <a:lnSpc>
                <a:spcPct val="100000"/>
              </a:lnSpc>
              <a:spcBef>
                <a:spcPts val="0"/>
              </a:spcBef>
              <a:buNone/>
              <a:defRPr/>
            </a:lvl1pPr>
            <a:lvl2pPr indent="0" lvl="1" marL="0" rtl="0" algn="l">
              <a:lnSpc>
                <a:spcPct val="100000"/>
              </a:lnSpc>
              <a:spcBef>
                <a:spcPts val="0"/>
              </a:spcBef>
              <a:buNone/>
              <a:defRPr/>
            </a:lvl2pPr>
            <a:lvl3pPr indent="0" lvl="2" marL="0" rtl="0" algn="l">
              <a:lnSpc>
                <a:spcPct val="100000"/>
              </a:lnSpc>
              <a:spcBef>
                <a:spcPts val="0"/>
              </a:spcBef>
              <a:buNone/>
              <a:defRPr/>
            </a:lvl3pPr>
            <a:lvl4pPr indent="0" lvl="3" marL="0" rtl="0" algn="l">
              <a:lnSpc>
                <a:spcPct val="100000"/>
              </a:lnSpc>
              <a:spcBef>
                <a:spcPts val="0"/>
              </a:spcBef>
              <a:buNone/>
              <a:defRPr/>
            </a:lvl4pPr>
            <a:lvl5pPr indent="0" lvl="4" marL="0" rtl="0" algn="l">
              <a:lnSpc>
                <a:spcPct val="100000"/>
              </a:lnSpc>
              <a:spcBef>
                <a:spcPts val="0"/>
              </a:spcBef>
              <a:buNone/>
              <a:defRPr/>
            </a:lvl5pPr>
            <a:lvl6pPr indent="0" lvl="5" marL="0" rtl="0" algn="l">
              <a:lnSpc>
                <a:spcPct val="100000"/>
              </a:lnSpc>
              <a:spcBef>
                <a:spcPts val="0"/>
              </a:spcBef>
              <a:buNone/>
              <a:defRPr/>
            </a:lvl6pPr>
            <a:lvl7pPr indent="0" lvl="6" marL="0" rtl="0" algn="l">
              <a:lnSpc>
                <a:spcPct val="100000"/>
              </a:lnSpc>
              <a:spcBef>
                <a:spcPts val="0"/>
              </a:spcBef>
              <a:buNone/>
              <a:defRPr/>
            </a:lvl7pPr>
            <a:lvl8pPr indent="0" lvl="7" marL="0" rtl="0" algn="l">
              <a:lnSpc>
                <a:spcPct val="100000"/>
              </a:lnSpc>
              <a:spcBef>
                <a:spcPts val="0"/>
              </a:spcBef>
              <a:buNone/>
              <a:defRPr/>
            </a:lvl8pPr>
            <a:lvl9pPr indent="0" lvl="8" marL="0" rtl="0" algn="l">
              <a:lnSpc>
                <a:spcPct val="100000"/>
              </a:lnSpc>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142" name="Google Shape;142;p17"/>
          <p:cNvSpPr txBox="1"/>
          <p:nvPr>
            <p:ph idx="2" type="body"/>
          </p:nvPr>
        </p:nvSpPr>
        <p:spPr>
          <a:xfrm>
            <a:off x="6487003" y="249157"/>
            <a:ext cx="2450100" cy="108600"/>
          </a:xfrm>
          <a:prstGeom prst="rect">
            <a:avLst/>
          </a:prstGeom>
          <a:noFill/>
          <a:ln>
            <a:noFill/>
          </a:ln>
        </p:spPr>
        <p:txBody>
          <a:bodyPr anchorCtr="0" anchor="t" bIns="0" lIns="0" spcFirstLastPara="1" rIns="0" wrap="square" tIns="0">
            <a:noAutofit/>
          </a:bodyPr>
          <a:lstStyle>
            <a:lvl1pPr indent="-228600" lvl="0" marL="457200" rtl="0" algn="r">
              <a:lnSpc>
                <a:spcPct val="113000"/>
              </a:lnSpc>
              <a:spcBef>
                <a:spcPts val="0"/>
              </a:spcBef>
              <a:spcAft>
                <a:spcPts val="0"/>
              </a:spcAft>
              <a:buClr>
                <a:srgbClr val="FF0000"/>
              </a:buClr>
              <a:buSzPts val="600"/>
              <a:buNone/>
              <a:defRPr sz="600">
                <a:solidFill>
                  <a:srgbClr val="FF0000"/>
                </a:solidFill>
              </a:defRPr>
            </a:lvl1pPr>
            <a:lvl2pPr indent="-317500" lvl="1" marL="914400" rtl="0" algn="l">
              <a:lnSpc>
                <a:spcPct val="113000"/>
              </a:lnSpc>
              <a:spcBef>
                <a:spcPts val="0"/>
              </a:spcBef>
              <a:spcAft>
                <a:spcPts val="0"/>
              </a:spcAft>
              <a:buClr>
                <a:srgbClr val="595959"/>
              </a:buClr>
              <a:buSzPts val="1400"/>
              <a:buChar char="−"/>
              <a:defRPr/>
            </a:lvl2pPr>
            <a:lvl3pPr indent="-317500" lvl="2" marL="1371600" rtl="0" algn="l">
              <a:lnSpc>
                <a:spcPct val="113000"/>
              </a:lnSpc>
              <a:spcBef>
                <a:spcPts val="0"/>
              </a:spcBef>
              <a:spcAft>
                <a:spcPts val="0"/>
              </a:spcAft>
              <a:buClr>
                <a:srgbClr val="595959"/>
              </a:buClr>
              <a:buSzPts val="1400"/>
              <a:buChar char="–"/>
              <a:defRPr/>
            </a:lvl3pPr>
            <a:lvl4pPr indent="-317500" lvl="3" marL="1828800" rtl="0" algn="l">
              <a:lnSpc>
                <a:spcPct val="113000"/>
              </a:lnSpc>
              <a:spcBef>
                <a:spcPts val="0"/>
              </a:spcBef>
              <a:spcAft>
                <a:spcPts val="0"/>
              </a:spcAft>
              <a:buClr>
                <a:srgbClr val="595959"/>
              </a:buClr>
              <a:buSzPts val="1400"/>
              <a:buChar char="–"/>
              <a:defRPr/>
            </a:lvl4pPr>
            <a:lvl5pPr indent="-317500" lvl="4" marL="2286000" rtl="0" algn="l">
              <a:lnSpc>
                <a:spcPct val="113000"/>
              </a:lnSpc>
              <a:spcBef>
                <a:spcPts val="0"/>
              </a:spcBef>
              <a:spcAft>
                <a:spcPts val="0"/>
              </a:spcAft>
              <a:buClr>
                <a:srgbClr val="595959"/>
              </a:buClr>
              <a:buSzPts val="1400"/>
              <a:buChar char="–"/>
              <a:defRPr/>
            </a:lvl5pPr>
            <a:lvl6pPr indent="-317500" lvl="5" marL="2743200" rtl="0" algn="l">
              <a:lnSpc>
                <a:spcPct val="113000"/>
              </a:lnSpc>
              <a:spcBef>
                <a:spcPts val="0"/>
              </a:spcBef>
              <a:spcAft>
                <a:spcPts val="0"/>
              </a:spcAft>
              <a:buClr>
                <a:srgbClr val="595959"/>
              </a:buClr>
              <a:buSzPts val="1400"/>
              <a:buChar char="–"/>
              <a:defRPr/>
            </a:lvl6pPr>
            <a:lvl7pPr indent="-317500" lvl="6" marL="3200400" rtl="0" algn="l">
              <a:lnSpc>
                <a:spcPct val="113000"/>
              </a:lnSpc>
              <a:spcBef>
                <a:spcPts val="0"/>
              </a:spcBef>
              <a:spcAft>
                <a:spcPts val="0"/>
              </a:spcAft>
              <a:buClr>
                <a:srgbClr val="595959"/>
              </a:buClr>
              <a:buSzPts val="1400"/>
              <a:buChar char="–"/>
              <a:defRPr/>
            </a:lvl7pPr>
            <a:lvl8pPr indent="-317500" lvl="7" marL="3657600" rtl="0" algn="l">
              <a:lnSpc>
                <a:spcPct val="113000"/>
              </a:lnSpc>
              <a:spcBef>
                <a:spcPts val="0"/>
              </a:spcBef>
              <a:spcAft>
                <a:spcPts val="0"/>
              </a:spcAft>
              <a:buClr>
                <a:srgbClr val="595959"/>
              </a:buClr>
              <a:buSzPts val="1400"/>
              <a:buChar char="–"/>
              <a:defRPr/>
            </a:lvl8pPr>
            <a:lvl9pPr indent="-317500" lvl="8" marL="4114800" rtl="0" algn="l">
              <a:lnSpc>
                <a:spcPct val="113000"/>
              </a:lnSpc>
              <a:spcBef>
                <a:spcPts val="0"/>
              </a:spcBef>
              <a:spcAft>
                <a:spcPts val="0"/>
              </a:spcAft>
              <a:buClr>
                <a:srgbClr val="595959"/>
              </a:buClr>
              <a:buSzPts val="1400"/>
              <a:buChar char="–"/>
              <a:defRPr/>
            </a:lvl9pPr>
          </a:lstStyle>
          <a:p/>
        </p:txBody>
      </p:sp>
      <p:grpSp>
        <p:nvGrpSpPr>
          <p:cNvPr id="143" name="Google Shape;143;p17"/>
          <p:cNvGrpSpPr/>
          <p:nvPr/>
        </p:nvGrpSpPr>
        <p:grpSpPr>
          <a:xfrm>
            <a:off x="8138566" y="4847722"/>
            <a:ext cx="810707" cy="150088"/>
            <a:chOff x="830300" y="1716088"/>
            <a:chExt cx="10058401" cy="1862137"/>
          </a:xfrm>
        </p:grpSpPr>
        <p:sp>
          <p:nvSpPr>
            <p:cNvPr id="144" name="Google Shape;144;p17"/>
            <p:cNvSpPr/>
            <p:nvPr/>
          </p:nvSpPr>
          <p:spPr>
            <a:xfrm>
              <a:off x="3857663" y="1749425"/>
              <a:ext cx="1604963" cy="1789112"/>
            </a:xfrm>
            <a:custGeom>
              <a:rect b="b" l="l" r="r" t="t"/>
              <a:pathLst>
                <a:path extrusionOk="0" h="275" w="247">
                  <a:moveTo>
                    <a:pt x="247" y="93"/>
                  </a:moveTo>
                  <a:cubicBezTo>
                    <a:pt x="247" y="40"/>
                    <a:pt x="213" y="0"/>
                    <a:pt x="142" y="0"/>
                  </a:cubicBezTo>
                  <a:cubicBezTo>
                    <a:pt x="0" y="0"/>
                    <a:pt x="0" y="0"/>
                    <a:pt x="0" y="0"/>
                  </a:cubicBezTo>
                  <a:cubicBezTo>
                    <a:pt x="0" y="275"/>
                    <a:pt x="0" y="275"/>
                    <a:pt x="0" y="275"/>
                  </a:cubicBezTo>
                  <a:cubicBezTo>
                    <a:pt x="67" y="275"/>
                    <a:pt x="67" y="275"/>
                    <a:pt x="67" y="275"/>
                  </a:cubicBezTo>
                  <a:cubicBezTo>
                    <a:pt x="67" y="60"/>
                    <a:pt x="67" y="60"/>
                    <a:pt x="67" y="60"/>
                  </a:cubicBezTo>
                  <a:cubicBezTo>
                    <a:pt x="143" y="60"/>
                    <a:pt x="143" y="60"/>
                    <a:pt x="143" y="60"/>
                  </a:cubicBezTo>
                  <a:cubicBezTo>
                    <a:pt x="171" y="60"/>
                    <a:pt x="181" y="76"/>
                    <a:pt x="181" y="94"/>
                  </a:cubicBezTo>
                  <a:cubicBezTo>
                    <a:pt x="181" y="113"/>
                    <a:pt x="170" y="128"/>
                    <a:pt x="142" y="128"/>
                  </a:cubicBezTo>
                  <a:cubicBezTo>
                    <a:pt x="77" y="128"/>
                    <a:pt x="77" y="128"/>
                    <a:pt x="77" y="128"/>
                  </a:cubicBezTo>
                  <a:cubicBezTo>
                    <a:pt x="169" y="275"/>
                    <a:pt x="169" y="275"/>
                    <a:pt x="169" y="275"/>
                  </a:cubicBezTo>
                  <a:cubicBezTo>
                    <a:pt x="246" y="275"/>
                    <a:pt x="246" y="275"/>
                    <a:pt x="246" y="275"/>
                  </a:cubicBezTo>
                  <a:cubicBezTo>
                    <a:pt x="246" y="275"/>
                    <a:pt x="183" y="177"/>
                    <a:pt x="183" y="177"/>
                  </a:cubicBezTo>
                  <a:cubicBezTo>
                    <a:pt x="222" y="167"/>
                    <a:pt x="247" y="140"/>
                    <a:pt x="247" y="93"/>
                  </a:cubicBezTo>
                </a:path>
              </a:pathLst>
            </a:cu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5" name="Google Shape;145;p17"/>
            <p:cNvSpPr/>
            <p:nvPr/>
          </p:nvSpPr>
          <p:spPr>
            <a:xfrm>
              <a:off x="3130588" y="1749425"/>
              <a:ext cx="435000" cy="17892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6" name="Google Shape;146;p17"/>
            <p:cNvSpPr/>
            <p:nvPr/>
          </p:nvSpPr>
          <p:spPr>
            <a:xfrm>
              <a:off x="830300" y="1749425"/>
              <a:ext cx="2203450" cy="1789113"/>
            </a:xfrm>
            <a:custGeom>
              <a:rect b="b" l="l" r="r" t="t"/>
              <a:pathLst>
                <a:path extrusionOk="0" h="1127" w="1388">
                  <a:moveTo>
                    <a:pt x="573" y="0"/>
                  </a:moveTo>
                  <a:lnTo>
                    <a:pt x="0" y="1127"/>
                  </a:lnTo>
                  <a:lnTo>
                    <a:pt x="307" y="1127"/>
                  </a:lnTo>
                  <a:lnTo>
                    <a:pt x="401" y="939"/>
                  </a:lnTo>
                  <a:lnTo>
                    <a:pt x="864" y="939"/>
                  </a:lnTo>
                  <a:lnTo>
                    <a:pt x="749" y="705"/>
                  </a:lnTo>
                  <a:lnTo>
                    <a:pt x="516" y="705"/>
                  </a:lnTo>
                  <a:lnTo>
                    <a:pt x="688" y="356"/>
                  </a:lnTo>
                  <a:lnTo>
                    <a:pt x="692" y="356"/>
                  </a:lnTo>
                  <a:lnTo>
                    <a:pt x="1072" y="1127"/>
                  </a:lnTo>
                  <a:lnTo>
                    <a:pt x="1388" y="1127"/>
                  </a:lnTo>
                  <a:lnTo>
                    <a:pt x="815" y="0"/>
                  </a:lnTo>
                  <a:lnTo>
                    <a:pt x="573" y="0"/>
                  </a:lnTo>
                  <a:close/>
                </a:path>
              </a:pathLst>
            </a:cu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7" name="Google Shape;147;p17"/>
            <p:cNvSpPr/>
            <p:nvPr/>
          </p:nvSpPr>
          <p:spPr>
            <a:xfrm>
              <a:off x="5670588" y="1749425"/>
              <a:ext cx="1670050" cy="1789112"/>
            </a:xfrm>
            <a:custGeom>
              <a:rect b="b" l="l" r="r" t="t"/>
              <a:pathLst>
                <a:path extrusionOk="0" h="275" w="257">
                  <a:moveTo>
                    <a:pt x="213" y="133"/>
                  </a:moveTo>
                  <a:cubicBezTo>
                    <a:pt x="234" y="121"/>
                    <a:pt x="245" y="102"/>
                    <a:pt x="245" y="75"/>
                  </a:cubicBezTo>
                  <a:cubicBezTo>
                    <a:pt x="245" y="30"/>
                    <a:pt x="212" y="0"/>
                    <a:pt x="157" y="0"/>
                  </a:cubicBezTo>
                  <a:cubicBezTo>
                    <a:pt x="0" y="0"/>
                    <a:pt x="0" y="0"/>
                    <a:pt x="0" y="0"/>
                  </a:cubicBezTo>
                  <a:cubicBezTo>
                    <a:pt x="0" y="275"/>
                    <a:pt x="0" y="275"/>
                    <a:pt x="0" y="275"/>
                  </a:cubicBezTo>
                  <a:cubicBezTo>
                    <a:pt x="163" y="275"/>
                    <a:pt x="163" y="275"/>
                    <a:pt x="163" y="275"/>
                  </a:cubicBezTo>
                  <a:cubicBezTo>
                    <a:pt x="220" y="275"/>
                    <a:pt x="257" y="245"/>
                    <a:pt x="257" y="198"/>
                  </a:cubicBezTo>
                  <a:cubicBezTo>
                    <a:pt x="257" y="166"/>
                    <a:pt x="239" y="142"/>
                    <a:pt x="213" y="133"/>
                  </a:cubicBezTo>
                  <a:moveTo>
                    <a:pt x="67" y="59"/>
                  </a:moveTo>
                  <a:cubicBezTo>
                    <a:pt x="157" y="59"/>
                    <a:pt x="157" y="59"/>
                    <a:pt x="157" y="59"/>
                  </a:cubicBezTo>
                  <a:cubicBezTo>
                    <a:pt x="170" y="59"/>
                    <a:pt x="180" y="69"/>
                    <a:pt x="180" y="83"/>
                  </a:cubicBezTo>
                  <a:cubicBezTo>
                    <a:pt x="180" y="97"/>
                    <a:pt x="170" y="107"/>
                    <a:pt x="156" y="107"/>
                  </a:cubicBezTo>
                  <a:cubicBezTo>
                    <a:pt x="67" y="107"/>
                    <a:pt x="67" y="107"/>
                    <a:pt x="67" y="107"/>
                  </a:cubicBezTo>
                  <a:lnTo>
                    <a:pt x="67" y="59"/>
                  </a:lnTo>
                  <a:close/>
                  <a:moveTo>
                    <a:pt x="158" y="218"/>
                  </a:moveTo>
                  <a:cubicBezTo>
                    <a:pt x="67" y="218"/>
                    <a:pt x="67" y="218"/>
                    <a:pt x="67" y="218"/>
                  </a:cubicBezTo>
                  <a:cubicBezTo>
                    <a:pt x="67" y="162"/>
                    <a:pt x="67" y="162"/>
                    <a:pt x="67" y="162"/>
                  </a:cubicBezTo>
                  <a:cubicBezTo>
                    <a:pt x="158" y="162"/>
                    <a:pt x="158" y="162"/>
                    <a:pt x="158" y="162"/>
                  </a:cubicBezTo>
                  <a:cubicBezTo>
                    <a:pt x="175" y="162"/>
                    <a:pt x="187" y="173"/>
                    <a:pt x="187" y="189"/>
                  </a:cubicBezTo>
                  <a:cubicBezTo>
                    <a:pt x="187" y="206"/>
                    <a:pt x="175" y="218"/>
                    <a:pt x="158" y="218"/>
                  </a:cubicBezTo>
                </a:path>
              </a:pathLst>
            </a:cu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8" name="Google Shape;148;p17"/>
            <p:cNvSpPr/>
            <p:nvPr/>
          </p:nvSpPr>
          <p:spPr>
            <a:xfrm>
              <a:off x="7529550" y="1749425"/>
              <a:ext cx="1630363" cy="1828800"/>
            </a:xfrm>
            <a:custGeom>
              <a:rect b="b" l="l" r="r" t="t"/>
              <a:pathLst>
                <a:path extrusionOk="0" h="281" w="251">
                  <a:moveTo>
                    <a:pt x="182" y="154"/>
                  </a:moveTo>
                  <a:cubicBezTo>
                    <a:pt x="182" y="196"/>
                    <a:pt x="163" y="219"/>
                    <a:pt x="125" y="219"/>
                  </a:cubicBezTo>
                  <a:cubicBezTo>
                    <a:pt x="87" y="219"/>
                    <a:pt x="68" y="196"/>
                    <a:pt x="68" y="154"/>
                  </a:cubicBezTo>
                  <a:cubicBezTo>
                    <a:pt x="68" y="0"/>
                    <a:pt x="68" y="0"/>
                    <a:pt x="68" y="0"/>
                  </a:cubicBezTo>
                  <a:cubicBezTo>
                    <a:pt x="0" y="0"/>
                    <a:pt x="0" y="0"/>
                    <a:pt x="0" y="0"/>
                  </a:cubicBezTo>
                  <a:cubicBezTo>
                    <a:pt x="0" y="149"/>
                    <a:pt x="0" y="149"/>
                    <a:pt x="0" y="149"/>
                  </a:cubicBezTo>
                  <a:cubicBezTo>
                    <a:pt x="0" y="234"/>
                    <a:pt x="44" y="281"/>
                    <a:pt x="125" y="281"/>
                  </a:cubicBezTo>
                  <a:cubicBezTo>
                    <a:pt x="206" y="281"/>
                    <a:pt x="251" y="234"/>
                    <a:pt x="251" y="149"/>
                  </a:cubicBezTo>
                  <a:cubicBezTo>
                    <a:pt x="251" y="0"/>
                    <a:pt x="251" y="0"/>
                    <a:pt x="251" y="0"/>
                  </a:cubicBezTo>
                  <a:cubicBezTo>
                    <a:pt x="182" y="0"/>
                    <a:pt x="182" y="0"/>
                    <a:pt x="182" y="0"/>
                  </a:cubicBezTo>
                  <a:lnTo>
                    <a:pt x="182" y="154"/>
                  </a:lnTo>
                  <a:close/>
                </a:path>
              </a:pathLst>
            </a:cu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9" name="Google Shape;149;p17"/>
            <p:cNvSpPr/>
            <p:nvPr/>
          </p:nvSpPr>
          <p:spPr>
            <a:xfrm>
              <a:off x="9309138" y="1716088"/>
              <a:ext cx="1579563" cy="1862137"/>
            </a:xfrm>
            <a:custGeom>
              <a:rect b="b" l="l" r="r" t="t"/>
              <a:pathLst>
                <a:path extrusionOk="0" h="286" w="243">
                  <a:moveTo>
                    <a:pt x="156" y="115"/>
                  </a:moveTo>
                  <a:cubicBezTo>
                    <a:pt x="92" y="99"/>
                    <a:pt x="78" y="98"/>
                    <a:pt x="78" y="80"/>
                  </a:cubicBezTo>
                  <a:cubicBezTo>
                    <a:pt x="78" y="65"/>
                    <a:pt x="94" y="59"/>
                    <a:pt x="121" y="59"/>
                  </a:cubicBezTo>
                  <a:cubicBezTo>
                    <a:pt x="157" y="59"/>
                    <a:pt x="195" y="67"/>
                    <a:pt x="216" y="81"/>
                  </a:cubicBezTo>
                  <a:cubicBezTo>
                    <a:pt x="237" y="25"/>
                    <a:pt x="237" y="25"/>
                    <a:pt x="237" y="25"/>
                  </a:cubicBezTo>
                  <a:cubicBezTo>
                    <a:pt x="210" y="10"/>
                    <a:pt x="169" y="0"/>
                    <a:pt x="122" y="0"/>
                  </a:cubicBezTo>
                  <a:cubicBezTo>
                    <a:pt x="51" y="0"/>
                    <a:pt x="11" y="35"/>
                    <a:pt x="11" y="82"/>
                  </a:cubicBezTo>
                  <a:cubicBezTo>
                    <a:pt x="11" y="133"/>
                    <a:pt x="41" y="154"/>
                    <a:pt x="109" y="168"/>
                  </a:cubicBezTo>
                  <a:cubicBezTo>
                    <a:pt x="162" y="180"/>
                    <a:pt x="174" y="187"/>
                    <a:pt x="174" y="202"/>
                  </a:cubicBezTo>
                  <a:cubicBezTo>
                    <a:pt x="174" y="218"/>
                    <a:pt x="159" y="226"/>
                    <a:pt x="130" y="226"/>
                  </a:cubicBezTo>
                  <a:cubicBezTo>
                    <a:pt x="88" y="226"/>
                    <a:pt x="51" y="215"/>
                    <a:pt x="20" y="199"/>
                  </a:cubicBezTo>
                  <a:cubicBezTo>
                    <a:pt x="0" y="257"/>
                    <a:pt x="0" y="257"/>
                    <a:pt x="0" y="257"/>
                  </a:cubicBezTo>
                  <a:cubicBezTo>
                    <a:pt x="33" y="275"/>
                    <a:pt x="82" y="286"/>
                    <a:pt x="132" y="286"/>
                  </a:cubicBezTo>
                  <a:cubicBezTo>
                    <a:pt x="201" y="286"/>
                    <a:pt x="243" y="254"/>
                    <a:pt x="243" y="200"/>
                  </a:cubicBezTo>
                  <a:cubicBezTo>
                    <a:pt x="243" y="157"/>
                    <a:pt x="215" y="129"/>
                    <a:pt x="156" y="115"/>
                  </a:cubicBezTo>
                </a:path>
              </a:pathLst>
            </a:cu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6" name="Shape 156"/>
        <p:cNvGrpSpPr/>
        <p:nvPr/>
      </p:nvGrpSpPr>
      <p:grpSpPr>
        <a:xfrm>
          <a:off x="0" y="0"/>
          <a:ext cx="0" cy="0"/>
          <a:chOff x="0" y="0"/>
          <a:chExt cx="0" cy="0"/>
        </a:xfrm>
      </p:grpSpPr>
      <p:sp>
        <p:nvSpPr>
          <p:cNvPr id="157" name="Google Shape;157;p1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58" name="Google Shape;158;p1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159" name="Google Shape;159;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0" name="Google Shape;160;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1" name="Google Shape;161;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2" name="Shape 162"/>
        <p:cNvGrpSpPr/>
        <p:nvPr/>
      </p:nvGrpSpPr>
      <p:grpSpPr>
        <a:xfrm>
          <a:off x="0" y="0"/>
          <a:ext cx="0" cy="0"/>
          <a:chOff x="0" y="0"/>
          <a:chExt cx="0" cy="0"/>
        </a:xfrm>
      </p:grpSpPr>
      <p:sp>
        <p:nvSpPr>
          <p:cNvPr id="163" name="Google Shape;163;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4" name="Google Shape;164;p2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65" name="Google Shape;165;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6" name="Google Shape;166;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67" name="Google Shape;167;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8" name="Shape 168"/>
        <p:cNvGrpSpPr/>
        <p:nvPr/>
      </p:nvGrpSpPr>
      <p:grpSpPr>
        <a:xfrm>
          <a:off x="0" y="0"/>
          <a:ext cx="0" cy="0"/>
          <a:chOff x="0" y="0"/>
          <a:chExt cx="0" cy="0"/>
        </a:xfrm>
      </p:grpSpPr>
      <p:sp>
        <p:nvSpPr>
          <p:cNvPr id="169" name="Google Shape;169;p2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0" name="Google Shape;170;p21"/>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171" name="Google Shape;171;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2" name="Google Shape;172;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3" name="Google Shape;173;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4" name="Shape 174"/>
        <p:cNvGrpSpPr/>
        <p:nvPr/>
      </p:nvGrpSpPr>
      <p:grpSpPr>
        <a:xfrm>
          <a:off x="0" y="0"/>
          <a:ext cx="0" cy="0"/>
          <a:chOff x="0" y="0"/>
          <a:chExt cx="0" cy="0"/>
        </a:xfrm>
      </p:grpSpPr>
      <p:sp>
        <p:nvSpPr>
          <p:cNvPr id="175" name="Google Shape;175;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6" name="Google Shape;176;p22"/>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77" name="Google Shape;177;p22"/>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78" name="Google Shape;178;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79" name="Google Shape;179;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80" name="Google Shape;180;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1" name="Shape 181"/>
        <p:cNvGrpSpPr/>
        <p:nvPr/>
      </p:nvGrpSpPr>
      <p:grpSpPr>
        <a:xfrm>
          <a:off x="0" y="0"/>
          <a:ext cx="0" cy="0"/>
          <a:chOff x="0" y="0"/>
          <a:chExt cx="0" cy="0"/>
        </a:xfrm>
      </p:grpSpPr>
      <p:sp>
        <p:nvSpPr>
          <p:cNvPr id="182" name="Google Shape;182;p2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83" name="Google Shape;183;p23"/>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84" name="Google Shape;184;p23"/>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85" name="Google Shape;185;p2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86" name="Google Shape;186;p23"/>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87" name="Google Shape;187;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88" name="Google Shape;188;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89" name="Google Shape;189;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0" name="Shape 190"/>
        <p:cNvGrpSpPr/>
        <p:nvPr/>
      </p:nvGrpSpPr>
      <p:grpSpPr>
        <a:xfrm>
          <a:off x="0" y="0"/>
          <a:ext cx="0" cy="0"/>
          <a:chOff x="0" y="0"/>
          <a:chExt cx="0" cy="0"/>
        </a:xfrm>
      </p:grpSpPr>
      <p:sp>
        <p:nvSpPr>
          <p:cNvPr id="191" name="Google Shape;191;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2" name="Google Shape;19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3" name="Google Shape;19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4" name="Google Shape;19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5" name="Shape 195"/>
        <p:cNvGrpSpPr/>
        <p:nvPr/>
      </p:nvGrpSpPr>
      <p:grpSpPr>
        <a:xfrm>
          <a:off x="0" y="0"/>
          <a:ext cx="0" cy="0"/>
          <a:chOff x="0" y="0"/>
          <a:chExt cx="0" cy="0"/>
        </a:xfrm>
      </p:grpSpPr>
      <p:sp>
        <p:nvSpPr>
          <p:cNvPr id="196" name="Google Shape;196;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7" name="Google Shape;197;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98" name="Google Shape;198;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9" name="Shape 199"/>
        <p:cNvGrpSpPr/>
        <p:nvPr/>
      </p:nvGrpSpPr>
      <p:grpSpPr>
        <a:xfrm>
          <a:off x="0" y="0"/>
          <a:ext cx="0" cy="0"/>
          <a:chOff x="0" y="0"/>
          <a:chExt cx="0" cy="0"/>
        </a:xfrm>
      </p:grpSpPr>
      <p:sp>
        <p:nvSpPr>
          <p:cNvPr id="200" name="Google Shape;200;p26"/>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1" name="Google Shape;201;p26"/>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202" name="Google Shape;202;p26"/>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203" name="Google Shape;203;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4" name="Google Shape;204;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5" name="Google Shape;205;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6" name="Shape 206"/>
        <p:cNvGrpSpPr/>
        <p:nvPr/>
      </p:nvGrpSpPr>
      <p:grpSpPr>
        <a:xfrm>
          <a:off x="0" y="0"/>
          <a:ext cx="0" cy="0"/>
          <a:chOff x="0" y="0"/>
          <a:chExt cx="0" cy="0"/>
        </a:xfrm>
      </p:grpSpPr>
      <p:sp>
        <p:nvSpPr>
          <p:cNvPr id="207" name="Google Shape;207;p2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2400"/>
              <a:buFont typeface="Calibri"/>
              <a:buNone/>
              <a:defRPr sz="24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8" name="Google Shape;208;p27"/>
          <p:cNvSpPr/>
          <p:nvPr>
            <p:ph idx="2" type="pic"/>
          </p:nvPr>
        </p:nvSpPr>
        <p:spPr>
          <a:xfrm>
            <a:off x="3887391" y="740569"/>
            <a:ext cx="4629300" cy="3655200"/>
          </a:xfrm>
          <a:prstGeom prst="rect">
            <a:avLst/>
          </a:prstGeom>
          <a:noFill/>
          <a:ln>
            <a:noFill/>
          </a:ln>
        </p:spPr>
      </p:sp>
      <p:sp>
        <p:nvSpPr>
          <p:cNvPr id="209" name="Google Shape;209;p27"/>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210" name="Google Shape;210;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1" name="Google Shape;211;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2" name="Google Shape;212;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3" name="Shape 213"/>
        <p:cNvGrpSpPr/>
        <p:nvPr/>
      </p:nvGrpSpPr>
      <p:grpSpPr>
        <a:xfrm>
          <a:off x="0" y="0"/>
          <a:ext cx="0" cy="0"/>
          <a:chOff x="0" y="0"/>
          <a:chExt cx="0" cy="0"/>
        </a:xfrm>
      </p:grpSpPr>
      <p:sp>
        <p:nvSpPr>
          <p:cNvPr id="214" name="Google Shape;214;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5" name="Google Shape;215;p28"/>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16" name="Google Shape;216;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7" name="Google Shape;217;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8" name="Google Shape;218;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9" name="Shape 219"/>
        <p:cNvGrpSpPr/>
        <p:nvPr/>
      </p:nvGrpSpPr>
      <p:grpSpPr>
        <a:xfrm>
          <a:off x="0" y="0"/>
          <a:ext cx="0" cy="0"/>
          <a:chOff x="0" y="0"/>
          <a:chExt cx="0" cy="0"/>
        </a:xfrm>
      </p:grpSpPr>
      <p:sp>
        <p:nvSpPr>
          <p:cNvPr id="220" name="Google Shape;220;p29"/>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21" name="Google Shape;221;p29"/>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22" name="Google Shape;222;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23" name="Google Shape;223;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24" name="Google Shape;224;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225" name="Shape 225"/>
        <p:cNvGrpSpPr/>
        <p:nvPr/>
      </p:nvGrpSpPr>
      <p:grpSpPr>
        <a:xfrm>
          <a:off x="0" y="0"/>
          <a:ext cx="0" cy="0"/>
          <a:chOff x="0" y="0"/>
          <a:chExt cx="0" cy="0"/>
        </a:xfrm>
      </p:grpSpPr>
      <p:sp>
        <p:nvSpPr>
          <p:cNvPr id="226" name="Google Shape;226;p30"/>
          <p:cNvSpPr txBox="1"/>
          <p:nvPr>
            <p:ph idx="11" type="ftr"/>
          </p:nvPr>
        </p:nvSpPr>
        <p:spPr>
          <a:xfrm>
            <a:off x="1677374" y="4833000"/>
            <a:ext cx="6222300" cy="162000"/>
          </a:xfrm>
          <a:prstGeom prst="rect">
            <a:avLst/>
          </a:prstGeom>
          <a:noFill/>
          <a:ln>
            <a:noFill/>
          </a:ln>
        </p:spPr>
        <p:txBody>
          <a:bodyPr anchorCtr="0" anchor="b" bIns="0" lIns="0" spcFirstLastPara="1" rIns="0" wrap="square" tIns="0">
            <a:noAutofit/>
          </a:bodyPr>
          <a:lstStyle>
            <a:lvl1pPr lvl="0" rtl="0" algn="l">
              <a:lnSpc>
                <a:spcPct val="100000"/>
              </a:lnSpc>
              <a:spcBef>
                <a:spcPts val="0"/>
              </a:spcBef>
              <a:spcAft>
                <a:spcPts val="0"/>
              </a:spcAft>
              <a:buSzPts val="1100"/>
              <a:buNone/>
              <a:defRPr/>
            </a:lvl1pPr>
            <a:lvl2pPr lvl="1" rtl="0" algn="ctr">
              <a:lnSpc>
                <a:spcPct val="115000"/>
              </a:lnSpc>
              <a:spcBef>
                <a:spcPts val="0"/>
              </a:spcBef>
              <a:spcAft>
                <a:spcPts val="0"/>
              </a:spcAft>
              <a:buSzPts val="1100"/>
              <a:buNone/>
              <a:defRPr/>
            </a:lvl2pPr>
            <a:lvl3pPr lvl="2" rtl="0" algn="ctr">
              <a:lnSpc>
                <a:spcPct val="115000"/>
              </a:lnSpc>
              <a:spcBef>
                <a:spcPts val="0"/>
              </a:spcBef>
              <a:spcAft>
                <a:spcPts val="0"/>
              </a:spcAft>
              <a:buSzPts val="1100"/>
              <a:buNone/>
              <a:defRPr/>
            </a:lvl3pPr>
            <a:lvl4pPr lvl="3" rtl="0" algn="ctr">
              <a:lnSpc>
                <a:spcPct val="115000"/>
              </a:lnSpc>
              <a:spcBef>
                <a:spcPts val="0"/>
              </a:spcBef>
              <a:spcAft>
                <a:spcPts val="0"/>
              </a:spcAft>
              <a:buSzPts val="1100"/>
              <a:buNone/>
              <a:defRPr/>
            </a:lvl4pPr>
            <a:lvl5pPr lvl="4" rtl="0" algn="ctr">
              <a:lnSpc>
                <a:spcPct val="115000"/>
              </a:lnSpc>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pic>
        <p:nvPicPr>
          <p:cNvPr id="227" name="Google Shape;227;p30"/>
          <p:cNvPicPr preferRelativeResize="0"/>
          <p:nvPr/>
        </p:nvPicPr>
        <p:blipFill rotWithShape="1">
          <a:blip r:embed="rId2">
            <a:alphaModFix/>
          </a:blip>
          <a:srcRect b="0" l="0" r="0" t="0"/>
          <a:stretch/>
        </p:blipFill>
        <p:spPr>
          <a:xfrm>
            <a:off x="0" y="4731544"/>
            <a:ext cx="9144001" cy="424502"/>
          </a:xfrm>
          <a:prstGeom prst="rect">
            <a:avLst/>
          </a:prstGeom>
          <a:noFill/>
          <a:ln>
            <a:noFill/>
          </a:ln>
        </p:spPr>
      </p:pic>
      <p:pic>
        <p:nvPicPr>
          <p:cNvPr id="228" name="Google Shape;228;p30"/>
          <p:cNvPicPr preferRelativeResize="0"/>
          <p:nvPr/>
        </p:nvPicPr>
        <p:blipFill rotWithShape="1">
          <a:blip r:embed="rId3">
            <a:alphaModFix/>
          </a:blip>
          <a:srcRect b="0" l="0" r="0" t="0"/>
          <a:stretch/>
        </p:blipFill>
        <p:spPr>
          <a:xfrm>
            <a:off x="8136396" y="4867790"/>
            <a:ext cx="815002" cy="152008"/>
          </a:xfrm>
          <a:prstGeom prst="rect">
            <a:avLst/>
          </a:prstGeom>
          <a:noFill/>
          <a:ln>
            <a:noFill/>
          </a:ln>
        </p:spPr>
      </p:pic>
      <p:pic>
        <p:nvPicPr>
          <p:cNvPr id="229" name="Google Shape;229;p30"/>
          <p:cNvPicPr preferRelativeResize="0"/>
          <p:nvPr/>
        </p:nvPicPr>
        <p:blipFill rotWithShape="1">
          <a:blip r:embed="rId4">
            <a:alphaModFix/>
          </a:blip>
          <a:srcRect b="0" l="0" r="0" t="0"/>
          <a:stretch/>
        </p:blipFill>
        <p:spPr>
          <a:xfrm>
            <a:off x="110512" y="4808100"/>
            <a:ext cx="1081810" cy="273723"/>
          </a:xfrm>
          <a:prstGeom prst="rect">
            <a:avLst/>
          </a:prstGeom>
          <a:noFill/>
          <a:ln>
            <a:noFill/>
          </a:ln>
        </p:spPr>
      </p:pic>
      <p:sp>
        <p:nvSpPr>
          <p:cNvPr id="230" name="Google Shape;230;p30"/>
          <p:cNvSpPr txBox="1"/>
          <p:nvPr/>
        </p:nvSpPr>
        <p:spPr>
          <a:xfrm>
            <a:off x="6691965" y="4821525"/>
            <a:ext cx="1064400" cy="223200"/>
          </a:xfrm>
          <a:prstGeom prst="rect">
            <a:avLst/>
          </a:prstGeom>
          <a:noFill/>
          <a:ln>
            <a:noFill/>
          </a:ln>
        </p:spPr>
        <p:txBody>
          <a:bodyPr anchorCtr="0" anchor="t" bIns="34275" lIns="68575" spcFirstLastPara="1" rIns="68575" wrap="square" tIns="34275">
            <a:spAutoFit/>
          </a:bodyPr>
          <a:lstStyle/>
          <a:p>
            <a:pPr indent="0" lvl="0" marL="0" marR="0" rtl="0" algn="ctr">
              <a:lnSpc>
                <a:spcPct val="115000"/>
              </a:lnSpc>
              <a:spcBef>
                <a:spcPts val="0"/>
              </a:spcBef>
              <a:spcAft>
                <a:spcPts val="0"/>
              </a:spcAft>
              <a:buNone/>
            </a:pPr>
            <a:r>
              <a:rPr b="1" lang="en-GB" sz="1000">
                <a:solidFill>
                  <a:schemeClr val="lt1"/>
                </a:solidFill>
                <a:latin typeface="Arial"/>
                <a:ea typeface="Arial"/>
                <a:cs typeface="Arial"/>
                <a:sym typeface="Arial"/>
              </a:rPr>
              <a:t>Airbus Internal</a:t>
            </a:r>
            <a:endParaRPr b="1" sz="1000">
              <a:solidFill>
                <a:schemeClr val="lt1"/>
              </a:solidFill>
              <a:latin typeface="Arial"/>
              <a:ea typeface="Arial"/>
              <a:cs typeface="Arial"/>
              <a:sym typeface="Arial"/>
            </a:endParaRPr>
          </a:p>
        </p:txBody>
      </p:sp>
      <p:sp>
        <p:nvSpPr>
          <p:cNvPr id="231" name="Google Shape;231;p30"/>
          <p:cNvSpPr txBox="1"/>
          <p:nvPr/>
        </p:nvSpPr>
        <p:spPr>
          <a:xfrm>
            <a:off x="3302875" y="4775975"/>
            <a:ext cx="2503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lt1"/>
                </a:solidFill>
              </a:rPr>
              <a:t>Template reference FM1905097 v2.0</a:t>
            </a:r>
            <a:endParaRPr sz="1000">
              <a:solidFill>
                <a:schemeClr val="lt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1.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52426" y="490269"/>
            <a:ext cx="8437200" cy="660900"/>
          </a:xfrm>
          <a:prstGeom prst="rect">
            <a:avLst/>
          </a:prstGeom>
          <a:noFill/>
          <a:ln>
            <a:noFill/>
          </a:ln>
        </p:spPr>
        <p:txBody>
          <a:bodyPr anchorCtr="0" anchor="t" bIns="0" lIns="0" spcFirstLastPara="1" rIns="0" wrap="square" tIns="0">
            <a:noAutofit/>
          </a:bodyPr>
          <a:lstStyle>
            <a:lvl1pPr lvl="0" marR="0" rtl="0" algn="l">
              <a:lnSpc>
                <a:spcPct val="110000"/>
              </a:lnSpc>
              <a:spcBef>
                <a:spcPts val="0"/>
              </a:spcBef>
              <a:spcAft>
                <a:spcPts val="0"/>
              </a:spcAft>
              <a:buSzPts val="1100"/>
              <a:buNone/>
              <a:defRPr b="0" i="0" sz="1900" u="none" cap="none" strike="noStrike">
                <a:solidFill>
                  <a:schemeClr val="dk2"/>
                </a:solidFill>
                <a:latin typeface="Arial"/>
                <a:ea typeface="Arial"/>
                <a:cs typeface="Arial"/>
                <a:sym typeface="Arial"/>
              </a:defRPr>
            </a:lvl1pPr>
            <a:lvl2pPr lvl="1"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2pPr>
            <a:lvl3pPr lvl="2"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3pPr>
            <a:lvl4pPr lvl="3"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4pPr>
            <a:lvl5pPr lvl="4"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5pPr>
            <a:lvl6pPr lvl="5"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6pPr>
            <a:lvl7pPr lvl="6"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7pPr>
            <a:lvl8pPr lvl="7"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8pPr>
            <a:lvl9pPr lvl="8" marR="0" rtl="0" algn="l">
              <a:lnSpc>
                <a:spcPct val="110000"/>
              </a:lnSpc>
              <a:spcBef>
                <a:spcPts val="0"/>
              </a:spcBef>
              <a:spcAft>
                <a:spcPts val="0"/>
              </a:spcAft>
              <a:buSzPts val="1100"/>
              <a:buNone/>
              <a:defRPr b="0" i="0" sz="19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354305" y="1174500"/>
            <a:ext cx="8435400" cy="3214800"/>
          </a:xfrm>
          <a:prstGeom prst="rect">
            <a:avLst/>
          </a:prstGeom>
          <a:noFill/>
          <a:ln>
            <a:noFill/>
          </a:ln>
        </p:spPr>
        <p:txBody>
          <a:bodyPr anchorCtr="0" anchor="t" bIns="0" lIns="0" spcFirstLastPara="1" rIns="0" wrap="square" tIns="0">
            <a:noAutofit/>
          </a:bodyPr>
          <a:lstStyle>
            <a:lvl1pPr indent="-298450" lvl="0" marL="45720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1pPr>
            <a:lvl2pPr indent="-298450" lvl="1" marL="914400" marR="0" rtl="0" algn="l">
              <a:lnSpc>
                <a:spcPct val="115000"/>
              </a:lnSpc>
              <a:spcBef>
                <a:spcPts val="0"/>
              </a:spcBef>
              <a:spcAft>
                <a:spcPts val="0"/>
              </a:spcAft>
              <a:buClr>
                <a:srgbClr val="595959"/>
              </a:buClr>
              <a:buSzPts val="1100"/>
              <a:buFont typeface="Noto Sans Symbols"/>
              <a:buChar char="−"/>
              <a:defRPr b="0" i="0" sz="1100" u="none" cap="none" strike="noStrike">
                <a:solidFill>
                  <a:srgbClr val="595959"/>
                </a:solidFill>
                <a:latin typeface="Arial"/>
                <a:ea typeface="Arial"/>
                <a:cs typeface="Arial"/>
                <a:sym typeface="Arial"/>
              </a:defRPr>
            </a:lvl2pPr>
            <a:lvl3pPr indent="-298450" lvl="2" marL="137160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3pPr>
            <a:lvl4pPr indent="-298450" lvl="3" marL="182880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4pPr>
            <a:lvl5pPr indent="-298450" lvl="4" marL="2286000" marR="0" rtl="0" algn="l">
              <a:lnSpc>
                <a:spcPct val="115000"/>
              </a:lnSpc>
              <a:spcBef>
                <a:spcPts val="0"/>
              </a:spcBef>
              <a:spcAft>
                <a:spcPts val="0"/>
              </a:spcAft>
              <a:buClr>
                <a:srgbClr val="595959"/>
              </a:buClr>
              <a:buSzPts val="1100"/>
              <a:buFont typeface="Arial"/>
              <a:buChar char="–"/>
              <a:defRPr b="0" i="0" sz="1100" u="none" cap="none" strike="noStrike">
                <a:solidFill>
                  <a:srgbClr val="595959"/>
                </a:solidFill>
                <a:latin typeface="Arial"/>
                <a:ea typeface="Arial"/>
                <a:cs typeface="Arial"/>
                <a:sym typeface="Arial"/>
              </a:defRPr>
            </a:lvl5pPr>
            <a:lvl6pPr indent="-298450" lvl="5" marL="2743200"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11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583200" y="4833000"/>
            <a:ext cx="869400" cy="162000"/>
          </a:xfrm>
          <a:prstGeom prst="rect">
            <a:avLst/>
          </a:prstGeom>
          <a:noFill/>
          <a:ln>
            <a:noFill/>
          </a:ln>
        </p:spPr>
        <p:txBody>
          <a:bodyPr anchorCtr="0" anchor="b" bIns="0" lIns="0" spcFirstLastPara="1" rIns="0" wrap="square" tIns="0">
            <a:noAutofit/>
          </a:bodyPr>
          <a:lstStyle>
            <a:lvl1pPr lvl="0" marR="0" rtl="0" algn="r">
              <a:lnSpc>
                <a:spcPct val="100000"/>
              </a:lnSpc>
              <a:spcBef>
                <a:spcPts val="0"/>
              </a:spcBef>
              <a:spcAft>
                <a:spcPts val="0"/>
              </a:spcAft>
              <a:buSzPts val="1100"/>
              <a:buNone/>
              <a:defRPr b="0" i="0" sz="600" u="none" cap="none" strike="noStrike">
                <a:solidFill>
                  <a:srgbClr val="595959"/>
                </a:solidFill>
                <a:latin typeface="Arial"/>
                <a:ea typeface="Arial"/>
                <a:cs typeface="Arial"/>
                <a:sym typeface="Arial"/>
              </a:defRPr>
            </a:lvl1pPr>
            <a:lvl2pPr lvl="1"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0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0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0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0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1677374" y="4833000"/>
            <a:ext cx="6222000" cy="1620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100"/>
              <a:buNone/>
              <a:defRPr b="0" i="0" sz="600" u="none" cap="none" strike="noStrike">
                <a:solidFill>
                  <a:srgbClr val="595959"/>
                </a:solidFill>
                <a:latin typeface="Arial"/>
                <a:ea typeface="Arial"/>
                <a:cs typeface="Arial"/>
                <a:sym typeface="Arial"/>
              </a:defRPr>
            </a:lvl1pPr>
            <a:lvl2pPr lvl="1"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2pPr>
            <a:lvl3pPr lvl="2"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3pPr>
            <a:lvl4pPr lvl="3"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4pPr>
            <a:lvl5pPr lvl="4" marR="0" rtl="0" algn="ctr">
              <a:lnSpc>
                <a:spcPct val="115000"/>
              </a:lnSpc>
              <a:spcBef>
                <a:spcPts val="0"/>
              </a:spcBef>
              <a:spcAft>
                <a:spcPts val="0"/>
              </a:spcAft>
              <a:buSzPts val="1100"/>
              <a:buNone/>
              <a:defRPr b="0" i="0" sz="10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0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0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0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0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354305" y="4833000"/>
            <a:ext cx="221400" cy="162000"/>
          </a:xfrm>
          <a:prstGeom prst="rect">
            <a:avLst/>
          </a:prstGeom>
          <a:noFill/>
          <a:ln>
            <a:noFill/>
          </a:ln>
        </p:spPr>
        <p:txBody>
          <a:bodyPr anchorCtr="0" anchor="b" bIns="0" lIns="0" spcFirstLastPara="1" rIns="0" wrap="square" tIns="0">
            <a:noAutofit/>
          </a:bodyPr>
          <a:lstStyle>
            <a:lvl1pPr indent="0" lvl="0"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1pPr>
            <a:lvl2pPr indent="0" lvl="1"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2pPr>
            <a:lvl3pPr indent="0" lvl="2"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3pPr>
            <a:lvl4pPr indent="0" lvl="3"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4pPr>
            <a:lvl5pPr indent="0" lvl="4"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5pPr>
            <a:lvl6pPr indent="0" lvl="5"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6pPr>
            <a:lvl7pPr indent="0" lvl="6"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7pPr>
            <a:lvl8pPr indent="0" lvl="7"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8pPr>
            <a:lvl9pPr indent="0" lvl="8" marL="0" marR="0" rtl="0" algn="l">
              <a:lnSpc>
                <a:spcPct val="100000"/>
              </a:lnSpc>
              <a:spcBef>
                <a:spcPts val="0"/>
              </a:spcBef>
              <a:spcAft>
                <a:spcPts val="0"/>
              </a:spcAft>
              <a:buNone/>
              <a:defRPr b="0" i="0" sz="600" u="none" cap="none" strike="noStrike">
                <a:solidFill>
                  <a:srgbClr val="59595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descr="Screen Shot 2016-11-11 at 09.55.03.png" id="11" name="Google Shape;11;p1"/>
          <p:cNvSpPr/>
          <p:nvPr/>
        </p:nvSpPr>
        <p:spPr>
          <a:xfrm>
            <a:off x="8124300" y="4833000"/>
            <a:ext cx="831600" cy="173400"/>
          </a:xfrm>
          <a:prstGeom prst="rect">
            <a:avLst/>
          </a:prstGeom>
          <a:noFill/>
          <a:ln>
            <a:noFill/>
          </a:ln>
        </p:spPr>
      </p:sp>
      <p:sp>
        <p:nvSpPr>
          <p:cNvPr id="12" name="Google Shape;12;p1"/>
          <p:cNvSpPr txBox="1"/>
          <p:nvPr/>
        </p:nvSpPr>
        <p:spPr>
          <a:xfrm>
            <a:off x="2836350" y="4767000"/>
            <a:ext cx="347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dk1"/>
                </a:solidFill>
              </a:rPr>
              <a:t>Deployment Review template reference FM1905097 v2.0</a:t>
            </a:r>
            <a:endParaRPr sz="1000">
              <a:solidFill>
                <a:schemeClr val="dk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pos="1836">
          <p15:clr>
            <a:srgbClr val="F26B43"/>
          </p15:clr>
        </p15:guide>
        <p15:guide id="4" pos="222">
          <p15:clr>
            <a:srgbClr val="F26B43"/>
          </p15:clr>
        </p15:guide>
        <p15:guide id="5" orient="horz" pos="1564">
          <p15:clr>
            <a:srgbClr val="F26B43"/>
          </p15:clr>
        </p15:guide>
        <p15:guide id="6" pos="563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52" name="Google Shape;152;p1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53" name="Google Shape;153;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54" name="Google Shape;154;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55" name="Google Shape;155;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jira.airbus.corp/browse/SBAOG001-8423" TargetMode="External"/><Relationship Id="rId4" Type="http://schemas.openxmlformats.org/officeDocument/2006/relationships/hyperlink" Target="https://core.skywise.com/workspace/foundry-slate/documents/zaog-moca?v_load_auto=1&amp;v_load_title=PCE%20Leakage%20Monitoring&amp;v_load_version=1.7" TargetMode="External"/><Relationship Id="rId5" Type="http://schemas.openxmlformats.org/officeDocument/2006/relationships/hyperlink" Target="https://docs.google.com/document/d/1VATTvGhojURBT3J1fU8ACCq4Fk3zUrW1pavriMf_c-g/edit?tab=t.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 Id="rId3" Type="http://schemas.openxmlformats.org/officeDocument/2006/relationships/hyperlink" Target="https://docs.google.com/presentation/d/15YsG7H5EHoY4n7NxhJD-JsC1wrnQcbZfX8oeSd3p0n4/edit?usp=sharing" TargetMode="External"/><Relationship Id="rId4" Type="http://schemas.openxmlformats.org/officeDocument/2006/relationships/hyperlink" Target="https://docs.google.com/presentation/d/1Lg2ylOfer4ReqLaNhnHR2CfNjhrDk8srImSIUfVZNQA/edit?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spreadsheets/d/1gxIItG4LHyAr9cVJR6ezMzqbQFdjwUrnPmtCt1A_sqY/edit?gid=0#gid=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 Id="rId3" Type="http://schemas.openxmlformats.org/officeDocument/2006/relationships/hyperlink" Target="https://docs.google.com/spreadsheets/d/1ZJAsKDLaPykWlvX0EtgxWHxVBma-ccWyjPgO3wwV75c/"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 Id="rId3" Type="http://schemas.openxmlformats.org/officeDocument/2006/relationships/hyperlink" Target="https://jira.airbus.corp/browse/SBAOG001-842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nvSpPr>
        <p:spPr>
          <a:xfrm>
            <a:off x="657725" y="2482475"/>
            <a:ext cx="8288400" cy="1923900"/>
          </a:xfrm>
          <a:prstGeom prst="rect">
            <a:avLst/>
          </a:prstGeom>
          <a:noFill/>
          <a:ln>
            <a:noFill/>
          </a:ln>
        </p:spPr>
        <p:txBody>
          <a:bodyPr anchorCtr="0" anchor="t" bIns="91425" lIns="91425" spcFirstLastPara="1" rIns="91425" wrap="square" tIns="91425">
            <a:spAutoFit/>
          </a:bodyPr>
          <a:lstStyle/>
          <a:p>
            <a:pPr indent="0" lvl="0" marL="0" rtl="0" algn="r">
              <a:lnSpc>
                <a:spcPct val="110000"/>
              </a:lnSpc>
              <a:spcBef>
                <a:spcPts val="0"/>
              </a:spcBef>
              <a:spcAft>
                <a:spcPts val="0"/>
              </a:spcAft>
              <a:buNone/>
            </a:pPr>
            <a:r>
              <a:rPr b="1" lang="en-GB" sz="2000">
                <a:solidFill>
                  <a:schemeClr val="lt1"/>
                </a:solidFill>
              </a:rPr>
              <a:t>[ADNS V36PR2407708] A350 ATA 36 PCE Leakage Monitoring (SAR)</a:t>
            </a:r>
            <a:endParaRPr b="1" sz="2000">
              <a:solidFill>
                <a:schemeClr val="lt1"/>
              </a:solidFill>
            </a:endParaRPr>
          </a:p>
          <a:p>
            <a:pPr indent="0" lvl="0" marL="0" rtl="0" algn="r">
              <a:lnSpc>
                <a:spcPct val="110000"/>
              </a:lnSpc>
              <a:spcBef>
                <a:spcPts val="0"/>
              </a:spcBef>
              <a:spcAft>
                <a:spcPts val="0"/>
              </a:spcAft>
              <a:buClr>
                <a:schemeClr val="dk1"/>
              </a:buClr>
              <a:buFont typeface="Arial"/>
              <a:buNone/>
            </a:pPr>
            <a:r>
              <a:rPr b="1" lang="en-GB" sz="2000">
                <a:solidFill>
                  <a:schemeClr val="lt1"/>
                </a:solidFill>
              </a:rPr>
              <a:t>Deployment Review</a:t>
            </a:r>
            <a:endParaRPr sz="900">
              <a:solidFill>
                <a:schemeClr val="dk1"/>
              </a:solidFill>
            </a:endParaRPr>
          </a:p>
          <a:p>
            <a:pPr indent="0" lvl="0" marL="0" rtl="0" algn="r">
              <a:lnSpc>
                <a:spcPct val="110000"/>
              </a:lnSpc>
              <a:spcBef>
                <a:spcPts val="0"/>
              </a:spcBef>
              <a:spcAft>
                <a:spcPts val="0"/>
              </a:spcAft>
              <a:buClr>
                <a:schemeClr val="dk1"/>
              </a:buClr>
              <a:buFont typeface="Arial"/>
              <a:buNone/>
            </a:pPr>
            <a:r>
              <a:rPr lang="en-GB" sz="2000">
                <a:solidFill>
                  <a:schemeClr val="lt1"/>
                </a:solidFill>
              </a:rPr>
              <a:t>Juan Rodríguez Martínez</a:t>
            </a:r>
            <a:endParaRPr sz="2000">
              <a:solidFill>
                <a:schemeClr val="lt1"/>
              </a:solidFill>
            </a:endParaRPr>
          </a:p>
          <a:p>
            <a:pPr indent="0" lvl="0" marL="0" rtl="0" algn="r">
              <a:lnSpc>
                <a:spcPct val="110000"/>
              </a:lnSpc>
              <a:spcBef>
                <a:spcPts val="0"/>
              </a:spcBef>
              <a:spcAft>
                <a:spcPts val="0"/>
              </a:spcAft>
              <a:buNone/>
            </a:pPr>
            <a:r>
              <a:rPr lang="en-GB" sz="2000">
                <a:solidFill>
                  <a:schemeClr val="lt1"/>
                </a:solidFill>
              </a:rPr>
              <a:t>14/11/2024</a:t>
            </a:r>
            <a:r>
              <a:rPr lang="en-GB" sz="2500">
                <a:solidFill>
                  <a:schemeClr val="lt1"/>
                </a:solidFill>
              </a:rPr>
              <a:t> </a:t>
            </a:r>
            <a:endParaRPr sz="2000">
              <a:solidFill>
                <a:schemeClr val="lt1"/>
              </a:solidFill>
            </a:endParaRPr>
          </a:p>
        </p:txBody>
      </p:sp>
      <p:sp>
        <p:nvSpPr>
          <p:cNvPr id="237" name="Google Shape;237;p31"/>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
        <p:nvSpPr>
          <p:cNvPr id="238" name="Google Shape;238;p31"/>
          <p:cNvSpPr txBox="1"/>
          <p:nvPr/>
        </p:nvSpPr>
        <p:spPr>
          <a:xfrm>
            <a:off x="4064300" y="5825"/>
            <a:ext cx="3606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lt1"/>
                </a:solidFill>
              </a:rPr>
              <a:t>[Not Export Controlled/ ECCNxxx]</a:t>
            </a:r>
            <a:endParaRPr sz="1300">
              <a:solidFill>
                <a:schemeClr val="lt1"/>
              </a:solidFill>
            </a:endParaRPr>
          </a:p>
        </p:txBody>
      </p:sp>
      <p:sp>
        <p:nvSpPr>
          <p:cNvPr id="239" name="Google Shape;239;p31"/>
          <p:cNvSpPr txBox="1"/>
          <p:nvPr/>
        </p:nvSpPr>
        <p:spPr>
          <a:xfrm>
            <a:off x="88375" y="94650"/>
            <a:ext cx="1363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chemeClr val="lt1"/>
                </a:solidFill>
              </a:rPr>
              <a:t>FM1905097 </a:t>
            </a:r>
            <a:endParaRPr sz="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p:nvPr/>
        </p:nvSpPr>
        <p:spPr>
          <a:xfrm>
            <a:off x="9941351" y="3227863"/>
            <a:ext cx="174600" cy="2499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lang="en-GB" sz="1000">
                <a:solidFill>
                  <a:srgbClr val="000000"/>
                </a:solidFill>
                <a:latin typeface="Arial"/>
                <a:ea typeface="Arial"/>
                <a:cs typeface="Arial"/>
                <a:sym typeface="Arial"/>
              </a:rPr>
              <a:t> </a:t>
            </a:r>
            <a:endParaRPr sz="1000">
              <a:solidFill>
                <a:schemeClr val="dk1"/>
              </a:solidFill>
              <a:latin typeface="Arial"/>
              <a:ea typeface="Arial"/>
              <a:cs typeface="Arial"/>
              <a:sym typeface="Arial"/>
            </a:endParaRPr>
          </a:p>
        </p:txBody>
      </p:sp>
      <p:sp>
        <p:nvSpPr>
          <p:cNvPr id="246" name="Google Shape;246;p32"/>
          <p:cNvSpPr txBox="1"/>
          <p:nvPr/>
        </p:nvSpPr>
        <p:spPr>
          <a:xfrm>
            <a:off x="352426" y="78487"/>
            <a:ext cx="8437200" cy="660900"/>
          </a:xfrm>
          <a:prstGeom prst="rect">
            <a:avLst/>
          </a:prstGeom>
          <a:noFill/>
          <a:ln>
            <a:noFill/>
          </a:ln>
        </p:spPr>
        <p:txBody>
          <a:bodyPr anchorCtr="0" anchor="t" bIns="34275" lIns="68575" spcFirstLastPara="1" rIns="68575" wrap="square" tIns="34275">
            <a:noAutofit/>
          </a:bodyPr>
          <a:lstStyle/>
          <a:p>
            <a:pPr indent="0" lvl="0" marL="0" marR="0" rtl="0" algn="l">
              <a:lnSpc>
                <a:spcPct val="110000"/>
              </a:lnSpc>
              <a:spcBef>
                <a:spcPts val="0"/>
              </a:spcBef>
              <a:spcAft>
                <a:spcPts val="0"/>
              </a:spcAft>
              <a:buNone/>
            </a:pPr>
            <a:r>
              <a:t/>
            </a:r>
            <a:endParaRPr sz="1900">
              <a:solidFill>
                <a:schemeClr val="dk2"/>
              </a:solidFill>
              <a:latin typeface="Arial"/>
              <a:ea typeface="Arial"/>
              <a:cs typeface="Arial"/>
              <a:sym typeface="Arial"/>
            </a:endParaRPr>
          </a:p>
        </p:txBody>
      </p:sp>
      <p:sp>
        <p:nvSpPr>
          <p:cNvPr id="247" name="Google Shape;247;p32"/>
          <p:cNvSpPr/>
          <p:nvPr/>
        </p:nvSpPr>
        <p:spPr>
          <a:xfrm>
            <a:off x="242950" y="178824"/>
            <a:ext cx="3432600" cy="399900"/>
          </a:xfrm>
          <a:prstGeom prst="roundRect">
            <a:avLst>
              <a:gd fmla="val 16667" name="adj"/>
            </a:avLst>
          </a:prstGeom>
          <a:solidFill>
            <a:schemeClr val="dk2"/>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latin typeface="Arial"/>
                <a:ea typeface="Arial"/>
                <a:cs typeface="Arial"/>
                <a:sym typeface="Arial"/>
              </a:rPr>
              <a:t>Deployment review </a:t>
            </a:r>
            <a:r>
              <a:rPr b="1" lang="en-GB" sz="1600">
                <a:solidFill>
                  <a:schemeClr val="lt1"/>
                </a:solidFill>
              </a:rPr>
              <a:t>panel</a:t>
            </a:r>
            <a:endParaRPr b="1" i="0" sz="1600" u="none" cap="none" strike="noStrike">
              <a:solidFill>
                <a:schemeClr val="lt1"/>
              </a:solidFill>
              <a:latin typeface="Arial"/>
              <a:ea typeface="Arial"/>
              <a:cs typeface="Arial"/>
              <a:sym typeface="Arial"/>
            </a:endParaRPr>
          </a:p>
        </p:txBody>
      </p:sp>
      <p:sp>
        <p:nvSpPr>
          <p:cNvPr id="248" name="Google Shape;248;p32"/>
          <p:cNvSpPr/>
          <p:nvPr/>
        </p:nvSpPr>
        <p:spPr>
          <a:xfrm>
            <a:off x="8472821" y="4064395"/>
            <a:ext cx="244500" cy="2553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b="1" lang="en-GB" sz="1100">
                <a:solidFill>
                  <a:schemeClr val="lt1"/>
                </a:solidFill>
                <a:latin typeface="Noto Sans Symbols"/>
                <a:ea typeface="Noto Sans Symbols"/>
                <a:cs typeface="Noto Sans Symbols"/>
                <a:sym typeface="Noto Sans Symbols"/>
              </a:rPr>
              <a:t>✔</a:t>
            </a:r>
            <a:endParaRPr b="1" sz="1100">
              <a:solidFill>
                <a:schemeClr val="lt1"/>
              </a:solidFill>
              <a:latin typeface="Noto Sans Symbols"/>
              <a:ea typeface="Noto Sans Symbols"/>
              <a:cs typeface="Noto Sans Symbols"/>
              <a:sym typeface="Noto Sans Symbols"/>
            </a:endParaRPr>
          </a:p>
        </p:txBody>
      </p:sp>
      <p:sp>
        <p:nvSpPr>
          <p:cNvPr id="249" name="Google Shape;249;p32"/>
          <p:cNvSpPr/>
          <p:nvPr/>
        </p:nvSpPr>
        <p:spPr>
          <a:xfrm>
            <a:off x="7796537" y="402628"/>
            <a:ext cx="274200" cy="3084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b="1" lang="en-GB" sz="1400">
                <a:solidFill>
                  <a:schemeClr val="lt1"/>
                </a:solidFill>
                <a:latin typeface="Noto Sans Symbols"/>
                <a:ea typeface="Noto Sans Symbols"/>
                <a:cs typeface="Noto Sans Symbols"/>
                <a:sym typeface="Noto Sans Symbols"/>
              </a:rPr>
              <a:t>✔</a:t>
            </a:r>
            <a:endParaRPr b="1" sz="1400">
              <a:solidFill>
                <a:schemeClr val="lt1"/>
              </a:solidFill>
              <a:latin typeface="Noto Sans Symbols"/>
              <a:ea typeface="Noto Sans Symbols"/>
              <a:cs typeface="Noto Sans Symbols"/>
              <a:sym typeface="Noto Sans Symbols"/>
            </a:endParaRPr>
          </a:p>
        </p:txBody>
      </p:sp>
      <p:sp>
        <p:nvSpPr>
          <p:cNvPr id="250" name="Google Shape;250;p32"/>
          <p:cNvSpPr txBox="1"/>
          <p:nvPr>
            <p:ph idx="11" type="ftr"/>
          </p:nvPr>
        </p:nvSpPr>
        <p:spPr>
          <a:xfrm>
            <a:off x="332530" y="3659825"/>
            <a:ext cx="4666500" cy="1215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595959"/>
              </a:buClr>
              <a:buSzPts val="600"/>
              <a:buFont typeface="Quattrocento Sans"/>
              <a:buNone/>
            </a:pPr>
            <a:r>
              <a:rPr b="0" i="0" lang="en-GB" sz="600" u="none" cap="none" strike="noStrike">
                <a:solidFill>
                  <a:srgbClr val="595959"/>
                </a:solidFill>
                <a:latin typeface="Quattrocento Sans"/>
                <a:ea typeface="Quattrocento Sans"/>
                <a:cs typeface="Quattrocento Sans"/>
                <a:sym typeface="Quattrocento Sans"/>
              </a:rPr>
              <a:t>Airbus internal</a:t>
            </a:r>
            <a:endParaRPr b="0" i="0" sz="600" u="none" cap="none" strike="noStrike">
              <a:solidFill>
                <a:srgbClr val="595959"/>
              </a:solidFill>
              <a:latin typeface="Quattrocento Sans"/>
              <a:ea typeface="Quattrocento Sans"/>
              <a:cs typeface="Quattrocento Sans"/>
              <a:sym typeface="Quattrocento Sans"/>
            </a:endParaRPr>
          </a:p>
        </p:txBody>
      </p:sp>
      <p:graphicFrame>
        <p:nvGraphicFramePr>
          <p:cNvPr id="251" name="Google Shape;251;p32"/>
          <p:cNvGraphicFramePr/>
          <p:nvPr/>
        </p:nvGraphicFramePr>
        <p:xfrm>
          <a:off x="332512" y="927913"/>
          <a:ext cx="3000000" cy="3000000"/>
        </p:xfrm>
        <a:graphic>
          <a:graphicData uri="http://schemas.openxmlformats.org/drawingml/2006/table">
            <a:tbl>
              <a:tblPr bandRow="1" firstRow="1">
                <a:noFill/>
                <a:tableStyleId>{F83EA75F-919A-4468-8B7D-EDF7CFBBB312}</a:tableStyleId>
              </a:tblPr>
              <a:tblGrid>
                <a:gridCol w="2519075"/>
                <a:gridCol w="1585400"/>
                <a:gridCol w="1296150"/>
                <a:gridCol w="1100300"/>
                <a:gridCol w="1978050"/>
              </a:tblGrid>
              <a:tr h="278150">
                <a:tc>
                  <a:txBody>
                    <a:bodyPr/>
                    <a:lstStyle/>
                    <a:p>
                      <a:pPr indent="0" lvl="0" marL="0" marR="0" rtl="0" algn="l">
                        <a:spcBef>
                          <a:spcPts val="0"/>
                        </a:spcBef>
                        <a:spcAft>
                          <a:spcPts val="0"/>
                        </a:spcAft>
                        <a:buNone/>
                      </a:pPr>
                      <a:r>
                        <a:rPr lang="en-GB" sz="1400" u="none" cap="none" strike="noStrike"/>
                        <a:t>Role</a:t>
                      </a:r>
                      <a:endParaRPr sz="1400"/>
                    </a:p>
                  </a:txBody>
                  <a:tcPr marT="34300" marB="34300" marR="68600" marL="68600"/>
                </a:tc>
                <a:tc>
                  <a:txBody>
                    <a:bodyPr/>
                    <a:lstStyle/>
                    <a:p>
                      <a:pPr indent="0" lvl="0" marL="0" marR="0" rtl="0" algn="l">
                        <a:spcBef>
                          <a:spcPts val="0"/>
                        </a:spcBef>
                        <a:spcAft>
                          <a:spcPts val="0"/>
                        </a:spcAft>
                        <a:buNone/>
                      </a:pPr>
                      <a:r>
                        <a:rPr lang="en-GB" sz="1400"/>
                        <a:t>Name &amp; Siglum</a:t>
                      </a:r>
                      <a:endParaRPr sz="1400"/>
                    </a:p>
                  </a:txBody>
                  <a:tcPr marT="34300" marB="34300" marR="68600" marL="68600"/>
                </a:tc>
                <a:tc>
                  <a:txBody>
                    <a:bodyPr/>
                    <a:lstStyle/>
                    <a:p>
                      <a:pPr indent="0" lvl="0" marL="0" marR="0" rtl="0" algn="l">
                        <a:spcBef>
                          <a:spcPts val="0"/>
                        </a:spcBef>
                        <a:spcAft>
                          <a:spcPts val="0"/>
                        </a:spcAft>
                        <a:buNone/>
                      </a:pPr>
                      <a:r>
                        <a:rPr lang="en-GB" sz="1400"/>
                        <a:t>Mandatory?</a:t>
                      </a:r>
                      <a:endParaRPr sz="1400"/>
                    </a:p>
                  </a:txBody>
                  <a:tcPr marT="34300" marB="34300" marR="68600" marL="68600"/>
                </a:tc>
                <a:tc>
                  <a:txBody>
                    <a:bodyPr/>
                    <a:lstStyle/>
                    <a:p>
                      <a:pPr indent="0" lvl="0" marL="0" marR="0" rtl="0" algn="l">
                        <a:spcBef>
                          <a:spcPts val="0"/>
                        </a:spcBef>
                        <a:spcAft>
                          <a:spcPts val="0"/>
                        </a:spcAft>
                        <a:buNone/>
                      </a:pPr>
                      <a:r>
                        <a:rPr lang="en-GB" sz="1400"/>
                        <a:t>Present?</a:t>
                      </a:r>
                      <a:endParaRPr sz="1400"/>
                    </a:p>
                  </a:txBody>
                  <a:tcPr marT="34300" marB="34300" marR="68600" marL="6860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400"/>
                        <a:t>Comment</a:t>
                      </a:r>
                      <a:endParaRPr sz="1400"/>
                    </a:p>
                  </a:txBody>
                  <a:tcPr marT="34300" marB="34300" marR="68600" marL="68600"/>
                </a:tc>
              </a:tr>
              <a:tr h="278150">
                <a:tc>
                  <a:txBody>
                    <a:bodyPr/>
                    <a:lstStyle/>
                    <a:p>
                      <a:pPr indent="0" lvl="0" marL="0" marR="0" rtl="0" algn="l">
                        <a:spcBef>
                          <a:spcPts val="0"/>
                        </a:spcBef>
                        <a:spcAft>
                          <a:spcPts val="0"/>
                        </a:spcAft>
                        <a:buNone/>
                      </a:pPr>
                      <a:r>
                        <a:rPr lang="en-GB" sz="1100">
                          <a:solidFill>
                            <a:srgbClr val="00B050"/>
                          </a:solidFill>
                        </a:rPr>
                        <a:t>Health engineer or representative</a:t>
                      </a:r>
                      <a:endParaRPr sz="1100">
                        <a:solidFill>
                          <a:srgbClr val="00B050"/>
                        </a:solidFill>
                      </a:endParaRPr>
                    </a:p>
                  </a:txBody>
                  <a:tcPr marT="34300" marB="34300" marR="68600" marL="68600"/>
                </a:tc>
                <a:tc>
                  <a:txBody>
                    <a:bodyPr/>
                    <a:lstStyle/>
                    <a:p>
                      <a:pPr indent="0" lvl="0" marL="0" marR="0" rtl="0" algn="l">
                        <a:spcBef>
                          <a:spcPts val="0"/>
                        </a:spcBef>
                        <a:spcAft>
                          <a:spcPts val="0"/>
                        </a:spcAft>
                        <a:buNone/>
                      </a:pPr>
                      <a:r>
                        <a:rPr lang="en-GB" sz="1100">
                          <a:solidFill>
                            <a:srgbClr val="00B050"/>
                          </a:solidFill>
                        </a:rPr>
                        <a:t>Juan Rodríguez</a:t>
                      </a:r>
                      <a:endParaRPr sz="1100">
                        <a:solidFill>
                          <a:srgbClr val="00B050"/>
                        </a:solidFill>
                      </a:endParaRPr>
                    </a:p>
                  </a:txBody>
                  <a:tcPr marT="34300" marB="34300" marR="68600" marL="68600"/>
                </a:tc>
                <a:tc>
                  <a:txBody>
                    <a:bodyPr/>
                    <a:lstStyle/>
                    <a:p>
                      <a:pPr indent="0" lvl="0" marL="0" rtl="0" algn="l">
                        <a:spcBef>
                          <a:spcPts val="0"/>
                        </a:spcBef>
                        <a:spcAft>
                          <a:spcPts val="0"/>
                        </a:spcAft>
                        <a:buClr>
                          <a:schemeClr val="dk1"/>
                        </a:buClr>
                        <a:buFont typeface="Arial"/>
                        <a:buNone/>
                      </a:pPr>
                      <a:r>
                        <a:rPr lang="en-GB" sz="1100">
                          <a:solidFill>
                            <a:srgbClr val="00B050"/>
                          </a:solidFill>
                        </a:rPr>
                        <a:t>Yes</a:t>
                      </a:r>
                      <a:endParaRPr sz="1100">
                        <a:solidFill>
                          <a:srgbClr val="00B050"/>
                        </a:solidFill>
                      </a:endParaRPr>
                    </a:p>
                  </a:txBody>
                  <a:tcPr marT="34300" marB="34300" marR="68600" marL="68600">
                    <a:lnR cap="flat" cmpd="sng" w="12700">
                      <a:solidFill>
                        <a:schemeClr val="lt1"/>
                      </a:solidFill>
                      <a:prstDash val="solid"/>
                      <a:round/>
                      <a:headEnd len="sm" w="sm" type="none"/>
                      <a:tailEnd len="sm" w="sm" type="none"/>
                    </a:lnR>
                  </a:tcPr>
                </a:tc>
                <a:tc>
                  <a:txBody>
                    <a:bodyPr/>
                    <a:lstStyle/>
                    <a:p>
                      <a:pPr indent="0" lvl="0" marL="0" marR="0" rtl="0" algn="l">
                        <a:spcBef>
                          <a:spcPts val="0"/>
                        </a:spcBef>
                        <a:spcAft>
                          <a:spcPts val="0"/>
                        </a:spcAft>
                        <a:buNone/>
                      </a:pPr>
                      <a:r>
                        <a:rPr lang="en-GB" sz="1100">
                          <a:solidFill>
                            <a:srgbClr val="00B050"/>
                          </a:solidFill>
                        </a:rPr>
                        <a:t>Yes</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tcPr>
                </a:tc>
              </a:tr>
              <a:tr h="278150">
                <a:tc>
                  <a:txBody>
                    <a:bodyPr/>
                    <a:lstStyle/>
                    <a:p>
                      <a:pPr indent="0" lvl="0" marL="0" marR="0" rtl="0" algn="l">
                        <a:spcBef>
                          <a:spcPts val="0"/>
                        </a:spcBef>
                        <a:spcAft>
                          <a:spcPts val="0"/>
                        </a:spcAft>
                        <a:buNone/>
                      </a:pPr>
                      <a:r>
                        <a:rPr lang="en-GB" sz="1100">
                          <a:solidFill>
                            <a:srgbClr val="00B050"/>
                          </a:solidFill>
                        </a:rPr>
                        <a:t>Project</a:t>
                      </a:r>
                      <a:r>
                        <a:rPr lang="en-GB" sz="1100">
                          <a:solidFill>
                            <a:srgbClr val="00B050"/>
                          </a:solidFill>
                        </a:rPr>
                        <a:t> Leader</a:t>
                      </a:r>
                      <a:endParaRPr sz="1100">
                        <a:solidFill>
                          <a:srgbClr val="00B050"/>
                        </a:solidFill>
                      </a:endParaRPr>
                    </a:p>
                  </a:txBody>
                  <a:tcPr marT="34300" marB="34300" marR="68600" marL="6860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David Decouchon</a:t>
                      </a:r>
                      <a:endParaRPr sz="1100">
                        <a:solidFill>
                          <a:srgbClr val="00B050"/>
                        </a:solidFill>
                      </a:endParaRPr>
                    </a:p>
                  </a:txBody>
                  <a:tcPr marT="34300" marB="34300" marR="68600" marL="68600">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Yes</a:t>
                      </a:r>
                      <a:endParaRPr sz="1100">
                        <a:solidFill>
                          <a:srgbClr val="00B050"/>
                        </a:solidFill>
                      </a:endParaRPr>
                    </a:p>
                  </a:txBody>
                  <a:tcPr marT="34300" marB="34300" marR="68600" marL="68600">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Yes</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B cap="flat" cmpd="sng" w="12700">
                      <a:solidFill>
                        <a:schemeClr val="lt1"/>
                      </a:solidFill>
                      <a:prstDash val="solid"/>
                      <a:round/>
                      <a:headEnd len="sm" w="sm" type="none"/>
                      <a:tailEnd len="sm" w="sm" type="none"/>
                    </a:lnB>
                  </a:tcPr>
                </a:tc>
              </a:tr>
              <a:tr h="278150">
                <a:tc>
                  <a:txBody>
                    <a:bodyPr/>
                    <a:lstStyle/>
                    <a:p>
                      <a:pPr indent="0" lvl="0" marL="0" marR="0" rtl="0" algn="l">
                        <a:spcBef>
                          <a:spcPts val="0"/>
                        </a:spcBef>
                        <a:spcAft>
                          <a:spcPts val="0"/>
                        </a:spcAft>
                        <a:buNone/>
                      </a:pPr>
                      <a:r>
                        <a:rPr lang="en-GB" sz="1100">
                          <a:solidFill>
                            <a:srgbClr val="00B050"/>
                          </a:solidFill>
                        </a:rPr>
                        <a:t>Program / support program</a:t>
                      </a:r>
                      <a:r>
                        <a:rPr lang="en-GB" sz="1100">
                          <a:solidFill>
                            <a:srgbClr val="00B050"/>
                          </a:solidFill>
                        </a:rPr>
                        <a:t> / Skywise </a:t>
                      </a:r>
                      <a:r>
                        <a:rPr lang="en-GB" sz="1100">
                          <a:solidFill>
                            <a:srgbClr val="00B050"/>
                          </a:solidFill>
                        </a:rPr>
                        <a:t>representative</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Yves Dupont</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B050"/>
                        </a:buClr>
                        <a:buSzPts val="1400"/>
                        <a:buFont typeface="Arial"/>
                        <a:buNone/>
                      </a:pPr>
                      <a:r>
                        <a:rPr lang="en-GB" sz="1100">
                          <a:solidFill>
                            <a:srgbClr val="00B050"/>
                          </a:solidFill>
                        </a:rPr>
                        <a:t>Yes</a:t>
                      </a:r>
                      <a:endParaRPr sz="1100">
                        <a:solidFill>
                          <a:srgbClr val="00B050"/>
                        </a:solidFill>
                      </a:endParaRPr>
                    </a:p>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N</a:t>
                      </a:r>
                      <a:r>
                        <a:rPr lang="en-GB" sz="1100">
                          <a:solidFill>
                            <a:srgbClr val="00B050"/>
                          </a:solidFill>
                        </a:rPr>
                        <a:t>o</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8150">
                <a:tc>
                  <a:txBody>
                    <a:bodyPr/>
                    <a:lstStyle/>
                    <a:p>
                      <a:pPr indent="0" lvl="0" marL="0" marR="0" rtl="0" algn="l">
                        <a:lnSpc>
                          <a:spcPct val="100000"/>
                        </a:lnSpc>
                        <a:spcBef>
                          <a:spcPts val="0"/>
                        </a:spcBef>
                        <a:spcAft>
                          <a:spcPts val="0"/>
                        </a:spcAft>
                        <a:buClr>
                          <a:srgbClr val="00B050"/>
                        </a:buClr>
                        <a:buSzPts val="1400"/>
                        <a:buFont typeface="Arial"/>
                        <a:buNone/>
                      </a:pPr>
                      <a:r>
                        <a:rPr lang="en-GB" sz="1100">
                          <a:solidFill>
                            <a:srgbClr val="00B050"/>
                          </a:solidFill>
                        </a:rPr>
                        <a:t>Front-End representative / Airtac representative</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B050"/>
                        </a:buClr>
                        <a:buSzPts val="1400"/>
                        <a:buFont typeface="Arial"/>
                        <a:buNone/>
                      </a:pPr>
                      <a:r>
                        <a:rPr lang="en-GB" sz="1100">
                          <a:solidFill>
                            <a:srgbClr val="00B050"/>
                          </a:solidFill>
                        </a:rPr>
                        <a:t>No</a:t>
                      </a:r>
                      <a:endParaRPr sz="1100">
                        <a:solidFill>
                          <a:srgbClr val="00B050"/>
                        </a:solidFill>
                      </a:endParaRPr>
                    </a:p>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No</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8150">
                <a:tc>
                  <a:txBody>
                    <a:bodyPr/>
                    <a:lstStyle/>
                    <a:p>
                      <a:pPr indent="0" lvl="0" marL="0" marR="0" rtl="0" algn="l">
                        <a:lnSpc>
                          <a:spcPct val="100000"/>
                        </a:lnSpc>
                        <a:spcBef>
                          <a:spcPts val="0"/>
                        </a:spcBef>
                        <a:spcAft>
                          <a:spcPts val="0"/>
                        </a:spcAft>
                        <a:buClr>
                          <a:srgbClr val="00B050"/>
                        </a:buClr>
                        <a:buSzPts val="1400"/>
                        <a:buFont typeface="Arial"/>
                        <a:buNone/>
                      </a:pPr>
                      <a:r>
                        <a:rPr lang="en-GB" sz="1100">
                          <a:solidFill>
                            <a:srgbClr val="00B050"/>
                          </a:solidFill>
                        </a:rPr>
                        <a:t>Engineering Customer Support (1SY) focal point</a:t>
                      </a:r>
                      <a:endParaRPr sz="1100">
                        <a:solidFill>
                          <a:srgbClr val="00B050"/>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2"/>
                          </a:solidFill>
                        </a:rPr>
                        <a:t>Marta Díaz</a:t>
                      </a:r>
                      <a:endParaRPr sz="1100">
                        <a:solidFill>
                          <a:schemeClr val="dk2"/>
                        </a:solidFill>
                      </a:endParaRPr>
                    </a:p>
                    <a:p>
                      <a:pPr indent="0" lvl="0" marL="0" marR="0" rtl="0" algn="l">
                        <a:spcBef>
                          <a:spcPts val="0"/>
                        </a:spcBef>
                        <a:spcAft>
                          <a:spcPts val="0"/>
                        </a:spcAft>
                        <a:buNone/>
                      </a:pPr>
                      <a:r>
                        <a:rPr lang="en-GB" sz="1100">
                          <a:solidFill>
                            <a:schemeClr val="dk2"/>
                          </a:solidFill>
                        </a:rPr>
                        <a:t>Julien Benech</a:t>
                      </a:r>
                      <a:endParaRPr sz="1100">
                        <a:solidFill>
                          <a:schemeClr val="dk2"/>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B050"/>
                        </a:buClr>
                        <a:buSzPts val="1400"/>
                        <a:buFont typeface="Arial"/>
                        <a:buNone/>
                      </a:pPr>
                      <a:r>
                        <a:rPr lang="en-GB" sz="1100">
                          <a:solidFill>
                            <a:srgbClr val="00B050"/>
                          </a:solidFill>
                        </a:rPr>
                        <a:t>Yes</a:t>
                      </a:r>
                      <a:endParaRPr sz="1100">
                        <a:solidFill>
                          <a:schemeClr val="dk2"/>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rgbClr val="00B050"/>
                          </a:solidFill>
                        </a:rPr>
                        <a:t>Yes</a:t>
                      </a:r>
                      <a:endParaRPr sz="1100">
                        <a:solidFill>
                          <a:schemeClr val="dk2"/>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chemeClr val="dk2"/>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278150">
                <a:tc>
                  <a:txBody>
                    <a:bodyPr/>
                    <a:lstStyle/>
                    <a:p>
                      <a:pPr indent="0" lvl="0" marL="0" marR="0" rtl="0" algn="l">
                        <a:spcBef>
                          <a:spcPts val="0"/>
                        </a:spcBef>
                        <a:spcAft>
                          <a:spcPts val="0"/>
                        </a:spcAft>
                        <a:buNone/>
                      </a:pPr>
                      <a:r>
                        <a:rPr lang="en-GB" sz="1100">
                          <a:solidFill>
                            <a:schemeClr val="dk2"/>
                          </a:solidFill>
                        </a:rPr>
                        <a:t>Operational expert</a:t>
                      </a:r>
                      <a:endParaRPr sz="1100">
                        <a:solidFill>
                          <a:schemeClr val="dk2"/>
                        </a:solidFill>
                      </a:endParaRPr>
                    </a:p>
                  </a:txBody>
                  <a:tcPr marT="34300" marB="34300" marR="68600" marL="68600">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n-GB" sz="1100">
                          <a:solidFill>
                            <a:schemeClr val="dk2"/>
                          </a:solidFill>
                        </a:rPr>
                        <a:t>Julien Feret</a:t>
                      </a:r>
                      <a:endParaRPr sz="1100">
                        <a:solidFill>
                          <a:schemeClr val="dk2"/>
                        </a:solidFill>
                      </a:endParaRPr>
                    </a:p>
                  </a:txBody>
                  <a:tcPr marT="34300" marB="34300" marR="68600" marL="6860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B050"/>
                        </a:buClr>
                        <a:buSzPts val="1400"/>
                        <a:buFont typeface="Arial"/>
                        <a:buNone/>
                      </a:pPr>
                      <a:r>
                        <a:rPr lang="en-GB" sz="1100">
                          <a:solidFill>
                            <a:schemeClr val="dk2"/>
                          </a:solidFill>
                        </a:rPr>
                        <a:t>No</a:t>
                      </a:r>
                      <a:endParaRPr sz="1100">
                        <a:solidFill>
                          <a:schemeClr val="dk2"/>
                        </a:solidFill>
                      </a:endParaRPr>
                    </a:p>
                  </a:txBody>
                  <a:tcPr marT="34300" marB="34300" marR="68600" marL="68600">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n-GB" sz="1100">
                          <a:solidFill>
                            <a:schemeClr val="dk2"/>
                          </a:solidFill>
                        </a:rPr>
                        <a:t>Yes</a:t>
                      </a:r>
                      <a:endParaRPr sz="1100">
                        <a:solidFill>
                          <a:schemeClr val="dk2"/>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100">
                        <a:solidFill>
                          <a:schemeClr val="dk2"/>
                        </a:solidFill>
                      </a:endParaRPr>
                    </a:p>
                  </a:txBody>
                  <a:tcPr marT="34300" marB="34300" marR="68600" marL="68600">
                    <a:lnL cap="flat" cmpd="sng" w="12700">
                      <a:solidFill>
                        <a:schemeClr val="lt1"/>
                      </a:solidFill>
                      <a:prstDash val="solid"/>
                      <a:round/>
                      <a:headEnd len="sm" w="sm" type="none"/>
                      <a:tailEnd len="sm" w="sm" type="none"/>
                    </a:lnL>
                    <a:lnT cap="flat" cmpd="sng" w="38100">
                      <a:solidFill>
                        <a:schemeClr val="lt1"/>
                      </a:solidFill>
                      <a:prstDash val="solid"/>
                      <a:round/>
                      <a:headEnd len="sm" w="sm" type="none"/>
                      <a:tailEnd len="sm" w="sm" type="none"/>
                    </a:lnT>
                  </a:tcPr>
                </a:tc>
              </a:tr>
              <a:tr h="278150">
                <a:tc>
                  <a:txBody>
                    <a:bodyPr/>
                    <a:lstStyle/>
                    <a:p>
                      <a:pPr indent="0" lvl="0" marL="0" marR="0" rtl="0" algn="l">
                        <a:spcBef>
                          <a:spcPts val="0"/>
                        </a:spcBef>
                        <a:spcAft>
                          <a:spcPts val="0"/>
                        </a:spcAft>
                        <a:buNone/>
                      </a:pPr>
                      <a:r>
                        <a:rPr lang="en-GB" sz="1100">
                          <a:solidFill>
                            <a:schemeClr val="dk2"/>
                          </a:solidFill>
                        </a:rPr>
                        <a:t>Other</a:t>
                      </a:r>
                      <a:endParaRPr sz="1100">
                        <a:solidFill>
                          <a:schemeClr val="dk2"/>
                        </a:solidFill>
                      </a:endParaRPr>
                    </a:p>
                  </a:txBody>
                  <a:tcPr marT="34300" marB="34300" marR="68600" marL="68600"/>
                </a:tc>
                <a:tc>
                  <a:txBody>
                    <a:bodyPr/>
                    <a:lstStyle/>
                    <a:p>
                      <a:pPr indent="0" lvl="0" marL="0" marR="0" rtl="0" algn="l">
                        <a:spcBef>
                          <a:spcPts val="0"/>
                        </a:spcBef>
                        <a:spcAft>
                          <a:spcPts val="0"/>
                        </a:spcAft>
                        <a:buNone/>
                      </a:pPr>
                      <a:r>
                        <a:rPr lang="en-GB" sz="1100">
                          <a:solidFill>
                            <a:schemeClr val="dk2"/>
                          </a:solidFill>
                        </a:rPr>
                        <a:t>Luis Guillermo Amesty</a:t>
                      </a:r>
                      <a:endParaRPr sz="1100">
                        <a:solidFill>
                          <a:schemeClr val="dk2"/>
                        </a:solidFill>
                      </a:endParaRPr>
                    </a:p>
                    <a:p>
                      <a:pPr indent="0" lvl="0" marL="0" marR="0" rtl="0" algn="l">
                        <a:spcBef>
                          <a:spcPts val="0"/>
                        </a:spcBef>
                        <a:spcAft>
                          <a:spcPts val="0"/>
                        </a:spcAft>
                        <a:buNone/>
                      </a:pPr>
                      <a:r>
                        <a:rPr lang="en-GB" sz="1100">
                          <a:solidFill>
                            <a:schemeClr val="dk2"/>
                          </a:solidFill>
                        </a:rPr>
                        <a:t>Víctor Pérez</a:t>
                      </a:r>
                      <a:endParaRPr sz="1100">
                        <a:solidFill>
                          <a:schemeClr val="dk2"/>
                        </a:solidFill>
                      </a:endParaRPr>
                    </a:p>
                  </a:txBody>
                  <a:tcPr marT="34300" marB="34300" marR="68600" marL="68600"/>
                </a:tc>
                <a:tc>
                  <a:txBody>
                    <a:bodyPr/>
                    <a:lstStyle/>
                    <a:p>
                      <a:pPr indent="0" lvl="0" marL="0" marR="0" rtl="0" algn="l">
                        <a:spcBef>
                          <a:spcPts val="0"/>
                        </a:spcBef>
                        <a:spcAft>
                          <a:spcPts val="0"/>
                        </a:spcAft>
                        <a:buNone/>
                      </a:pPr>
                      <a:r>
                        <a:rPr lang="en-GB" sz="1100">
                          <a:solidFill>
                            <a:schemeClr val="dk2"/>
                          </a:solidFill>
                        </a:rPr>
                        <a:t>No</a:t>
                      </a:r>
                      <a:endParaRPr sz="1100">
                        <a:solidFill>
                          <a:schemeClr val="dk2"/>
                        </a:solidFill>
                      </a:endParaRPr>
                    </a:p>
                  </a:txBody>
                  <a:tcPr marT="34300" marB="34300" marR="68600" marL="68600"/>
                </a:tc>
                <a:tc>
                  <a:txBody>
                    <a:bodyPr/>
                    <a:lstStyle/>
                    <a:p>
                      <a:pPr indent="0" lvl="0" marL="0" marR="0" rtl="0" algn="l">
                        <a:spcBef>
                          <a:spcPts val="0"/>
                        </a:spcBef>
                        <a:spcAft>
                          <a:spcPts val="0"/>
                        </a:spcAft>
                        <a:buNone/>
                      </a:pPr>
                      <a:r>
                        <a:rPr lang="en-GB" sz="1100">
                          <a:solidFill>
                            <a:schemeClr val="dk2"/>
                          </a:solidFill>
                        </a:rPr>
                        <a:t>Yes</a:t>
                      </a:r>
                      <a:endParaRPr sz="1100">
                        <a:solidFill>
                          <a:schemeClr val="dk2"/>
                        </a:solidFill>
                      </a:endParaRPr>
                    </a:p>
                  </a:txBody>
                  <a:tcPr marT="34300" marB="34300" marR="68600" marL="68600">
                    <a:lnT cap="flat" cmpd="sng" w="127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t/>
                      </a:r>
                      <a:endParaRPr sz="1100">
                        <a:solidFill>
                          <a:schemeClr val="dk2"/>
                        </a:solidFill>
                      </a:endParaRPr>
                    </a:p>
                  </a:txBody>
                  <a:tcPr marT="34300" marB="34300" marR="68600" marL="68600"/>
                </a:tc>
              </a:tr>
            </a:tbl>
          </a:graphicData>
        </a:graphic>
      </p:graphicFrame>
      <p:sp>
        <p:nvSpPr>
          <p:cNvPr id="252" name="Google Shape;252;p32"/>
          <p:cNvSpPr/>
          <p:nvPr/>
        </p:nvSpPr>
        <p:spPr>
          <a:xfrm rot="-438156">
            <a:off x="5277845" y="80876"/>
            <a:ext cx="2905366" cy="1083387"/>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None/>
            </a:pPr>
            <a:r>
              <a:rPr b="1" i="1" lang="en-GB" sz="1700" cap="none">
                <a:solidFill>
                  <a:schemeClr val="lt2"/>
                </a:solidFill>
                <a:latin typeface="Arial"/>
                <a:ea typeface="Arial"/>
                <a:cs typeface="Arial"/>
                <a:sym typeface="Arial"/>
              </a:rPr>
              <a:t>Review </a:t>
            </a:r>
            <a:r>
              <a:rPr b="1" i="1" lang="en-GB" sz="1700">
                <a:solidFill>
                  <a:schemeClr val="lt2"/>
                </a:solidFill>
                <a:latin typeface="Arial"/>
                <a:ea typeface="Arial"/>
                <a:cs typeface="Arial"/>
                <a:sym typeface="Arial"/>
              </a:rPr>
              <a:t>panel </a:t>
            </a:r>
            <a:r>
              <a:rPr b="1" i="1" lang="en-GB" sz="1700" cap="none">
                <a:solidFill>
                  <a:schemeClr val="lt2"/>
                </a:solidFill>
                <a:latin typeface="Arial"/>
                <a:ea typeface="Arial"/>
                <a:cs typeface="Arial"/>
                <a:sym typeface="Arial"/>
              </a:rPr>
              <a:t>to be filled-in during the review</a:t>
            </a:r>
            <a:endParaRPr b="1" i="1" sz="1700" cap="none">
              <a:solidFill>
                <a:schemeClr val="lt2"/>
              </a:solidFill>
              <a:latin typeface="Arial"/>
              <a:ea typeface="Arial"/>
              <a:cs typeface="Arial"/>
              <a:sym typeface="Arial"/>
            </a:endParaRPr>
          </a:p>
        </p:txBody>
      </p:sp>
      <p:sp>
        <p:nvSpPr>
          <p:cNvPr id="253" name="Google Shape;253;p32"/>
          <p:cNvSpPr txBox="1"/>
          <p:nvPr/>
        </p:nvSpPr>
        <p:spPr>
          <a:xfrm>
            <a:off x="332525" y="4064400"/>
            <a:ext cx="7852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300"/>
              <a:t>https://docs.google.com/spreadsheets/d/1BqkbXOJ0Fee0x02uknPpDGtD7AvLByUnLOq8a88YaGs/</a:t>
            </a:r>
            <a:endParaRPr i="1" sz="1300"/>
          </a:p>
        </p:txBody>
      </p:sp>
      <p:sp>
        <p:nvSpPr>
          <p:cNvPr id="254" name="Google Shape;254;p32"/>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graphicFrame>
        <p:nvGraphicFramePr>
          <p:cNvPr id="259" name="Google Shape;259;p33"/>
          <p:cNvGraphicFramePr/>
          <p:nvPr/>
        </p:nvGraphicFramePr>
        <p:xfrm>
          <a:off x="272038" y="1319225"/>
          <a:ext cx="3000000" cy="3000000"/>
        </p:xfrm>
        <a:graphic>
          <a:graphicData uri="http://schemas.openxmlformats.org/drawingml/2006/table">
            <a:tbl>
              <a:tblPr>
                <a:noFill/>
                <a:tableStyleId>{8F24702C-2A23-46A4-A5C5-EC84ED24D2E6}</a:tableStyleId>
              </a:tblPr>
              <a:tblGrid>
                <a:gridCol w="1309175"/>
                <a:gridCol w="1213825"/>
                <a:gridCol w="488475"/>
                <a:gridCol w="571900"/>
                <a:gridCol w="1688625"/>
                <a:gridCol w="1565700"/>
                <a:gridCol w="1695075"/>
              </a:tblGrid>
              <a:tr h="396200">
                <a:tc>
                  <a:txBody>
                    <a:bodyPr/>
                    <a:lstStyle/>
                    <a:p>
                      <a:pPr indent="0" lvl="0" marL="0" rtl="0" algn="l">
                        <a:spcBef>
                          <a:spcPts val="0"/>
                        </a:spcBef>
                        <a:spcAft>
                          <a:spcPts val="0"/>
                        </a:spcAft>
                        <a:buNone/>
                      </a:pPr>
                      <a:r>
                        <a:rPr lang="en-GB" sz="1200"/>
                        <a:t>Jira</a:t>
                      </a:r>
                      <a:endParaRPr sz="1200"/>
                    </a:p>
                  </a:txBody>
                  <a:tcPr marT="91425" marB="91425" marR="91425" marL="91425">
                    <a:solidFill>
                      <a:srgbClr val="C9DAF8"/>
                    </a:solidFill>
                  </a:tcPr>
                </a:tc>
                <a:tc>
                  <a:txBody>
                    <a:bodyPr/>
                    <a:lstStyle/>
                    <a:p>
                      <a:pPr indent="0" lvl="0" marL="0" rtl="0" algn="l">
                        <a:spcBef>
                          <a:spcPts val="0"/>
                        </a:spcBef>
                        <a:spcAft>
                          <a:spcPts val="0"/>
                        </a:spcAft>
                        <a:buNone/>
                      </a:pPr>
                      <a:r>
                        <a:rPr lang="en-GB" sz="1200"/>
                        <a:t>Model </a:t>
                      </a:r>
                      <a:r>
                        <a:rPr lang="en-GB" sz="1200"/>
                        <a:t>Version</a:t>
                      </a:r>
                      <a:endParaRPr sz="1200"/>
                    </a:p>
                  </a:txBody>
                  <a:tcPr marT="91425" marB="91425" marR="91425" marL="91425">
                    <a:solidFill>
                      <a:srgbClr val="C9DAF8"/>
                    </a:solidFill>
                  </a:tcPr>
                </a:tc>
                <a:tc>
                  <a:txBody>
                    <a:bodyPr/>
                    <a:lstStyle/>
                    <a:p>
                      <a:pPr indent="0" lvl="0" marL="0" rtl="0" algn="l">
                        <a:spcBef>
                          <a:spcPts val="0"/>
                        </a:spcBef>
                        <a:spcAft>
                          <a:spcPts val="0"/>
                        </a:spcAft>
                        <a:buNone/>
                      </a:pPr>
                      <a:r>
                        <a:rPr lang="en-GB" sz="1200"/>
                        <a:t>Tag</a:t>
                      </a:r>
                      <a:endParaRPr sz="1200"/>
                    </a:p>
                  </a:txBody>
                  <a:tcPr marT="91425" marB="91425" marR="91425" marL="91425">
                    <a:solidFill>
                      <a:srgbClr val="C9DAF8"/>
                    </a:solidFill>
                  </a:tcPr>
                </a:tc>
                <a:tc>
                  <a:txBody>
                    <a:bodyPr/>
                    <a:lstStyle/>
                    <a:p>
                      <a:pPr indent="0" lvl="0" marL="0" rtl="0" algn="l">
                        <a:spcBef>
                          <a:spcPts val="0"/>
                        </a:spcBef>
                        <a:spcAft>
                          <a:spcPts val="0"/>
                        </a:spcAft>
                        <a:buNone/>
                      </a:pPr>
                      <a:r>
                        <a:rPr lang="en-GB" sz="1200"/>
                        <a:t>Moca</a:t>
                      </a:r>
                      <a:endParaRPr sz="1200"/>
                    </a:p>
                  </a:txBody>
                  <a:tcPr marT="91425" marB="91425" marR="91425" marL="91425">
                    <a:solidFill>
                      <a:srgbClr val="C9DAF8"/>
                    </a:solidFill>
                  </a:tcPr>
                </a:tc>
                <a:tc>
                  <a:txBody>
                    <a:bodyPr/>
                    <a:lstStyle/>
                    <a:p>
                      <a:pPr indent="0" lvl="0" marL="0" rtl="0" algn="l">
                        <a:spcBef>
                          <a:spcPts val="0"/>
                        </a:spcBef>
                        <a:spcAft>
                          <a:spcPts val="0"/>
                        </a:spcAft>
                        <a:buNone/>
                      </a:pPr>
                      <a:r>
                        <a:rPr lang="en-GB" sz="1200"/>
                        <a:t>Specification</a:t>
                      </a:r>
                      <a:endParaRPr sz="1200"/>
                    </a:p>
                  </a:txBody>
                  <a:tcPr marT="91425" marB="91425" marR="91425" marL="91425">
                    <a:solidFill>
                      <a:srgbClr val="C9DAF8"/>
                    </a:solidFill>
                  </a:tcPr>
                </a:tc>
                <a:tc>
                  <a:txBody>
                    <a:bodyPr/>
                    <a:lstStyle/>
                    <a:p>
                      <a:pPr indent="0" lvl="0" marL="0" rtl="0" algn="l">
                        <a:spcBef>
                          <a:spcPts val="0"/>
                        </a:spcBef>
                        <a:spcAft>
                          <a:spcPts val="0"/>
                        </a:spcAft>
                        <a:buNone/>
                      </a:pPr>
                      <a:r>
                        <a:rPr lang="en-GB" sz="1200"/>
                        <a:t>Version description</a:t>
                      </a:r>
                      <a:endParaRPr sz="1200"/>
                    </a:p>
                  </a:txBody>
                  <a:tcPr marT="91425" marB="91425" marR="91425" marL="91425">
                    <a:solidFill>
                      <a:srgbClr val="C9DAF8"/>
                    </a:solidFill>
                  </a:tcPr>
                </a:tc>
                <a:tc>
                  <a:txBody>
                    <a:bodyPr/>
                    <a:lstStyle/>
                    <a:p>
                      <a:pPr indent="0" lvl="0" marL="0" rtl="0" algn="l">
                        <a:spcBef>
                          <a:spcPts val="0"/>
                        </a:spcBef>
                        <a:spcAft>
                          <a:spcPts val="0"/>
                        </a:spcAft>
                        <a:buNone/>
                      </a:pPr>
                      <a:r>
                        <a:rPr lang="en-GB" sz="1200"/>
                        <a:t>Deployment date</a:t>
                      </a:r>
                      <a:endParaRPr sz="1200"/>
                    </a:p>
                  </a:txBody>
                  <a:tcPr marT="91425" marB="91425" marR="91425" marL="91425">
                    <a:solidFill>
                      <a:srgbClr val="C9DAF8"/>
                    </a:solidFill>
                  </a:tcPr>
                </a:tc>
              </a:tr>
              <a:tr h="396200">
                <a:tc>
                  <a:txBody>
                    <a:bodyPr/>
                    <a:lstStyle/>
                    <a:p>
                      <a:pPr indent="0" lvl="0" marL="0" rtl="0" algn="l">
                        <a:spcBef>
                          <a:spcPts val="0"/>
                        </a:spcBef>
                        <a:spcAft>
                          <a:spcPts val="0"/>
                        </a:spcAft>
                        <a:buNone/>
                      </a:pPr>
                      <a:r>
                        <a:rPr lang="en-GB" sz="1000" u="sng">
                          <a:solidFill>
                            <a:schemeClr val="hlink"/>
                          </a:solidFill>
                          <a:hlinkClick r:id="rId3"/>
                        </a:rPr>
                        <a:t>SBAOG001-8423</a:t>
                      </a:r>
                      <a:endParaRPr sz="1000"/>
                    </a:p>
                  </a:txBody>
                  <a:tcPr marT="91425" marB="91425" marR="91425" marL="91425" anchor="ctr"/>
                </a:tc>
                <a:tc>
                  <a:txBody>
                    <a:bodyPr/>
                    <a:lstStyle/>
                    <a:p>
                      <a:pPr indent="0" lvl="0" marL="0" rtl="0" algn="l">
                        <a:spcBef>
                          <a:spcPts val="0"/>
                        </a:spcBef>
                        <a:spcAft>
                          <a:spcPts val="0"/>
                        </a:spcAft>
                        <a:buNone/>
                      </a:pPr>
                      <a:r>
                        <a:rPr lang="en-GB" sz="1000"/>
                        <a:t>v1.0</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rPr lang="en-GB" sz="1000" u="sng">
                          <a:solidFill>
                            <a:schemeClr val="hlink"/>
                          </a:solidFill>
                          <a:hlinkClick r:id="rId4"/>
                        </a:rPr>
                        <a:t>v1.7</a:t>
                      </a:r>
                      <a:endParaRPr sz="1000"/>
                    </a:p>
                  </a:txBody>
                  <a:tcPr marT="91425" marB="91425" marR="91425" marL="91425" anchor="ctr"/>
                </a:tc>
                <a:tc>
                  <a:txBody>
                    <a:bodyPr/>
                    <a:lstStyle/>
                    <a:p>
                      <a:pPr indent="0" lvl="0" marL="0" rtl="0" algn="l">
                        <a:spcBef>
                          <a:spcPts val="0"/>
                        </a:spcBef>
                        <a:spcAft>
                          <a:spcPts val="0"/>
                        </a:spcAft>
                        <a:buNone/>
                      </a:pPr>
                      <a:r>
                        <a:rPr lang="en-GB" sz="1000" u="sng">
                          <a:solidFill>
                            <a:schemeClr val="hlink"/>
                          </a:solidFill>
                          <a:hlinkClick r:id="rId5"/>
                        </a:rPr>
                        <a:t>A350 PCE Leakage Monitoring Specification</a:t>
                      </a:r>
                      <a:endParaRPr sz="1000"/>
                    </a:p>
                  </a:txBody>
                  <a:tcPr marT="91425" marB="91425" marR="91425" marL="91425" anchor="ctr"/>
                </a:tc>
                <a:tc>
                  <a:txBody>
                    <a:bodyPr/>
                    <a:lstStyle/>
                    <a:p>
                      <a:pPr indent="0" lvl="0" marL="0" rtl="0" algn="l">
                        <a:spcBef>
                          <a:spcPts val="0"/>
                        </a:spcBef>
                        <a:spcAft>
                          <a:spcPts val="0"/>
                        </a:spcAft>
                        <a:buNone/>
                      </a:pPr>
                      <a:r>
                        <a:rPr lang="en-GB" sz="1000"/>
                        <a:t>First version</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r>
              <a:tr h="381000">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r>
              <a:tr h="381000">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r>
              <a:tr h="381000">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c>
                  <a:txBody>
                    <a:bodyPr/>
                    <a:lstStyle/>
                    <a:p>
                      <a:pPr indent="0" lvl="0" marL="0" rtl="0" algn="l">
                        <a:spcBef>
                          <a:spcPts val="0"/>
                        </a:spcBef>
                        <a:spcAft>
                          <a:spcPts val="0"/>
                        </a:spcAft>
                        <a:buNone/>
                      </a:pPr>
                      <a:r>
                        <a:t/>
                      </a:r>
                      <a:endParaRPr sz="1000"/>
                    </a:p>
                  </a:txBody>
                  <a:tcPr marT="91425" marB="91425" marR="91425" marL="91425" anchor="ctr"/>
                </a:tc>
              </a:tr>
            </a:tbl>
          </a:graphicData>
        </a:graphic>
      </p:graphicFrame>
      <p:sp>
        <p:nvSpPr>
          <p:cNvPr id="260" name="Google Shape;260;p33"/>
          <p:cNvSpPr txBox="1"/>
          <p:nvPr/>
        </p:nvSpPr>
        <p:spPr>
          <a:xfrm>
            <a:off x="267900" y="771525"/>
            <a:ext cx="665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alibri"/>
                <a:ea typeface="Calibri"/>
                <a:cs typeface="Calibri"/>
                <a:sym typeface="Calibri"/>
              </a:rPr>
              <a:t>ATA36_XWB_PCE_LEAKAGE_MONITORING_M0</a:t>
            </a:r>
            <a:endParaRPr>
              <a:latin typeface="Calibri"/>
              <a:ea typeface="Calibri"/>
              <a:cs typeface="Calibri"/>
              <a:sym typeface="Calibri"/>
            </a:endParaRPr>
          </a:p>
        </p:txBody>
      </p:sp>
      <p:sp>
        <p:nvSpPr>
          <p:cNvPr id="261" name="Google Shape;261;p33"/>
          <p:cNvSpPr/>
          <p:nvPr/>
        </p:nvSpPr>
        <p:spPr>
          <a:xfrm>
            <a:off x="242950" y="178824"/>
            <a:ext cx="3432600" cy="399900"/>
          </a:xfrm>
          <a:prstGeom prst="roundRect">
            <a:avLst>
              <a:gd fmla="val 16667" name="adj"/>
            </a:avLst>
          </a:prstGeom>
          <a:solidFill>
            <a:schemeClr val="dk2"/>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history</a:t>
            </a:r>
            <a:endParaRPr b="1" i="0" sz="1600" u="none" cap="none" strike="noStrike">
              <a:solidFill>
                <a:schemeClr val="lt1"/>
              </a:solidFill>
              <a:latin typeface="Arial"/>
              <a:ea typeface="Arial"/>
              <a:cs typeface="Arial"/>
              <a:sym typeface="Arial"/>
            </a:endParaRPr>
          </a:p>
        </p:txBody>
      </p:sp>
      <p:sp>
        <p:nvSpPr>
          <p:cNvPr id="262" name="Google Shape;262;p33"/>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
        <p:nvSpPr>
          <p:cNvPr id="263" name="Google Shape;263;p33"/>
          <p:cNvSpPr txBox="1"/>
          <p:nvPr/>
        </p:nvSpPr>
        <p:spPr>
          <a:xfrm>
            <a:off x="194425" y="3995125"/>
            <a:ext cx="868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a:t>* For a model update, link to the previous model deployment review to be provided</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nvSpPr>
        <p:spPr>
          <a:xfrm>
            <a:off x="95150" y="731525"/>
            <a:ext cx="4723200" cy="38790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GB" sz="1000">
                <a:solidFill>
                  <a:schemeClr val="dk1"/>
                </a:solidFill>
              </a:rPr>
              <a:t>PURPOSE:</a:t>
            </a:r>
            <a:endParaRPr b="1"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Several reported damages on Engine Thrust Reverser Thermal Blanket and Pylon Thermal Blanket due to PCE (pre-cooler exchanger) leaks.</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root cause is an accelerated thermal fatigue caused by additional thermal cycles due to IP-HP switchings in cruise phase not foreseen in the design phase and a PCE leakage velocity above Thermal Blanket qualification levels.</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Leaks in the PCE could damage the thermal blankets.</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model objective is to detect leaky PCE by measuring the depressurization time.</a:t>
            </a:r>
            <a:endParaRPr sz="1000">
              <a:solidFill>
                <a:schemeClr val="dk1"/>
              </a:solidFill>
            </a:endParaRPr>
          </a:p>
          <a:p>
            <a:pPr indent="0" lvl="0" marL="45720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GB" sz="1000">
                <a:solidFill>
                  <a:schemeClr val="dk1"/>
                </a:solidFill>
              </a:rPr>
              <a:t>SYSTEM DESCRIPTION:</a:t>
            </a:r>
            <a:endParaRPr b="1"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PCE is used to reduce the temperature of engine bleed, before feeding it to the Air Generation Unit.</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If hot air leaks from PCE it can damage the other components inside the pylon.</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No active sensor is available to detect air leak from PCE.</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At the end of engine start sequence pressurized air from APU is encapsulated in closed volume between MPV, OPSOV and SAV as highlighted in purple in the system diagram below.</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PM1 sensor can be used to measure the pressure of this volume .</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Small leaks are normal because the volume is not hermetic and the pressure is reduced gradually. However, in case of leaky PCE the air pressure drops drastically.</a:t>
            </a:r>
            <a:endParaRPr i="1">
              <a:solidFill>
                <a:srgbClr val="888888"/>
              </a:solidFill>
            </a:endParaRPr>
          </a:p>
        </p:txBody>
      </p:sp>
      <p:sp>
        <p:nvSpPr>
          <p:cNvPr id="269" name="Google Shape;269;p34"/>
          <p:cNvSpPr/>
          <p:nvPr/>
        </p:nvSpPr>
        <p:spPr>
          <a:xfrm>
            <a:off x="242950" y="178824"/>
            <a:ext cx="3432600" cy="399900"/>
          </a:xfrm>
          <a:prstGeom prst="roundRect">
            <a:avLst>
              <a:gd fmla="val 16667" name="adj"/>
            </a:avLst>
          </a:prstGeom>
          <a:solidFill>
            <a:schemeClr val="dk2"/>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description</a:t>
            </a:r>
            <a:endParaRPr b="1" i="0" sz="1600" u="none" cap="none" strike="noStrike">
              <a:solidFill>
                <a:schemeClr val="lt1"/>
              </a:solidFill>
              <a:latin typeface="Arial"/>
              <a:ea typeface="Arial"/>
              <a:cs typeface="Arial"/>
              <a:sym typeface="Arial"/>
            </a:endParaRPr>
          </a:p>
        </p:txBody>
      </p:sp>
      <p:sp>
        <p:nvSpPr>
          <p:cNvPr id="270" name="Google Shape;270;p34"/>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pic>
        <p:nvPicPr>
          <p:cNvPr id="271" name="Google Shape;271;p34"/>
          <p:cNvPicPr preferRelativeResize="0"/>
          <p:nvPr/>
        </p:nvPicPr>
        <p:blipFill>
          <a:blip r:embed="rId3">
            <a:alphaModFix/>
          </a:blip>
          <a:stretch>
            <a:fillRect/>
          </a:stretch>
        </p:blipFill>
        <p:spPr>
          <a:xfrm>
            <a:off x="4963300" y="731525"/>
            <a:ext cx="3997913" cy="3879000"/>
          </a:xfrm>
          <a:prstGeom prst="rect">
            <a:avLst/>
          </a:prstGeom>
          <a:noFill/>
          <a:ln cap="flat" cmpd="sng" w="19050">
            <a:solidFill>
              <a:srgbClr val="9E9E9E"/>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nvSpPr>
        <p:spPr>
          <a:xfrm>
            <a:off x="242950" y="709350"/>
            <a:ext cx="8558700" cy="34170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GB" sz="1000">
                <a:solidFill>
                  <a:schemeClr val="dk1"/>
                </a:solidFill>
              </a:rPr>
              <a:t>FAILURE MODE:</a:t>
            </a:r>
            <a:endParaRPr b="1"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Cracks in the PCE lead to faster depressurization of the air inside the volume. The air leaking from the PCE may damage the thermal blankets.</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There is no Failure Message related to a leak in the PCE. The only way to confirm a leaky PCE is to perform a Leak Test to the component and check the status of the Thermal Blankets.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GB" sz="1000">
                <a:solidFill>
                  <a:schemeClr val="dk1"/>
                </a:solidFill>
              </a:rPr>
              <a:t>DATA SOURCE:</a:t>
            </a:r>
            <a:endParaRPr b="1"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SAR Channel 17</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GB" sz="1000">
                <a:solidFill>
                  <a:schemeClr val="dk1"/>
                </a:solidFill>
              </a:rPr>
              <a:t>MODEL LOGIC:</a:t>
            </a:r>
            <a:endParaRPr b="1"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model monitors the time it takes to PM1 to reduce 15 psi of pressure with the following conditions:</a:t>
            </a:r>
            <a:endParaRPr sz="1000">
              <a:solidFill>
                <a:schemeClr val="dk1"/>
              </a:solidFill>
            </a:endParaRPr>
          </a:p>
          <a:p>
            <a:pPr indent="-292100" lvl="1" marL="914400" rtl="0" algn="l">
              <a:spcBef>
                <a:spcPts val="0"/>
              </a:spcBef>
              <a:spcAft>
                <a:spcPts val="0"/>
              </a:spcAft>
              <a:buClr>
                <a:schemeClr val="dk1"/>
              </a:buClr>
              <a:buSzPts val="1000"/>
              <a:buChar char="○"/>
            </a:pPr>
            <a:r>
              <a:rPr lang="en-GB" sz="1000">
                <a:solidFill>
                  <a:schemeClr val="dk1"/>
                </a:solidFill>
              </a:rPr>
              <a:t>PM1 between 30 psig and 15 psig</a:t>
            </a:r>
            <a:endParaRPr sz="1000">
              <a:solidFill>
                <a:schemeClr val="dk1"/>
              </a:solidFill>
            </a:endParaRPr>
          </a:p>
          <a:p>
            <a:pPr indent="-292100" lvl="1" marL="914400" rtl="0" algn="l">
              <a:spcBef>
                <a:spcPts val="0"/>
              </a:spcBef>
              <a:spcAft>
                <a:spcPts val="0"/>
              </a:spcAft>
              <a:buClr>
                <a:schemeClr val="dk1"/>
              </a:buClr>
              <a:buSzPts val="1000"/>
              <a:buChar char="○"/>
            </a:pPr>
            <a:r>
              <a:rPr lang="en-GB" sz="1000">
                <a:solidFill>
                  <a:schemeClr val="dk1"/>
                </a:solidFill>
              </a:rPr>
              <a:t>HP6 between 20 psi and 80 psi</a:t>
            </a:r>
            <a:endParaRPr sz="1000">
              <a:solidFill>
                <a:schemeClr val="dk1"/>
              </a:solidFill>
            </a:endParaRPr>
          </a:p>
          <a:p>
            <a:pPr indent="-292100" lvl="1" marL="914400" rtl="0" algn="l">
              <a:spcBef>
                <a:spcPts val="0"/>
              </a:spcBef>
              <a:spcAft>
                <a:spcPts val="0"/>
              </a:spcAft>
              <a:buClr>
                <a:schemeClr val="dk1"/>
              </a:buClr>
              <a:buSzPts val="1000"/>
              <a:buChar char="○"/>
            </a:pPr>
            <a:r>
              <a:rPr lang="en-GB" sz="1000">
                <a:solidFill>
                  <a:schemeClr val="dk1"/>
                </a:solidFill>
              </a:rPr>
              <a:t>Engine Started less than 30 seconds ago</a:t>
            </a:r>
            <a:endParaRPr sz="1000">
              <a:solidFill>
                <a:schemeClr val="dk1"/>
              </a:solidFill>
            </a:endParaRPr>
          </a:p>
          <a:p>
            <a:pPr indent="-292100" lvl="1" marL="914400" rtl="0" algn="l">
              <a:spcBef>
                <a:spcPts val="0"/>
              </a:spcBef>
              <a:spcAft>
                <a:spcPts val="0"/>
              </a:spcAft>
              <a:buClr>
                <a:schemeClr val="dk1"/>
              </a:buClr>
              <a:buSzPts val="1000"/>
              <a:buChar char="○"/>
            </a:pPr>
            <a:r>
              <a:rPr lang="en-GB" sz="1000">
                <a:solidFill>
                  <a:schemeClr val="dk1"/>
                </a:solidFill>
              </a:rPr>
              <a:t>APU Bleed Valve open</a:t>
            </a:r>
            <a:endParaRPr sz="1000">
              <a:solidFill>
                <a:schemeClr val="dk1"/>
              </a:solidFill>
            </a:endParaRPr>
          </a:p>
          <a:p>
            <a:pPr indent="-292100" lvl="1" marL="914400" rtl="0" algn="l">
              <a:spcBef>
                <a:spcPts val="0"/>
              </a:spcBef>
              <a:spcAft>
                <a:spcPts val="0"/>
              </a:spcAft>
              <a:buClr>
                <a:schemeClr val="dk1"/>
              </a:buClr>
              <a:buSzPts val="1000"/>
              <a:buChar char="○"/>
            </a:pPr>
            <a:r>
              <a:rPr lang="en-GB" sz="1000">
                <a:solidFill>
                  <a:schemeClr val="dk1"/>
                </a:solidFill>
              </a:rPr>
              <a:t>Over-Pressure Shut Off Valve (OPSOV) is closed or closes during the monitoring window.</a:t>
            </a:r>
            <a:endParaRPr sz="1000">
              <a:solidFill>
                <a:schemeClr val="dk1"/>
              </a:solidFill>
            </a:endParaRPr>
          </a:p>
          <a:p>
            <a:pPr indent="0" lvl="0" marL="914400" rtl="0" algn="l">
              <a:spcBef>
                <a:spcPts val="0"/>
              </a:spcBef>
              <a:spcAft>
                <a:spcPts val="0"/>
              </a:spcAft>
              <a:buNone/>
            </a:pPr>
            <a:r>
              <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If the pressure drop is less than 3 psig or the depressurization rate is less than 0 psig/second, the monitoring window is considered invalid.</a:t>
            </a:r>
            <a:endParaRPr sz="1000">
              <a:solidFill>
                <a:schemeClr val="dk1"/>
              </a:solidFill>
            </a:endParaRPr>
          </a:p>
          <a:p>
            <a:pPr indent="0" lvl="0" marL="457200" rtl="0" algn="l">
              <a:spcBef>
                <a:spcPts val="0"/>
              </a:spcBef>
              <a:spcAft>
                <a:spcPts val="0"/>
              </a:spcAft>
              <a:buNone/>
            </a:pPr>
            <a:r>
              <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If there are more than 3 events in the last 5 flights with a depressurization time </a:t>
            </a:r>
            <a:r>
              <a:rPr b="1" lang="en-GB" sz="1000">
                <a:solidFill>
                  <a:schemeClr val="dk1"/>
                </a:solidFill>
              </a:rPr>
              <a:t>below 3 seconds</a:t>
            </a:r>
            <a:r>
              <a:rPr lang="en-GB" sz="1000">
                <a:solidFill>
                  <a:schemeClr val="dk1"/>
                </a:solidFill>
              </a:rPr>
              <a:t>, the model triggers a </a:t>
            </a:r>
            <a:r>
              <a:rPr b="1" lang="en-GB" sz="1000">
                <a:solidFill>
                  <a:schemeClr val="dk1"/>
                </a:solidFill>
              </a:rPr>
              <a:t>MEDIUM LEAK</a:t>
            </a:r>
            <a:r>
              <a:rPr lang="en-GB" sz="1000">
                <a:solidFill>
                  <a:schemeClr val="dk1"/>
                </a:solidFill>
              </a:rPr>
              <a:t> alert.</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If there are more than 3 events in the last 5 flights with a depressurization time </a:t>
            </a:r>
            <a:r>
              <a:rPr b="1" lang="en-GB" sz="1000">
                <a:solidFill>
                  <a:schemeClr val="dk1"/>
                </a:solidFill>
              </a:rPr>
              <a:t>below 1 seconds</a:t>
            </a:r>
            <a:r>
              <a:rPr lang="en-GB" sz="1000">
                <a:solidFill>
                  <a:schemeClr val="dk1"/>
                </a:solidFill>
              </a:rPr>
              <a:t>, the model triggers a </a:t>
            </a:r>
            <a:r>
              <a:rPr b="1" lang="en-GB" sz="1000">
                <a:solidFill>
                  <a:schemeClr val="dk1"/>
                </a:solidFill>
              </a:rPr>
              <a:t>HIGH LEAK</a:t>
            </a:r>
            <a:r>
              <a:rPr lang="en-GB" sz="1000">
                <a:solidFill>
                  <a:schemeClr val="dk1"/>
                </a:solidFill>
              </a:rPr>
              <a:t> alert.</a:t>
            </a:r>
            <a:endParaRPr sz="1000">
              <a:solidFill>
                <a:schemeClr val="dk1"/>
              </a:solidFill>
            </a:endParaRPr>
          </a:p>
        </p:txBody>
      </p:sp>
      <p:sp>
        <p:nvSpPr>
          <p:cNvPr id="277" name="Google Shape;277;p35"/>
          <p:cNvSpPr/>
          <p:nvPr/>
        </p:nvSpPr>
        <p:spPr>
          <a:xfrm>
            <a:off x="242950" y="178824"/>
            <a:ext cx="3432600" cy="399900"/>
          </a:xfrm>
          <a:prstGeom prst="roundRect">
            <a:avLst>
              <a:gd fmla="val 16667" name="adj"/>
            </a:avLst>
          </a:prstGeom>
          <a:solidFill>
            <a:schemeClr val="dk2"/>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description</a:t>
            </a:r>
            <a:endParaRPr b="1" i="0" sz="1600" u="none" cap="none" strike="noStrike">
              <a:solidFill>
                <a:schemeClr val="lt1"/>
              </a:solidFill>
              <a:latin typeface="Arial"/>
              <a:ea typeface="Arial"/>
              <a:cs typeface="Arial"/>
              <a:sym typeface="Arial"/>
            </a:endParaRPr>
          </a:p>
        </p:txBody>
      </p:sp>
      <p:sp>
        <p:nvSpPr>
          <p:cNvPr id="278" name="Google Shape;278;p35"/>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aphicFrame>
        <p:nvGraphicFramePr>
          <p:cNvPr id="283" name="Google Shape;283;p36"/>
          <p:cNvGraphicFramePr/>
          <p:nvPr/>
        </p:nvGraphicFramePr>
        <p:xfrm>
          <a:off x="250563" y="871060"/>
          <a:ext cx="3000000" cy="3000000"/>
        </p:xfrm>
        <a:graphic>
          <a:graphicData uri="http://schemas.openxmlformats.org/drawingml/2006/table">
            <a:tbl>
              <a:tblPr>
                <a:noFill/>
                <a:tableStyleId>{8F24702C-2A23-46A4-A5C5-EC84ED24D2E6}</a:tableStyleId>
              </a:tblPr>
              <a:tblGrid>
                <a:gridCol w="1794100"/>
                <a:gridCol w="2659625"/>
                <a:gridCol w="1721100"/>
                <a:gridCol w="2468025"/>
              </a:tblGrid>
              <a:tr h="387050">
                <a:tc>
                  <a:txBody>
                    <a:bodyPr/>
                    <a:lstStyle/>
                    <a:p>
                      <a:pPr indent="0" lvl="0" marL="0" rtl="0" algn="ctr">
                        <a:spcBef>
                          <a:spcPts val="0"/>
                        </a:spcBef>
                        <a:spcAft>
                          <a:spcPts val="0"/>
                        </a:spcAft>
                        <a:buNone/>
                      </a:pPr>
                      <a:r>
                        <a:rPr b="1" lang="en-GB" sz="1000">
                          <a:solidFill>
                            <a:schemeClr val="dk1"/>
                          </a:solidFill>
                        </a:rPr>
                        <a:t>Program</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A350</a:t>
                      </a:r>
                      <a:endParaRPr b="1" sz="1000">
                        <a:solidFill>
                          <a:schemeClr val="dk1"/>
                        </a:solidFill>
                      </a:endParaRPr>
                    </a:p>
                  </a:txBody>
                  <a:tcPr marT="91425" marB="91425" marR="91425" marL="91425" anchor="ctr"/>
                </a:tc>
                <a:tc>
                  <a:txBody>
                    <a:bodyPr/>
                    <a:lstStyle/>
                    <a:p>
                      <a:pPr indent="0" lvl="0" marL="0" rtl="0" algn="ctr">
                        <a:spcBef>
                          <a:spcPts val="0"/>
                        </a:spcBef>
                        <a:spcAft>
                          <a:spcPts val="0"/>
                        </a:spcAft>
                        <a:buNone/>
                      </a:pPr>
                      <a:r>
                        <a:rPr b="1" lang="en-GB" sz="1000">
                          <a:solidFill>
                            <a:schemeClr val="dk1"/>
                          </a:solidFill>
                        </a:rPr>
                        <a:t>Engine Type</a:t>
                      </a:r>
                      <a:endParaRPr b="1" sz="1000">
                        <a:solidFill>
                          <a:schemeClr val="dk1"/>
                        </a:solidFill>
                      </a:endParaRPr>
                    </a:p>
                  </a:txBody>
                  <a:tcPr marT="91425" marB="91425" marR="91425" marL="91425" anchor="ctr">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ALL</a:t>
                      </a:r>
                      <a:endParaRPr b="1" sz="1000"/>
                    </a:p>
                  </a:txBody>
                  <a:tcPr marT="91425" marB="91425" marR="91425" marL="91425" anchor="ctr"/>
                </a:tc>
              </a:tr>
              <a:tr h="323950">
                <a:tc>
                  <a:txBody>
                    <a:bodyPr/>
                    <a:lstStyle/>
                    <a:p>
                      <a:pPr indent="0" lvl="0" marL="0" rtl="0" algn="ctr">
                        <a:spcBef>
                          <a:spcPts val="0"/>
                        </a:spcBef>
                        <a:spcAft>
                          <a:spcPts val="0"/>
                        </a:spcAft>
                        <a:buNone/>
                      </a:pPr>
                      <a:r>
                        <a:rPr b="1" lang="en-GB" sz="1000">
                          <a:solidFill>
                            <a:schemeClr val="dk1"/>
                          </a:solidFill>
                        </a:rPr>
                        <a:t>APU type</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ALL</a:t>
                      </a:r>
                      <a:endParaRPr b="1" sz="1000">
                        <a:solidFill>
                          <a:schemeClr val="dk1"/>
                        </a:solidFill>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GB" sz="1000">
                          <a:solidFill>
                            <a:schemeClr val="dk1"/>
                          </a:solidFill>
                        </a:rPr>
                        <a:t>ATA6D</a:t>
                      </a:r>
                      <a:endParaRPr b="1"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361162</a:t>
                      </a:r>
                      <a:endParaRPr b="1" sz="1000"/>
                    </a:p>
                  </a:txBody>
                  <a:tcPr marT="91425" marB="91425" marR="91425" marL="91425" anchor="ctr">
                    <a:lnL cap="flat" cmpd="sng" w="9525">
                      <a:solidFill>
                        <a:srgbClr val="9E9E9E"/>
                      </a:solidFill>
                      <a:prstDash val="solid"/>
                      <a:round/>
                      <a:headEnd len="sm" w="sm" type="none"/>
                      <a:tailEnd len="sm" w="sm" type="none"/>
                    </a:lnL>
                  </a:tcPr>
                </a:tc>
              </a:tr>
              <a:tr h="323950">
                <a:tc>
                  <a:txBody>
                    <a:bodyPr/>
                    <a:lstStyle/>
                    <a:p>
                      <a:pPr indent="0" lvl="0" marL="0" rtl="0" algn="ctr">
                        <a:spcBef>
                          <a:spcPts val="0"/>
                        </a:spcBef>
                        <a:spcAft>
                          <a:spcPts val="0"/>
                        </a:spcAft>
                        <a:buNone/>
                      </a:pPr>
                      <a:r>
                        <a:rPr b="1" lang="en-GB" sz="1000">
                          <a:solidFill>
                            <a:schemeClr val="dk1"/>
                          </a:solidFill>
                        </a:rPr>
                        <a:t>ATA4D</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3611</a:t>
                      </a:r>
                      <a:endParaRPr b="1" sz="1000">
                        <a:solidFill>
                          <a:schemeClr val="dk1"/>
                        </a:solidFill>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GB" sz="1000">
                          <a:solidFill>
                            <a:schemeClr val="dk1"/>
                          </a:solidFill>
                        </a:rPr>
                        <a:t>FIN</a:t>
                      </a:r>
                      <a:endParaRPr b="1"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7150HA1</a:t>
                      </a:r>
                      <a:endParaRPr b="1" sz="1000"/>
                    </a:p>
                    <a:p>
                      <a:pPr indent="0" lvl="0" marL="0" rtl="0" algn="ctr">
                        <a:spcBef>
                          <a:spcPts val="0"/>
                        </a:spcBef>
                        <a:spcAft>
                          <a:spcPts val="0"/>
                        </a:spcAft>
                        <a:buNone/>
                      </a:pPr>
                      <a:r>
                        <a:rPr b="1" lang="en-GB" sz="1000"/>
                        <a:t>7150HA2</a:t>
                      </a:r>
                      <a:endParaRPr b="1" sz="1000"/>
                    </a:p>
                  </a:txBody>
                  <a:tcPr marT="91425" marB="91425" marR="91425" marL="91425" anchor="ctr">
                    <a:lnL cap="flat" cmpd="sng" w="9525">
                      <a:solidFill>
                        <a:srgbClr val="9E9E9E"/>
                      </a:solidFill>
                      <a:prstDash val="solid"/>
                      <a:round/>
                      <a:headEnd len="sm" w="sm" type="none"/>
                      <a:tailEnd len="sm" w="sm" type="none"/>
                    </a:lnL>
                  </a:tcPr>
                </a:tc>
              </a:tr>
              <a:tr h="323950">
                <a:tc>
                  <a:txBody>
                    <a:bodyPr/>
                    <a:lstStyle/>
                    <a:p>
                      <a:pPr indent="0" lvl="0" marL="0" rtl="0" algn="ctr">
                        <a:spcBef>
                          <a:spcPts val="0"/>
                        </a:spcBef>
                        <a:spcAft>
                          <a:spcPts val="0"/>
                        </a:spcAft>
                        <a:buNone/>
                      </a:pPr>
                      <a:r>
                        <a:rPr b="1" lang="en-GB" sz="1000">
                          <a:solidFill>
                            <a:schemeClr val="dk1"/>
                          </a:solidFill>
                        </a:rPr>
                        <a:t>Targeted equipment</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Pre-Cooler Exchanger (PCE)</a:t>
                      </a:r>
                      <a:endParaRPr b="1" sz="1000">
                        <a:solidFill>
                          <a:schemeClr val="dk1"/>
                        </a:solidFill>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GB" sz="1000">
                          <a:solidFill>
                            <a:schemeClr val="dk1"/>
                          </a:solidFill>
                        </a:rPr>
                        <a:t>BITE message</a:t>
                      </a:r>
                      <a:endParaRPr b="1"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N/A</a:t>
                      </a:r>
                      <a:endParaRPr b="1" sz="1000"/>
                    </a:p>
                  </a:txBody>
                  <a:tcPr marT="91425" marB="91425" marR="91425" marL="91425" anchor="ctr">
                    <a:lnL cap="flat" cmpd="sng" w="9525">
                      <a:solidFill>
                        <a:srgbClr val="9E9E9E"/>
                      </a:solidFill>
                      <a:prstDash val="solid"/>
                      <a:round/>
                      <a:headEnd len="sm" w="sm" type="none"/>
                      <a:tailEnd len="sm" w="sm" type="none"/>
                    </a:lnL>
                  </a:tcPr>
                </a:tc>
              </a:tr>
              <a:tr h="323950">
                <a:tc>
                  <a:txBody>
                    <a:bodyPr/>
                    <a:lstStyle/>
                    <a:p>
                      <a:pPr indent="0" lvl="0" marL="0" rtl="0" algn="ctr">
                        <a:spcBef>
                          <a:spcPts val="0"/>
                        </a:spcBef>
                        <a:spcAft>
                          <a:spcPts val="0"/>
                        </a:spcAft>
                        <a:buNone/>
                      </a:pPr>
                      <a:r>
                        <a:rPr b="1" lang="en-GB" sz="1000">
                          <a:solidFill>
                            <a:schemeClr val="dk1"/>
                          </a:solidFill>
                        </a:rPr>
                        <a:t>ECAM Warning</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N/A</a:t>
                      </a:r>
                      <a:endParaRPr b="1" sz="1000">
                        <a:solidFill>
                          <a:schemeClr val="dk1"/>
                        </a:solidFill>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rPr b="1" lang="en-GB" sz="1000">
                          <a:solidFill>
                            <a:schemeClr val="dk1"/>
                          </a:solidFill>
                        </a:rPr>
                        <a:t>TFU/ISI ref</a:t>
                      </a:r>
                      <a:endParaRPr b="1"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TFU 36.11.00129</a:t>
                      </a:r>
                      <a:endParaRPr b="1" sz="1000"/>
                    </a:p>
                  </a:txBody>
                  <a:tcPr marT="91425" marB="91425" marR="91425" marL="91425" anchor="ctr">
                    <a:lnL cap="flat" cmpd="sng" w="9525">
                      <a:solidFill>
                        <a:srgbClr val="9E9E9E"/>
                      </a:solidFill>
                      <a:prstDash val="solid"/>
                      <a:round/>
                      <a:headEnd len="sm" w="sm" type="none"/>
                      <a:tailEnd len="sm" w="sm" type="none"/>
                    </a:lnL>
                  </a:tcPr>
                </a:tc>
              </a:tr>
              <a:tr h="323950">
                <a:tc>
                  <a:txBody>
                    <a:bodyPr/>
                    <a:lstStyle/>
                    <a:p>
                      <a:pPr indent="0" lvl="0" marL="0" rtl="0" algn="ctr">
                        <a:spcBef>
                          <a:spcPts val="0"/>
                        </a:spcBef>
                        <a:spcAft>
                          <a:spcPts val="0"/>
                        </a:spcAft>
                        <a:buNone/>
                      </a:pPr>
                      <a:r>
                        <a:rPr b="1" lang="en-GB" sz="1000">
                          <a:solidFill>
                            <a:schemeClr val="dk1"/>
                          </a:solidFill>
                        </a:rPr>
                        <a:t>MMEL Item</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N/A</a:t>
                      </a:r>
                      <a:endParaRPr b="1" sz="1000">
                        <a:solidFill>
                          <a:schemeClr val="dk1"/>
                        </a:solidFill>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b="1" lang="en-GB" sz="1000">
                          <a:solidFill>
                            <a:schemeClr val="dk1"/>
                          </a:solidFill>
                        </a:rPr>
                        <a:t>MISP/RFW ref </a:t>
                      </a:r>
                      <a:endParaRPr b="1"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N/A</a:t>
                      </a:r>
                      <a:endParaRPr b="1" sz="1000"/>
                    </a:p>
                  </a:txBody>
                  <a:tcPr marT="91425" marB="91425" marR="91425" marL="91425" anchor="ctr">
                    <a:lnL cap="flat" cmpd="sng" w="9525">
                      <a:solidFill>
                        <a:srgbClr val="9E9E9E"/>
                      </a:solidFill>
                      <a:prstDash val="solid"/>
                      <a:round/>
                      <a:headEnd len="sm" w="sm" type="none"/>
                      <a:tailEnd len="sm" w="sm" type="none"/>
                    </a:lnL>
                  </a:tcPr>
                </a:tc>
              </a:tr>
              <a:tr h="323950">
                <a:tc>
                  <a:txBody>
                    <a:bodyPr/>
                    <a:lstStyle/>
                    <a:p>
                      <a:pPr indent="0" lvl="0" marL="0" rtl="0" algn="ctr">
                        <a:spcBef>
                          <a:spcPts val="0"/>
                        </a:spcBef>
                        <a:spcAft>
                          <a:spcPts val="0"/>
                        </a:spcAft>
                        <a:buNone/>
                      </a:pPr>
                      <a:r>
                        <a:rPr b="1" lang="en-GB" sz="1000">
                          <a:solidFill>
                            <a:schemeClr val="dk1"/>
                          </a:solidFill>
                        </a:rPr>
                        <a:t>Fleet Issue Ref</a:t>
                      </a:r>
                      <a:endParaRPr b="1" sz="1000">
                        <a:solidFill>
                          <a:schemeClr val="dk1"/>
                        </a:solidFill>
                      </a:endParaRPr>
                    </a:p>
                  </a:txBody>
                  <a:tcPr marT="91425" marB="91425" marR="91425" marL="91425" anchor="ctr">
                    <a:solidFill>
                      <a:srgbClr val="8E7CC3"/>
                    </a:solidFill>
                  </a:tcPr>
                </a:tc>
                <a:tc>
                  <a:txBody>
                    <a:bodyPr/>
                    <a:lstStyle/>
                    <a:p>
                      <a:pPr indent="0" lvl="0" marL="0" rtl="0" algn="ctr">
                        <a:spcBef>
                          <a:spcPts val="0"/>
                        </a:spcBef>
                        <a:spcAft>
                          <a:spcPts val="0"/>
                        </a:spcAft>
                        <a:buNone/>
                      </a:pPr>
                      <a:r>
                        <a:rPr b="1" lang="en-GB" sz="1000">
                          <a:solidFill>
                            <a:schemeClr val="dk1"/>
                          </a:solidFill>
                        </a:rPr>
                        <a:t>N/A</a:t>
                      </a:r>
                      <a:endParaRPr b="1" sz="1000">
                        <a:solidFill>
                          <a:schemeClr val="dk1"/>
                        </a:solidFill>
                      </a:endParaRPr>
                    </a:p>
                  </a:txBody>
                  <a:tcPr marT="91425" marB="91425" marR="91425" marL="91425" anchor="ctr"/>
                </a:tc>
                <a:tc>
                  <a:txBody>
                    <a:bodyPr/>
                    <a:lstStyle/>
                    <a:p>
                      <a:pPr indent="0" lvl="0" marL="0" rtl="0" algn="ctr">
                        <a:spcBef>
                          <a:spcPts val="0"/>
                        </a:spcBef>
                        <a:spcAft>
                          <a:spcPts val="0"/>
                        </a:spcAft>
                        <a:buNone/>
                      </a:pPr>
                      <a:r>
                        <a:rPr b="1" lang="en-GB" sz="1000">
                          <a:solidFill>
                            <a:schemeClr val="dk1"/>
                          </a:solidFill>
                        </a:rPr>
                        <a:t>MPD</a:t>
                      </a:r>
                      <a:r>
                        <a:rPr b="1" lang="en-GB" sz="1000">
                          <a:solidFill>
                            <a:schemeClr val="dk1"/>
                          </a:solidFill>
                        </a:rPr>
                        <a:t> Ref:</a:t>
                      </a:r>
                      <a:endParaRPr b="1" sz="1000">
                        <a:solidFill>
                          <a:schemeClr val="dk1"/>
                        </a:solidFill>
                      </a:endParaRPr>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E7CC3"/>
                    </a:solidFill>
                  </a:tcPr>
                </a:tc>
                <a:tc>
                  <a:txBody>
                    <a:bodyPr/>
                    <a:lstStyle/>
                    <a:p>
                      <a:pPr indent="0" lvl="0" marL="0" rtl="0" algn="ctr">
                        <a:spcBef>
                          <a:spcPts val="0"/>
                        </a:spcBef>
                        <a:spcAft>
                          <a:spcPts val="0"/>
                        </a:spcAft>
                        <a:buNone/>
                      </a:pPr>
                      <a:r>
                        <a:rPr b="1" lang="en-GB" sz="1000"/>
                        <a:t>N/A</a:t>
                      </a:r>
                      <a:endParaRPr b="1" sz="1000"/>
                    </a:p>
                  </a:txBody>
                  <a:tcPr marT="91425" marB="91425" marR="91425" marL="91425" anchor="ctr"/>
                </a:tc>
              </a:tr>
            </a:tbl>
          </a:graphicData>
        </a:graphic>
      </p:graphicFrame>
      <p:sp>
        <p:nvSpPr>
          <p:cNvPr id="284" name="Google Shape;284;p36"/>
          <p:cNvSpPr/>
          <p:nvPr/>
        </p:nvSpPr>
        <p:spPr>
          <a:xfrm>
            <a:off x="151525" y="33599"/>
            <a:ext cx="34326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information</a:t>
            </a:r>
            <a:endParaRPr b="1" i="0" sz="16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idx="4294967295" type="body"/>
          </p:nvPr>
        </p:nvSpPr>
        <p:spPr>
          <a:xfrm>
            <a:off x="382200" y="760950"/>
            <a:ext cx="7886700" cy="3504000"/>
          </a:xfrm>
          <a:prstGeom prst="rect">
            <a:avLst/>
          </a:prstGeom>
          <a:ln cap="flat" cmpd="sng" w="9525">
            <a:solidFill>
              <a:srgbClr val="888888"/>
            </a:solidFill>
            <a:prstDash val="solid"/>
            <a:round/>
            <a:headEnd len="sm" w="sm" type="none"/>
            <a:tailEnd len="sm" w="sm" type="none"/>
          </a:ln>
        </p:spPr>
        <p:txBody>
          <a:bodyPr anchorCtr="0" anchor="t" bIns="34275" lIns="68575" spcFirstLastPara="1" rIns="68575" wrap="square" tIns="34275">
            <a:normAutofit/>
          </a:bodyPr>
          <a:lstStyle/>
          <a:p>
            <a:pPr indent="-361950" lvl="0" marL="457200" rtl="0" algn="l">
              <a:spcBef>
                <a:spcPts val="800"/>
              </a:spcBef>
              <a:spcAft>
                <a:spcPts val="0"/>
              </a:spcAft>
              <a:buClr>
                <a:schemeClr val="dk2"/>
              </a:buClr>
              <a:buSzPts val="2100"/>
              <a:buChar char="•"/>
            </a:pPr>
            <a:r>
              <a:rPr lang="en-GB">
                <a:solidFill>
                  <a:schemeClr val="dk2"/>
                </a:solidFill>
              </a:rPr>
              <a:t>Scoping review date : 15/02/2024</a:t>
            </a:r>
            <a:endParaRPr>
              <a:solidFill>
                <a:schemeClr val="dk2"/>
              </a:solidFill>
            </a:endParaRPr>
          </a:p>
          <a:p>
            <a:pPr indent="-361950" lvl="0" marL="457200" rtl="0" algn="l">
              <a:spcBef>
                <a:spcPts val="0"/>
              </a:spcBef>
              <a:spcAft>
                <a:spcPts val="0"/>
              </a:spcAft>
              <a:buClr>
                <a:schemeClr val="dk2"/>
              </a:buClr>
              <a:buSzPts val="2100"/>
              <a:buChar char="•"/>
            </a:pPr>
            <a:r>
              <a:rPr lang="en-GB">
                <a:solidFill>
                  <a:schemeClr val="dk2"/>
                </a:solidFill>
              </a:rPr>
              <a:t>Scoping review  presentation  link :</a:t>
            </a:r>
            <a:endParaRPr>
              <a:solidFill>
                <a:schemeClr val="dk2"/>
              </a:solidFill>
            </a:endParaRPr>
          </a:p>
          <a:p>
            <a:pPr indent="-342900" lvl="1" marL="914400" rtl="0" algn="l">
              <a:spcBef>
                <a:spcPts val="0"/>
              </a:spcBef>
              <a:spcAft>
                <a:spcPts val="0"/>
              </a:spcAft>
              <a:buClr>
                <a:schemeClr val="dk2"/>
              </a:buClr>
              <a:buSzPts val="1800"/>
              <a:buChar char="•"/>
            </a:pPr>
            <a:r>
              <a:rPr lang="en-GB" u="sng">
                <a:solidFill>
                  <a:schemeClr val="hlink"/>
                </a:solidFill>
                <a:hlinkClick r:id="rId3"/>
              </a:rPr>
              <a:t>A350 PCE Leakage Monitoring Scoping Review</a:t>
            </a:r>
            <a:endParaRPr>
              <a:solidFill>
                <a:schemeClr val="dk2"/>
              </a:solidFill>
            </a:endParaRPr>
          </a:p>
          <a:p>
            <a:pPr indent="0" lvl="0" marL="0" rtl="0" algn="l">
              <a:spcBef>
                <a:spcPts val="800"/>
              </a:spcBef>
              <a:spcAft>
                <a:spcPts val="0"/>
              </a:spcAft>
              <a:buNone/>
            </a:pPr>
            <a:r>
              <a:t/>
            </a:r>
            <a:endParaRPr>
              <a:solidFill>
                <a:schemeClr val="dk2"/>
              </a:solidFill>
            </a:endParaRPr>
          </a:p>
          <a:p>
            <a:pPr indent="-361950" lvl="0" marL="457200" rtl="0" algn="l">
              <a:spcBef>
                <a:spcPts val="800"/>
              </a:spcBef>
              <a:spcAft>
                <a:spcPts val="0"/>
              </a:spcAft>
              <a:buClr>
                <a:srgbClr val="6D9EEB"/>
              </a:buClr>
              <a:buSzPts val="2100"/>
              <a:buChar char="•"/>
            </a:pPr>
            <a:r>
              <a:rPr lang="en-GB">
                <a:solidFill>
                  <a:srgbClr val="6D9EEB"/>
                </a:solidFill>
              </a:rPr>
              <a:t>Feasibility review date : 11/04/2024</a:t>
            </a:r>
            <a:endParaRPr>
              <a:solidFill>
                <a:srgbClr val="6D9EEB"/>
              </a:solidFill>
            </a:endParaRPr>
          </a:p>
          <a:p>
            <a:pPr indent="-361950" lvl="0" marL="457200" rtl="0" algn="l">
              <a:spcBef>
                <a:spcPts val="0"/>
              </a:spcBef>
              <a:spcAft>
                <a:spcPts val="0"/>
              </a:spcAft>
              <a:buClr>
                <a:srgbClr val="6D9EEB"/>
              </a:buClr>
              <a:buSzPts val="2100"/>
              <a:buChar char="•"/>
            </a:pPr>
            <a:r>
              <a:rPr lang="en-GB">
                <a:solidFill>
                  <a:srgbClr val="6D9EEB"/>
                </a:solidFill>
              </a:rPr>
              <a:t>Feasibility review presentation  link :</a:t>
            </a:r>
            <a:endParaRPr>
              <a:solidFill>
                <a:srgbClr val="6D9EEB"/>
              </a:solidFill>
            </a:endParaRPr>
          </a:p>
          <a:p>
            <a:pPr indent="-342900" lvl="1" marL="914400" rtl="0" algn="l">
              <a:spcBef>
                <a:spcPts val="0"/>
              </a:spcBef>
              <a:spcAft>
                <a:spcPts val="0"/>
              </a:spcAft>
              <a:buClr>
                <a:srgbClr val="6D9EEB"/>
              </a:buClr>
              <a:buSzPts val="1800"/>
              <a:buChar char="•"/>
            </a:pPr>
            <a:r>
              <a:rPr lang="en-GB" u="sng">
                <a:solidFill>
                  <a:schemeClr val="hlink"/>
                </a:solidFill>
                <a:hlinkClick r:id="rId4"/>
              </a:rPr>
              <a:t>A350 PCE Leakage Monitoring Feasibility Review</a:t>
            </a:r>
            <a:endParaRPr u="sng">
              <a:solidFill>
                <a:srgbClr val="003F65"/>
              </a:solidFill>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
        <p:nvSpPr>
          <p:cNvPr id="290" name="Google Shape;290;p37"/>
          <p:cNvSpPr/>
          <p:nvPr/>
        </p:nvSpPr>
        <p:spPr>
          <a:xfrm>
            <a:off x="242950" y="178824"/>
            <a:ext cx="34326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development gates</a:t>
            </a:r>
            <a:endParaRPr b="1" sz="1600">
              <a:solidFill>
                <a:schemeClr val="lt1"/>
              </a:solidFill>
            </a:endParaRPr>
          </a:p>
        </p:txBody>
      </p:sp>
      <p:sp>
        <p:nvSpPr>
          <p:cNvPr id="291" name="Google Shape;291;p37"/>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p:nvPr/>
        </p:nvSpPr>
        <p:spPr>
          <a:xfrm>
            <a:off x="151525" y="33600"/>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validation checklist </a:t>
            </a:r>
            <a:endParaRPr b="1" i="0" sz="1600" u="none" cap="none" strike="noStrike">
              <a:solidFill>
                <a:schemeClr val="lt1"/>
              </a:solidFill>
              <a:latin typeface="Arial"/>
              <a:ea typeface="Arial"/>
              <a:cs typeface="Arial"/>
              <a:sym typeface="Arial"/>
            </a:endParaRPr>
          </a:p>
        </p:txBody>
      </p:sp>
      <p:sp>
        <p:nvSpPr>
          <p:cNvPr id="297" name="Google Shape;297;p38"/>
          <p:cNvSpPr txBox="1"/>
          <p:nvPr/>
        </p:nvSpPr>
        <p:spPr>
          <a:xfrm>
            <a:off x="540250" y="851075"/>
            <a:ext cx="79188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GB"/>
              <a:t>Checklist to be filed prior to the pre deployment review: </a:t>
            </a:r>
            <a:r>
              <a:rPr lang="en-GB" u="sng">
                <a:solidFill>
                  <a:schemeClr val="hlink"/>
                </a:solidFill>
                <a:hlinkClick r:id="rId3"/>
              </a:rPr>
              <a:t>A350 PCE Leakage Monitoring Deployment Checklist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Results of the checklist to be shared with the Project leader to decide if the model is mature enough to run the pre-deployment review.</a:t>
            </a:r>
            <a:endParaRPr/>
          </a:p>
          <a:p>
            <a:pPr indent="0" lvl="0" marL="0" rtl="0" algn="l">
              <a:spcBef>
                <a:spcPts val="0"/>
              </a:spcBef>
              <a:spcAft>
                <a:spcPts val="0"/>
              </a:spcAft>
              <a:buNone/>
            </a:pPr>
            <a:r>
              <a:t/>
            </a:r>
            <a:endParaRPr/>
          </a:p>
        </p:txBody>
      </p:sp>
      <p:sp>
        <p:nvSpPr>
          <p:cNvPr id="298" name="Google Shape;298;p38"/>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p:nvPr/>
        </p:nvSpPr>
        <p:spPr>
          <a:xfrm>
            <a:off x="162250" y="87175"/>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lt1"/>
              </a:buClr>
              <a:buSzPts val="1400"/>
              <a:buFont typeface="Arial"/>
              <a:buNone/>
            </a:pPr>
            <a:r>
              <a:rPr b="1" lang="en-GB">
                <a:solidFill>
                  <a:schemeClr val="lt1"/>
                </a:solidFill>
              </a:rPr>
              <a:t>Model performance in validation</a:t>
            </a:r>
            <a:endParaRPr b="1" i="0" sz="1600" u="none" cap="none" strike="noStrike">
              <a:solidFill>
                <a:schemeClr val="lt1"/>
              </a:solidFill>
              <a:latin typeface="Arial"/>
              <a:ea typeface="Arial"/>
              <a:cs typeface="Arial"/>
              <a:sym typeface="Arial"/>
            </a:endParaRPr>
          </a:p>
        </p:txBody>
      </p:sp>
      <p:graphicFrame>
        <p:nvGraphicFramePr>
          <p:cNvPr id="304" name="Google Shape;304;p39"/>
          <p:cNvGraphicFramePr/>
          <p:nvPr/>
        </p:nvGraphicFramePr>
        <p:xfrm>
          <a:off x="86638" y="1591938"/>
          <a:ext cx="3000000" cy="3000000"/>
        </p:xfrm>
        <a:graphic>
          <a:graphicData uri="http://schemas.openxmlformats.org/drawingml/2006/table">
            <a:tbl>
              <a:tblPr>
                <a:noFill/>
                <a:tableStyleId>{8F24702C-2A23-46A4-A5C5-EC84ED24D2E6}</a:tableStyleId>
              </a:tblPr>
              <a:tblGrid>
                <a:gridCol w="2192725"/>
                <a:gridCol w="1130325"/>
                <a:gridCol w="1292975"/>
                <a:gridCol w="1244800"/>
                <a:gridCol w="2138250"/>
                <a:gridCol w="829850"/>
              </a:tblGrid>
              <a:tr h="389525">
                <a:tc>
                  <a:txBody>
                    <a:bodyPr/>
                    <a:lstStyle/>
                    <a:p>
                      <a:pPr indent="0" lvl="0" marL="0" rtl="0" algn="ctr">
                        <a:spcBef>
                          <a:spcPts val="0"/>
                        </a:spcBef>
                        <a:spcAft>
                          <a:spcPts val="0"/>
                        </a:spcAft>
                        <a:buNone/>
                      </a:pPr>
                      <a:r>
                        <a:rPr b="1" lang="en-GB" sz="1000"/>
                        <a:t>Threshold combination</a:t>
                      </a:r>
                      <a:endParaRPr b="1" sz="1000"/>
                    </a:p>
                  </a:txBody>
                  <a:tcPr marT="91425" marB="91425" marR="91425" marL="91425" anchor="ctr"/>
                </a:tc>
                <a:tc>
                  <a:txBody>
                    <a:bodyPr/>
                    <a:lstStyle/>
                    <a:p>
                      <a:pPr indent="0" lvl="0" marL="0" rtl="0" algn="ctr">
                        <a:spcBef>
                          <a:spcPts val="0"/>
                        </a:spcBef>
                        <a:spcAft>
                          <a:spcPts val="0"/>
                        </a:spcAft>
                        <a:buNone/>
                      </a:pPr>
                      <a:r>
                        <a:rPr b="1" lang="en-GB" sz="900"/>
                        <a:t>Number of events</a:t>
                      </a:r>
                      <a:endParaRPr b="1" sz="900"/>
                    </a:p>
                  </a:txBody>
                  <a:tcPr marT="91425" marB="91425" marR="91425" marL="91425" anchor="ctr"/>
                </a:tc>
                <a:tc>
                  <a:txBody>
                    <a:bodyPr/>
                    <a:lstStyle/>
                    <a:p>
                      <a:pPr indent="0" lvl="0" marL="0" rtl="0" algn="ctr">
                        <a:lnSpc>
                          <a:spcPct val="115000"/>
                        </a:lnSpc>
                        <a:spcBef>
                          <a:spcPts val="0"/>
                        </a:spcBef>
                        <a:spcAft>
                          <a:spcPts val="0"/>
                        </a:spcAft>
                        <a:buNone/>
                      </a:pPr>
                      <a:r>
                        <a:rPr b="1" lang="en-GB" sz="900">
                          <a:solidFill>
                            <a:srgbClr val="000000"/>
                          </a:solidFill>
                        </a:rPr>
                        <a:t>Detection </a:t>
                      </a:r>
                      <a:r>
                        <a:rPr b="1" lang="en-GB" sz="900"/>
                        <a:t>R</a:t>
                      </a:r>
                      <a:r>
                        <a:rPr b="1" lang="en-GB" sz="900">
                          <a:solidFill>
                            <a:srgbClr val="000000"/>
                          </a:solidFill>
                        </a:rPr>
                        <a:t>ate</a:t>
                      </a:r>
                      <a:endParaRPr b="1" sz="1200"/>
                    </a:p>
                  </a:txBody>
                  <a:tcPr marT="91425" marB="91425" marR="91425" marL="91425" anchor="ctr">
                    <a:solidFill>
                      <a:srgbClr val="A4C2F4"/>
                    </a:solidFill>
                  </a:tcPr>
                </a:tc>
                <a:tc>
                  <a:txBody>
                    <a:bodyPr/>
                    <a:lstStyle/>
                    <a:p>
                      <a:pPr indent="0" lvl="0" marL="0" rtl="0" algn="ctr">
                        <a:lnSpc>
                          <a:spcPct val="115000"/>
                        </a:lnSpc>
                        <a:spcBef>
                          <a:spcPts val="0"/>
                        </a:spcBef>
                        <a:spcAft>
                          <a:spcPts val="0"/>
                        </a:spcAft>
                        <a:buNone/>
                      </a:pPr>
                      <a:r>
                        <a:rPr b="1" lang="en-GB" sz="900">
                          <a:solidFill>
                            <a:srgbClr val="000000"/>
                          </a:solidFill>
                        </a:rPr>
                        <a:t>Confidence </a:t>
                      </a:r>
                      <a:r>
                        <a:rPr b="1" lang="en-GB" sz="900"/>
                        <a:t>R</a:t>
                      </a:r>
                      <a:r>
                        <a:rPr b="1" lang="en-GB" sz="900">
                          <a:solidFill>
                            <a:srgbClr val="000000"/>
                          </a:solidFill>
                        </a:rPr>
                        <a:t>ate</a:t>
                      </a:r>
                      <a:endParaRPr b="1" sz="1200"/>
                    </a:p>
                  </a:txBody>
                  <a:tcPr marT="91425" marB="91425" marR="91425" marL="91425" anchor="ctr">
                    <a:solidFill>
                      <a:srgbClr val="A4C2F4"/>
                    </a:solidFill>
                  </a:tcPr>
                </a:tc>
                <a:tc>
                  <a:txBody>
                    <a:bodyPr/>
                    <a:lstStyle/>
                    <a:p>
                      <a:pPr indent="0" lvl="0" marL="0" rtl="0" algn="ctr">
                        <a:lnSpc>
                          <a:spcPct val="115000"/>
                        </a:lnSpc>
                        <a:spcBef>
                          <a:spcPts val="0"/>
                        </a:spcBef>
                        <a:spcAft>
                          <a:spcPts val="0"/>
                        </a:spcAft>
                        <a:buNone/>
                      </a:pPr>
                      <a:r>
                        <a:rPr b="1" lang="en-GB" sz="900">
                          <a:solidFill>
                            <a:srgbClr val="000000"/>
                          </a:solidFill>
                        </a:rPr>
                        <a:t>Average Anticipation time</a:t>
                      </a:r>
                      <a:endParaRPr b="1" sz="1200"/>
                    </a:p>
                  </a:txBody>
                  <a:tcPr marT="91425" marB="91425" marR="91425" marL="91425" anchor="ctr">
                    <a:solidFill>
                      <a:srgbClr val="A4C2F4"/>
                    </a:solidFill>
                  </a:tcPr>
                </a:tc>
                <a:tc>
                  <a:txBody>
                    <a:bodyPr/>
                    <a:lstStyle/>
                    <a:p>
                      <a:pPr indent="0" lvl="0" marL="0" rtl="0" algn="ctr">
                        <a:lnSpc>
                          <a:spcPct val="115000"/>
                        </a:lnSpc>
                        <a:spcBef>
                          <a:spcPts val="0"/>
                        </a:spcBef>
                        <a:spcAft>
                          <a:spcPts val="0"/>
                        </a:spcAft>
                        <a:buNone/>
                      </a:pPr>
                      <a:r>
                        <a:rPr b="1" lang="en-GB" sz="900">
                          <a:solidFill>
                            <a:srgbClr val="000000"/>
                          </a:solidFill>
                        </a:rPr>
                        <a:t>Jitter </a:t>
                      </a:r>
                      <a:r>
                        <a:rPr b="1" lang="en-GB" sz="900"/>
                        <a:t>(optional)</a:t>
                      </a:r>
                      <a:endParaRPr b="1" sz="900">
                        <a:solidFill>
                          <a:srgbClr val="000000"/>
                        </a:solidFill>
                      </a:endParaRPr>
                    </a:p>
                  </a:txBody>
                  <a:tcPr marT="91425" marB="91425" marR="91425" marL="91425" anchor="ctr">
                    <a:solidFill>
                      <a:srgbClr val="D9D9D9"/>
                    </a:solidFill>
                  </a:tcPr>
                </a:tc>
              </a:tr>
              <a:tr h="343375">
                <a:tc>
                  <a:txBody>
                    <a:bodyPr/>
                    <a:lstStyle/>
                    <a:p>
                      <a:pPr indent="0" lvl="0" marL="0" rtl="0" algn="ctr">
                        <a:spcBef>
                          <a:spcPts val="0"/>
                        </a:spcBef>
                        <a:spcAft>
                          <a:spcPts val="0"/>
                        </a:spcAft>
                        <a:buNone/>
                      </a:pPr>
                      <a:r>
                        <a:rPr lang="en-GB" sz="1200"/>
                        <a:t>PCE Pressure Decay</a:t>
                      </a:r>
                      <a:endParaRPr sz="1200"/>
                    </a:p>
                  </a:txBody>
                  <a:tcPr marT="91425" marB="91425" marR="91425" marL="91425" anchor="ctr"/>
                </a:tc>
                <a:tc>
                  <a:txBody>
                    <a:bodyPr/>
                    <a:lstStyle/>
                    <a:p>
                      <a:pPr indent="0" lvl="0" marL="0" rtl="0" algn="ctr">
                        <a:spcBef>
                          <a:spcPts val="0"/>
                        </a:spcBef>
                        <a:spcAft>
                          <a:spcPts val="0"/>
                        </a:spcAft>
                        <a:buNone/>
                      </a:pPr>
                      <a:r>
                        <a:rPr lang="en-GB" sz="1200"/>
                        <a:t>17</a:t>
                      </a:r>
                      <a:endParaRPr sz="1200"/>
                    </a:p>
                  </a:txBody>
                  <a:tcPr marT="91425" marB="91425" marR="91425" marL="91425" anchor="ctr"/>
                </a:tc>
                <a:tc>
                  <a:txBody>
                    <a:bodyPr/>
                    <a:lstStyle/>
                    <a:p>
                      <a:pPr indent="0" lvl="0" marL="0" rtl="0" algn="ctr">
                        <a:spcBef>
                          <a:spcPts val="0"/>
                        </a:spcBef>
                        <a:spcAft>
                          <a:spcPts val="0"/>
                        </a:spcAft>
                        <a:buNone/>
                      </a:pPr>
                      <a:r>
                        <a:rPr lang="en-GB" sz="1200"/>
                        <a:t>100%</a:t>
                      </a:r>
                      <a:endParaRPr sz="1200"/>
                    </a:p>
                  </a:txBody>
                  <a:tcPr marT="91425" marB="91425" marR="91425" marL="91425" anchor="ctr">
                    <a:solidFill>
                      <a:srgbClr val="A4C2F4"/>
                    </a:solidFill>
                  </a:tcPr>
                </a:tc>
                <a:tc>
                  <a:txBody>
                    <a:bodyPr/>
                    <a:lstStyle/>
                    <a:p>
                      <a:pPr indent="0" lvl="0" marL="0" rtl="0" algn="ctr">
                        <a:spcBef>
                          <a:spcPts val="0"/>
                        </a:spcBef>
                        <a:spcAft>
                          <a:spcPts val="0"/>
                        </a:spcAft>
                        <a:buNone/>
                      </a:pPr>
                      <a:r>
                        <a:rPr lang="en-GB" sz="1200"/>
                        <a:t>100%</a:t>
                      </a:r>
                      <a:endParaRPr sz="1200"/>
                    </a:p>
                  </a:txBody>
                  <a:tcPr marT="91425" marB="91425" marR="91425" marL="91425" anchor="ctr">
                    <a:solidFill>
                      <a:srgbClr val="A4C2F4"/>
                    </a:solidFill>
                  </a:tcPr>
                </a:tc>
                <a:tc>
                  <a:txBody>
                    <a:bodyPr/>
                    <a:lstStyle/>
                    <a:p>
                      <a:pPr indent="0" lvl="0" marL="0" rtl="0" algn="ctr">
                        <a:spcBef>
                          <a:spcPts val="0"/>
                        </a:spcBef>
                        <a:spcAft>
                          <a:spcPts val="0"/>
                        </a:spcAft>
                        <a:buNone/>
                      </a:pPr>
                      <a:r>
                        <a:rPr lang="en-GB" sz="1200"/>
                        <a:t>~</a:t>
                      </a:r>
                      <a:r>
                        <a:rPr lang="en-GB" sz="1200"/>
                        <a:t>90 days</a:t>
                      </a:r>
                      <a:endParaRPr sz="1200"/>
                    </a:p>
                    <a:p>
                      <a:pPr indent="0" lvl="0" marL="0" rtl="0" algn="ctr">
                        <a:spcBef>
                          <a:spcPts val="0"/>
                        </a:spcBef>
                        <a:spcAft>
                          <a:spcPts val="0"/>
                        </a:spcAft>
                        <a:buNone/>
                      </a:pPr>
                      <a:r>
                        <a:rPr lang="en-GB" sz="700"/>
                        <a:t>* </a:t>
                      </a:r>
                      <a:r>
                        <a:rPr lang="en-GB" sz="700"/>
                        <a:t>from Medium Leak to High Leak</a:t>
                      </a:r>
                      <a:endParaRPr sz="700"/>
                    </a:p>
                  </a:txBody>
                  <a:tcPr marT="91425" marB="91425" marR="91425" marL="91425" anchor="ctr">
                    <a:solidFill>
                      <a:srgbClr val="A4C2F4"/>
                    </a:solidFill>
                  </a:tcPr>
                </a:tc>
                <a:tc>
                  <a:txBody>
                    <a:bodyPr/>
                    <a:lstStyle/>
                    <a:p>
                      <a:pPr indent="0" lvl="0" marL="0" rtl="0" algn="ctr">
                        <a:spcBef>
                          <a:spcPts val="0"/>
                        </a:spcBef>
                        <a:spcAft>
                          <a:spcPts val="0"/>
                        </a:spcAft>
                        <a:buNone/>
                      </a:pPr>
                      <a:r>
                        <a:t/>
                      </a:r>
                      <a:endParaRPr b="1" sz="1200"/>
                    </a:p>
                  </a:txBody>
                  <a:tcPr marT="91425" marB="91425" marR="91425" marL="91425" anchor="ctr">
                    <a:solidFill>
                      <a:srgbClr val="D9D9D9"/>
                    </a:solidFill>
                  </a:tcPr>
                </a:tc>
              </a:tr>
            </a:tbl>
          </a:graphicData>
        </a:graphic>
      </p:graphicFrame>
      <p:graphicFrame>
        <p:nvGraphicFramePr>
          <p:cNvPr id="305" name="Google Shape;305;p39"/>
          <p:cNvGraphicFramePr/>
          <p:nvPr/>
        </p:nvGraphicFramePr>
        <p:xfrm>
          <a:off x="4308650" y="422400"/>
          <a:ext cx="3000000" cy="3000000"/>
        </p:xfrm>
        <a:graphic>
          <a:graphicData uri="http://schemas.openxmlformats.org/drawingml/2006/table">
            <a:tbl>
              <a:tblPr>
                <a:noFill/>
                <a:tableStyleId>{8F24702C-2A23-46A4-A5C5-EC84ED24D2E6}</a:tableStyleId>
              </a:tblPr>
              <a:tblGrid>
                <a:gridCol w="1197800"/>
                <a:gridCol w="1021400"/>
                <a:gridCol w="844025"/>
                <a:gridCol w="674050"/>
                <a:gridCol w="940100"/>
              </a:tblGrid>
              <a:tr h="548600">
                <a:tc>
                  <a:txBody>
                    <a:bodyPr/>
                    <a:lstStyle/>
                    <a:p>
                      <a:pPr indent="0" lvl="0" marL="0" rtl="0" algn="ctr">
                        <a:spcBef>
                          <a:spcPts val="0"/>
                        </a:spcBef>
                        <a:spcAft>
                          <a:spcPts val="0"/>
                        </a:spcAft>
                        <a:buClr>
                          <a:srgbClr val="000000"/>
                        </a:buClr>
                        <a:buSzPts val="1100"/>
                        <a:buFont typeface="Arial"/>
                        <a:buNone/>
                      </a:pPr>
                      <a:r>
                        <a:rPr lang="en-GB" sz="900">
                          <a:solidFill>
                            <a:srgbClr val="000000"/>
                          </a:solidFill>
                        </a:rPr>
                        <a:t>Threshold combination</a:t>
                      </a:r>
                      <a:endParaRPr sz="900"/>
                    </a:p>
                  </a:txBody>
                  <a:tcPr marT="91425" marB="91425" marR="91425" marL="91425" anchor="ctr"/>
                </a:tc>
                <a:tc>
                  <a:txBody>
                    <a:bodyPr/>
                    <a:lstStyle/>
                    <a:p>
                      <a:pPr indent="0" lvl="0" marL="0" rtl="0" algn="ctr">
                        <a:spcBef>
                          <a:spcPts val="0"/>
                        </a:spcBef>
                        <a:spcAft>
                          <a:spcPts val="0"/>
                        </a:spcAft>
                        <a:buNone/>
                      </a:pPr>
                      <a:r>
                        <a:rPr lang="en-GB" sz="900"/>
                        <a:t>Medium Leak Threshold</a:t>
                      </a:r>
                      <a:endParaRPr sz="900"/>
                    </a:p>
                  </a:txBody>
                  <a:tcPr marT="91425" marB="91425" marR="91425" marL="91425" anchor="ctr"/>
                </a:tc>
                <a:tc>
                  <a:txBody>
                    <a:bodyPr/>
                    <a:lstStyle/>
                    <a:p>
                      <a:pPr indent="0" lvl="0" marL="0" rtl="0" algn="ctr">
                        <a:spcBef>
                          <a:spcPts val="0"/>
                        </a:spcBef>
                        <a:spcAft>
                          <a:spcPts val="0"/>
                        </a:spcAft>
                        <a:buNone/>
                      </a:pPr>
                      <a:r>
                        <a:rPr lang="en-GB" sz="900"/>
                        <a:t>High Leak Threshold</a:t>
                      </a:r>
                      <a:endParaRPr sz="900"/>
                    </a:p>
                  </a:txBody>
                  <a:tcPr marT="91425" marB="91425" marR="91425" marL="91425" anchor="ctr"/>
                </a:tc>
                <a:tc>
                  <a:txBody>
                    <a:bodyPr/>
                    <a:lstStyle/>
                    <a:p>
                      <a:pPr indent="0" lvl="0" marL="0" rtl="0" algn="ctr">
                        <a:spcBef>
                          <a:spcPts val="0"/>
                        </a:spcBef>
                        <a:spcAft>
                          <a:spcPts val="0"/>
                        </a:spcAft>
                        <a:buNone/>
                      </a:pPr>
                      <a:r>
                        <a:rPr lang="en-GB" sz="900"/>
                        <a:t>Flight Window</a:t>
                      </a:r>
                      <a:endParaRPr sz="900"/>
                    </a:p>
                  </a:txBody>
                  <a:tcPr marT="91425" marB="91425" marR="91425" marL="91425" anchor="ctr"/>
                </a:tc>
                <a:tc>
                  <a:txBody>
                    <a:bodyPr/>
                    <a:lstStyle/>
                    <a:p>
                      <a:pPr indent="0" lvl="0" marL="0" rtl="0" algn="ctr">
                        <a:spcBef>
                          <a:spcPts val="0"/>
                        </a:spcBef>
                        <a:spcAft>
                          <a:spcPts val="0"/>
                        </a:spcAft>
                        <a:buNone/>
                      </a:pPr>
                      <a:r>
                        <a:rPr lang="en-GB" sz="900"/>
                        <a:t>Cumulative Events Threshold</a:t>
                      </a:r>
                      <a:endParaRPr sz="900"/>
                    </a:p>
                  </a:txBody>
                  <a:tcPr marT="91425" marB="91425" marR="91425" marL="91425" anchor="ctr"/>
                </a:tc>
              </a:tr>
              <a:tr h="396200">
                <a:tc>
                  <a:txBody>
                    <a:bodyPr/>
                    <a:lstStyle/>
                    <a:p>
                      <a:pPr indent="0" lvl="0" marL="0" rtl="0" algn="ctr">
                        <a:spcBef>
                          <a:spcPts val="0"/>
                        </a:spcBef>
                        <a:spcAft>
                          <a:spcPts val="0"/>
                        </a:spcAft>
                        <a:buClr>
                          <a:srgbClr val="000000"/>
                        </a:buClr>
                        <a:buSzPts val="1100"/>
                        <a:buFont typeface="Arial"/>
                        <a:buNone/>
                      </a:pPr>
                      <a:r>
                        <a:rPr lang="en-GB" sz="900"/>
                        <a:t>PCE Pressure Decay</a:t>
                      </a:r>
                      <a:endParaRPr sz="900"/>
                    </a:p>
                  </a:txBody>
                  <a:tcPr marT="91425" marB="91425" marR="91425" marL="91425" anchor="ctr"/>
                </a:tc>
                <a:tc>
                  <a:txBody>
                    <a:bodyPr/>
                    <a:lstStyle/>
                    <a:p>
                      <a:pPr indent="0" lvl="0" marL="0" rtl="0" algn="ctr">
                        <a:spcBef>
                          <a:spcPts val="0"/>
                        </a:spcBef>
                        <a:spcAft>
                          <a:spcPts val="0"/>
                        </a:spcAft>
                        <a:buNone/>
                      </a:pPr>
                      <a:r>
                        <a:rPr lang="en-GB" sz="900"/>
                        <a:t>3</a:t>
                      </a:r>
                      <a:endParaRPr sz="900"/>
                    </a:p>
                  </a:txBody>
                  <a:tcPr marT="91425" marB="91425" marR="91425" marL="91425" anchor="ctr"/>
                </a:tc>
                <a:tc>
                  <a:txBody>
                    <a:bodyPr/>
                    <a:lstStyle/>
                    <a:p>
                      <a:pPr indent="0" lvl="0" marL="0" rtl="0" algn="ctr">
                        <a:spcBef>
                          <a:spcPts val="0"/>
                        </a:spcBef>
                        <a:spcAft>
                          <a:spcPts val="0"/>
                        </a:spcAft>
                        <a:buNone/>
                      </a:pPr>
                      <a:r>
                        <a:rPr lang="en-GB" sz="900"/>
                        <a:t>1</a:t>
                      </a:r>
                      <a:endParaRPr sz="900"/>
                    </a:p>
                  </a:txBody>
                  <a:tcPr marT="91425" marB="91425" marR="91425" marL="91425" anchor="ctr"/>
                </a:tc>
                <a:tc>
                  <a:txBody>
                    <a:bodyPr/>
                    <a:lstStyle/>
                    <a:p>
                      <a:pPr indent="0" lvl="0" marL="0" rtl="0" algn="ctr">
                        <a:spcBef>
                          <a:spcPts val="0"/>
                        </a:spcBef>
                        <a:spcAft>
                          <a:spcPts val="0"/>
                        </a:spcAft>
                        <a:buNone/>
                      </a:pPr>
                      <a:r>
                        <a:rPr lang="en-GB" sz="900"/>
                        <a:t>5</a:t>
                      </a:r>
                      <a:endParaRPr sz="900"/>
                    </a:p>
                  </a:txBody>
                  <a:tcPr marT="91425" marB="91425" marR="91425" marL="91425" anchor="ctr"/>
                </a:tc>
                <a:tc>
                  <a:txBody>
                    <a:bodyPr/>
                    <a:lstStyle/>
                    <a:p>
                      <a:pPr indent="0" lvl="0" marL="0" rtl="0" algn="ctr">
                        <a:spcBef>
                          <a:spcPts val="0"/>
                        </a:spcBef>
                        <a:spcAft>
                          <a:spcPts val="0"/>
                        </a:spcAft>
                        <a:buNone/>
                      </a:pPr>
                      <a:r>
                        <a:rPr lang="en-GB" sz="900"/>
                        <a:t>3</a:t>
                      </a:r>
                      <a:endParaRPr sz="900"/>
                    </a:p>
                  </a:txBody>
                  <a:tcPr marT="91425" marB="91425" marR="91425" marL="91425" anchor="ctr"/>
                </a:tc>
              </a:tr>
            </a:tbl>
          </a:graphicData>
        </a:graphic>
      </p:graphicFrame>
      <p:sp>
        <p:nvSpPr>
          <p:cNvPr id="306" name="Google Shape;306;p39"/>
          <p:cNvSpPr txBox="1"/>
          <p:nvPr/>
        </p:nvSpPr>
        <p:spPr>
          <a:xfrm>
            <a:off x="162250" y="559100"/>
            <a:ext cx="3825600" cy="923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en-GB" sz="1200"/>
              <a:t>The historical data may be different that the one used during the feasibility study. So the performance of the model in validation may not be representative of the absolute performance of the models</a:t>
            </a:r>
            <a:endParaRPr i="1" sz="1200"/>
          </a:p>
        </p:txBody>
      </p:sp>
      <p:sp>
        <p:nvSpPr>
          <p:cNvPr id="307" name="Google Shape;307;p39"/>
          <p:cNvSpPr/>
          <p:nvPr/>
        </p:nvSpPr>
        <p:spPr>
          <a:xfrm>
            <a:off x="1164498" y="2999671"/>
            <a:ext cx="669600" cy="4590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8" name="Google Shape;308;p39"/>
          <p:cNvSpPr/>
          <p:nvPr/>
        </p:nvSpPr>
        <p:spPr>
          <a:xfrm>
            <a:off x="1833983" y="2999671"/>
            <a:ext cx="669600" cy="459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9" name="Google Shape;309;p39"/>
          <p:cNvSpPr/>
          <p:nvPr/>
        </p:nvSpPr>
        <p:spPr>
          <a:xfrm>
            <a:off x="2503469" y="2999671"/>
            <a:ext cx="669600" cy="4590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0" name="Google Shape;310;p39"/>
          <p:cNvSpPr/>
          <p:nvPr/>
        </p:nvSpPr>
        <p:spPr>
          <a:xfrm>
            <a:off x="1164498" y="3458747"/>
            <a:ext cx="669600" cy="4590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39"/>
          <p:cNvSpPr/>
          <p:nvPr/>
        </p:nvSpPr>
        <p:spPr>
          <a:xfrm>
            <a:off x="1833983" y="3458747"/>
            <a:ext cx="669600" cy="459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39"/>
          <p:cNvSpPr/>
          <p:nvPr/>
        </p:nvSpPr>
        <p:spPr>
          <a:xfrm>
            <a:off x="2503469" y="3458747"/>
            <a:ext cx="669600" cy="4590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39"/>
          <p:cNvSpPr/>
          <p:nvPr/>
        </p:nvSpPr>
        <p:spPr>
          <a:xfrm>
            <a:off x="1164498" y="3917823"/>
            <a:ext cx="669600" cy="4590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39"/>
          <p:cNvSpPr/>
          <p:nvPr/>
        </p:nvSpPr>
        <p:spPr>
          <a:xfrm>
            <a:off x="1833983" y="3917823"/>
            <a:ext cx="669600" cy="4590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5" name="Google Shape;315;p39"/>
          <p:cNvSpPr/>
          <p:nvPr/>
        </p:nvSpPr>
        <p:spPr>
          <a:xfrm>
            <a:off x="2503469" y="3917823"/>
            <a:ext cx="669600" cy="4590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316" name="Google Shape;316;p39"/>
          <p:cNvCxnSpPr/>
          <p:nvPr/>
        </p:nvCxnSpPr>
        <p:spPr>
          <a:xfrm>
            <a:off x="1105576" y="4376974"/>
            <a:ext cx="2769300" cy="9300"/>
          </a:xfrm>
          <a:prstGeom prst="straightConnector1">
            <a:avLst/>
          </a:prstGeom>
          <a:noFill/>
          <a:ln cap="flat" cmpd="sng" w="28575">
            <a:solidFill>
              <a:schemeClr val="dk2"/>
            </a:solidFill>
            <a:prstDash val="solid"/>
            <a:round/>
            <a:headEnd len="med" w="med" type="none"/>
            <a:tailEnd len="med" w="med" type="triangle"/>
          </a:ln>
        </p:spPr>
      </p:cxnSp>
      <p:cxnSp>
        <p:nvCxnSpPr>
          <p:cNvPr id="317" name="Google Shape;317;p39"/>
          <p:cNvCxnSpPr/>
          <p:nvPr/>
        </p:nvCxnSpPr>
        <p:spPr>
          <a:xfrm rot="10800000">
            <a:off x="1159098" y="2676441"/>
            <a:ext cx="5400" cy="1742700"/>
          </a:xfrm>
          <a:prstGeom prst="straightConnector1">
            <a:avLst/>
          </a:prstGeom>
          <a:noFill/>
          <a:ln cap="flat" cmpd="sng" w="28575">
            <a:solidFill>
              <a:schemeClr val="dk2"/>
            </a:solidFill>
            <a:prstDash val="solid"/>
            <a:round/>
            <a:headEnd len="med" w="med" type="none"/>
            <a:tailEnd len="med" w="med" type="triangle"/>
          </a:ln>
        </p:spPr>
      </p:cxnSp>
      <p:sp>
        <p:nvSpPr>
          <p:cNvPr id="318" name="Google Shape;318;p39"/>
          <p:cNvSpPr txBox="1"/>
          <p:nvPr/>
        </p:nvSpPr>
        <p:spPr>
          <a:xfrm>
            <a:off x="115050" y="2905550"/>
            <a:ext cx="1167600" cy="477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Detection Rate (alert/model)</a:t>
            </a:r>
            <a:endParaRPr sz="1100"/>
          </a:p>
        </p:txBody>
      </p:sp>
      <p:sp>
        <p:nvSpPr>
          <p:cNvPr id="319" name="Google Shape;319;p39"/>
          <p:cNvSpPr txBox="1"/>
          <p:nvPr/>
        </p:nvSpPr>
        <p:spPr>
          <a:xfrm>
            <a:off x="3173072" y="4427925"/>
            <a:ext cx="12774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Confidence Rate</a:t>
            </a:r>
            <a:endParaRPr sz="1100"/>
          </a:p>
        </p:txBody>
      </p:sp>
      <p:sp>
        <p:nvSpPr>
          <p:cNvPr id="320" name="Google Shape;320;p39"/>
          <p:cNvSpPr txBox="1"/>
          <p:nvPr/>
        </p:nvSpPr>
        <p:spPr>
          <a:xfrm>
            <a:off x="1678701" y="4419150"/>
            <a:ext cx="457200" cy="307800"/>
          </a:xfrm>
          <a:prstGeom prst="rect">
            <a:avLst/>
          </a:prstGeom>
          <a:solidFill>
            <a:schemeClr val="lt1"/>
          </a:solid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30%</a:t>
            </a:r>
            <a:endParaRPr sz="1100"/>
          </a:p>
        </p:txBody>
      </p:sp>
      <p:sp>
        <p:nvSpPr>
          <p:cNvPr id="321" name="Google Shape;321;p39"/>
          <p:cNvSpPr txBox="1"/>
          <p:nvPr/>
        </p:nvSpPr>
        <p:spPr>
          <a:xfrm>
            <a:off x="2329473" y="4419150"/>
            <a:ext cx="4572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60%</a:t>
            </a:r>
            <a:endParaRPr sz="1100"/>
          </a:p>
        </p:txBody>
      </p:sp>
      <p:sp>
        <p:nvSpPr>
          <p:cNvPr id="322" name="Google Shape;322;p39"/>
          <p:cNvSpPr txBox="1"/>
          <p:nvPr/>
        </p:nvSpPr>
        <p:spPr>
          <a:xfrm>
            <a:off x="707221" y="3832575"/>
            <a:ext cx="4572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30%</a:t>
            </a:r>
            <a:endParaRPr sz="1100"/>
          </a:p>
        </p:txBody>
      </p:sp>
      <p:sp>
        <p:nvSpPr>
          <p:cNvPr id="323" name="Google Shape;323;p39"/>
          <p:cNvSpPr txBox="1"/>
          <p:nvPr/>
        </p:nvSpPr>
        <p:spPr>
          <a:xfrm>
            <a:off x="707222" y="3393400"/>
            <a:ext cx="4572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60%</a:t>
            </a:r>
            <a:endParaRPr sz="1100"/>
          </a:p>
        </p:txBody>
      </p:sp>
      <p:sp>
        <p:nvSpPr>
          <p:cNvPr id="324" name="Google Shape;324;p39"/>
          <p:cNvSpPr txBox="1"/>
          <p:nvPr/>
        </p:nvSpPr>
        <p:spPr>
          <a:xfrm>
            <a:off x="4393892" y="2990300"/>
            <a:ext cx="19389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GO for Deployment</a:t>
            </a:r>
            <a:endParaRPr sz="1100"/>
          </a:p>
        </p:txBody>
      </p:sp>
      <p:sp>
        <p:nvSpPr>
          <p:cNvPr id="325" name="Google Shape;325;p39"/>
          <p:cNvSpPr txBox="1"/>
          <p:nvPr/>
        </p:nvSpPr>
        <p:spPr>
          <a:xfrm>
            <a:off x="4383556" y="3667636"/>
            <a:ext cx="1167600" cy="477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NO GO, model to be improved</a:t>
            </a:r>
            <a:endParaRPr sz="1100"/>
          </a:p>
        </p:txBody>
      </p:sp>
      <p:sp>
        <p:nvSpPr>
          <p:cNvPr id="326" name="Google Shape;326;p39"/>
          <p:cNvSpPr txBox="1"/>
          <p:nvPr/>
        </p:nvSpPr>
        <p:spPr>
          <a:xfrm>
            <a:off x="4393900" y="3223900"/>
            <a:ext cx="4057200" cy="477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GO if accepted by Front End ATA responsible or Ops Expert for Fleet Monitoring </a:t>
            </a:r>
            <a:endParaRPr sz="1100"/>
          </a:p>
        </p:txBody>
      </p:sp>
      <p:sp>
        <p:nvSpPr>
          <p:cNvPr id="327" name="Google Shape;327;p39"/>
          <p:cNvSpPr/>
          <p:nvPr/>
        </p:nvSpPr>
        <p:spPr>
          <a:xfrm>
            <a:off x="4110440" y="3018414"/>
            <a:ext cx="273300" cy="119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39"/>
          <p:cNvSpPr/>
          <p:nvPr/>
        </p:nvSpPr>
        <p:spPr>
          <a:xfrm>
            <a:off x="4110440" y="3430936"/>
            <a:ext cx="273300" cy="119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9" name="Google Shape;329;p39"/>
          <p:cNvSpPr/>
          <p:nvPr/>
        </p:nvSpPr>
        <p:spPr>
          <a:xfrm>
            <a:off x="4110440" y="3723176"/>
            <a:ext cx="273300" cy="119100"/>
          </a:xfrm>
          <a:prstGeom prst="rect">
            <a:avLst/>
          </a:prstGeom>
          <a:solidFill>
            <a:srgbClr val="980000"/>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0" name="Google Shape;330;p39"/>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
        <p:nvSpPr>
          <p:cNvPr id="331" name="Google Shape;331;p39"/>
          <p:cNvSpPr/>
          <p:nvPr/>
        </p:nvSpPr>
        <p:spPr>
          <a:xfrm>
            <a:off x="3110647" y="2961063"/>
            <a:ext cx="121200" cy="119100"/>
          </a:xfrm>
          <a:prstGeom prst="ellipse">
            <a:avLst/>
          </a:prstGeom>
          <a:solidFill>
            <a:srgbClr val="9900FF"/>
          </a:solidFill>
          <a:ln cap="flat" cmpd="sng" w="9525">
            <a:solidFill>
              <a:srgbClr val="0020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9"/>
          <p:cNvSpPr/>
          <p:nvPr/>
        </p:nvSpPr>
        <p:spPr>
          <a:xfrm>
            <a:off x="4190416" y="4161339"/>
            <a:ext cx="121200" cy="119100"/>
          </a:xfrm>
          <a:prstGeom prst="ellipse">
            <a:avLst/>
          </a:prstGeom>
          <a:solidFill>
            <a:srgbClr val="9900FF"/>
          </a:solidFill>
          <a:ln cap="flat" cmpd="sng" w="9525">
            <a:solidFill>
              <a:srgbClr val="0020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9"/>
          <p:cNvSpPr txBox="1"/>
          <p:nvPr/>
        </p:nvSpPr>
        <p:spPr>
          <a:xfrm>
            <a:off x="4384866" y="4069165"/>
            <a:ext cx="17679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GB" sz="1100"/>
              <a:t>KPI Deployment</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p:nvPr/>
        </p:nvSpPr>
        <p:spPr>
          <a:xfrm>
            <a:off x="162250" y="87175"/>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lt1"/>
              </a:buClr>
              <a:buSzPts val="1400"/>
              <a:buFont typeface="Arial"/>
              <a:buNone/>
            </a:pPr>
            <a:r>
              <a:rPr b="1" lang="en-GB">
                <a:solidFill>
                  <a:schemeClr val="lt1"/>
                </a:solidFill>
              </a:rPr>
              <a:t>Model computation results in validation</a:t>
            </a:r>
            <a:endParaRPr b="1" i="0" sz="1600" u="none" cap="none" strike="noStrike">
              <a:solidFill>
                <a:schemeClr val="lt1"/>
              </a:solidFill>
              <a:latin typeface="Arial"/>
              <a:ea typeface="Arial"/>
              <a:cs typeface="Arial"/>
              <a:sym typeface="Arial"/>
            </a:endParaRPr>
          </a:p>
        </p:txBody>
      </p:sp>
      <p:sp>
        <p:nvSpPr>
          <p:cNvPr id="339" name="Google Shape;339;p40"/>
          <p:cNvSpPr txBox="1"/>
          <p:nvPr/>
        </p:nvSpPr>
        <p:spPr>
          <a:xfrm>
            <a:off x="214325" y="675075"/>
            <a:ext cx="8658300" cy="38481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GB">
                <a:solidFill>
                  <a:srgbClr val="595959"/>
                </a:solidFill>
              </a:rPr>
              <a:t>Provide a summary of the results of the model over the last  months with the final threshold combination and the final tag version.</a:t>
            </a:r>
            <a:endParaRPr i="1">
              <a:solidFill>
                <a:srgbClr val="595959"/>
              </a:solidFill>
            </a:endParaRPr>
          </a:p>
          <a:p>
            <a:pPr indent="0" lvl="0" marL="0" rtl="0" algn="l">
              <a:spcBef>
                <a:spcPts val="0"/>
              </a:spcBef>
              <a:spcAft>
                <a:spcPts val="0"/>
              </a:spcAft>
              <a:buNone/>
            </a:pPr>
            <a:r>
              <a:rPr i="1" lang="en-GB">
                <a:solidFill>
                  <a:srgbClr val="595959"/>
                </a:solidFill>
              </a:rPr>
              <a:t>The objective is to understand the volume of alerts that may be generated after the deployment. </a:t>
            </a:r>
            <a:endParaRPr i="1">
              <a:solidFill>
                <a:srgbClr val="595959"/>
              </a:solidFill>
            </a:endParaRPr>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a:p>
            <a:pPr indent="0" lvl="0" marL="0" rtl="0" algn="l">
              <a:spcBef>
                <a:spcPts val="0"/>
              </a:spcBef>
              <a:spcAft>
                <a:spcPts val="0"/>
              </a:spcAft>
              <a:buNone/>
            </a:pPr>
            <a:r>
              <a:t/>
            </a:r>
            <a:endParaRPr i="1"/>
          </a:p>
        </p:txBody>
      </p:sp>
      <p:graphicFrame>
        <p:nvGraphicFramePr>
          <p:cNvPr id="340" name="Google Shape;340;p40"/>
          <p:cNvGraphicFramePr/>
          <p:nvPr/>
        </p:nvGraphicFramePr>
        <p:xfrm>
          <a:off x="293063" y="1689000"/>
          <a:ext cx="3000000" cy="3000000"/>
        </p:xfrm>
        <a:graphic>
          <a:graphicData uri="http://schemas.openxmlformats.org/drawingml/2006/table">
            <a:tbl>
              <a:tblPr>
                <a:noFill/>
                <a:tableStyleId>{8F24702C-2A23-46A4-A5C5-EC84ED24D2E6}</a:tableStyleId>
              </a:tblPr>
              <a:tblGrid>
                <a:gridCol w="960950"/>
                <a:gridCol w="441975"/>
                <a:gridCol w="1301675"/>
                <a:gridCol w="1049750"/>
                <a:gridCol w="1409400"/>
                <a:gridCol w="1478425"/>
                <a:gridCol w="903800"/>
                <a:gridCol w="954850"/>
              </a:tblGrid>
              <a:tr h="434975">
                <a:tc gridSpan="2">
                  <a:txBody>
                    <a:bodyPr/>
                    <a:lstStyle/>
                    <a:p>
                      <a:pPr indent="0" lvl="0" marL="0" rtl="0" algn="ctr">
                        <a:spcBef>
                          <a:spcPts val="0"/>
                        </a:spcBef>
                        <a:spcAft>
                          <a:spcPts val="0"/>
                        </a:spcAft>
                        <a:buNone/>
                      </a:pPr>
                      <a:r>
                        <a:rPr b="1" lang="en-GB" sz="900"/>
                        <a:t>Model instance</a:t>
                      </a:r>
                      <a:endParaRPr b="1" sz="900"/>
                    </a:p>
                  </a:txBody>
                  <a:tcPr marT="91425" marB="91425" marR="91425" marL="91425" anchor="ctr">
                    <a:solidFill>
                      <a:srgbClr val="9FC5E8"/>
                    </a:solidFill>
                  </a:tcPr>
                </a:tc>
                <a:tc hMerge="1"/>
                <a:tc>
                  <a:txBody>
                    <a:bodyPr/>
                    <a:lstStyle/>
                    <a:p>
                      <a:pPr indent="0" lvl="0" marL="0" rtl="0" algn="ctr">
                        <a:spcBef>
                          <a:spcPts val="0"/>
                        </a:spcBef>
                        <a:spcAft>
                          <a:spcPts val="0"/>
                        </a:spcAft>
                        <a:buNone/>
                      </a:pPr>
                      <a:r>
                        <a:rPr b="1" lang="en-GB" sz="900"/>
                        <a:t>Number of flights processed</a:t>
                      </a:r>
                      <a:endParaRPr b="1" sz="900"/>
                    </a:p>
                  </a:txBody>
                  <a:tcPr marT="91425" marB="91425" marR="91425" marL="91425" anchor="ctr">
                    <a:solidFill>
                      <a:srgbClr val="9FC5E8"/>
                    </a:solidFill>
                  </a:tcPr>
                </a:tc>
                <a:tc>
                  <a:txBody>
                    <a:bodyPr/>
                    <a:lstStyle/>
                    <a:p>
                      <a:pPr indent="0" lvl="0" marL="0" rtl="0" algn="ctr">
                        <a:spcBef>
                          <a:spcPts val="0"/>
                        </a:spcBef>
                        <a:spcAft>
                          <a:spcPts val="0"/>
                        </a:spcAft>
                        <a:buNone/>
                      </a:pPr>
                      <a:r>
                        <a:rPr b="1" lang="en-GB" sz="900"/>
                        <a:t>Number of MSN processed</a:t>
                      </a:r>
                      <a:endParaRPr b="1" sz="900"/>
                    </a:p>
                  </a:txBody>
                  <a:tcPr marT="91425" marB="91425" marR="91425" marL="91425" anchor="ctr">
                    <a:solidFill>
                      <a:srgbClr val="9FC5E8"/>
                    </a:solidFill>
                  </a:tcPr>
                </a:tc>
                <a:tc>
                  <a:txBody>
                    <a:bodyPr/>
                    <a:lstStyle/>
                    <a:p>
                      <a:pPr indent="0" lvl="0" marL="0" rtl="0" algn="ctr">
                        <a:spcBef>
                          <a:spcPts val="0"/>
                        </a:spcBef>
                        <a:spcAft>
                          <a:spcPts val="0"/>
                        </a:spcAft>
                        <a:buNone/>
                      </a:pPr>
                      <a:r>
                        <a:rPr b="1" lang="en-GB" sz="900"/>
                        <a:t>Number of MSN with alerts</a:t>
                      </a:r>
                      <a:endParaRPr b="1" sz="900"/>
                    </a:p>
                  </a:txBody>
                  <a:tcPr marT="91425" marB="91425" marR="91425" marL="91425" anchor="ctr">
                    <a:solidFill>
                      <a:srgbClr val="9FC5E8"/>
                    </a:solidFill>
                  </a:tcPr>
                </a:tc>
                <a:tc>
                  <a:txBody>
                    <a:bodyPr/>
                    <a:lstStyle/>
                    <a:p>
                      <a:pPr indent="0" lvl="0" marL="0" rtl="0" algn="ctr">
                        <a:spcBef>
                          <a:spcPts val="0"/>
                        </a:spcBef>
                        <a:spcAft>
                          <a:spcPts val="0"/>
                        </a:spcAft>
                        <a:buNone/>
                      </a:pPr>
                      <a:r>
                        <a:rPr b="1" lang="en-GB" sz="900"/>
                        <a:t>Number of flights with alert</a:t>
                      </a:r>
                      <a:endParaRPr b="1" sz="900"/>
                    </a:p>
                  </a:txBody>
                  <a:tcPr marT="91425" marB="91425" marR="91425" marL="91425" anchor="ctr">
                    <a:solidFill>
                      <a:srgbClr val="9FC5E8"/>
                    </a:solidFill>
                  </a:tcPr>
                </a:tc>
                <a:tc>
                  <a:txBody>
                    <a:bodyPr/>
                    <a:lstStyle/>
                    <a:p>
                      <a:pPr indent="0" lvl="0" marL="0" rtl="0" algn="ctr">
                        <a:spcBef>
                          <a:spcPts val="0"/>
                        </a:spcBef>
                        <a:spcAft>
                          <a:spcPts val="0"/>
                        </a:spcAft>
                        <a:buNone/>
                      </a:pPr>
                      <a:r>
                        <a:rPr b="1" lang="en-GB" sz="900"/>
                        <a:t>Alert rate</a:t>
                      </a:r>
                      <a:endParaRPr b="1" sz="900"/>
                    </a:p>
                  </a:txBody>
                  <a:tcPr marT="91425" marB="91425" marR="91425" marL="91425" anchor="ctr">
                    <a:solidFill>
                      <a:srgbClr val="9FC5E8"/>
                    </a:solidFill>
                  </a:tcPr>
                </a:tc>
                <a:tc>
                  <a:txBody>
                    <a:bodyPr/>
                    <a:lstStyle/>
                    <a:p>
                      <a:pPr indent="0" lvl="0" marL="0" rtl="0" algn="ctr">
                        <a:spcBef>
                          <a:spcPts val="0"/>
                        </a:spcBef>
                        <a:spcAft>
                          <a:spcPts val="0"/>
                        </a:spcAft>
                        <a:buNone/>
                      </a:pPr>
                      <a:r>
                        <a:rPr b="1" lang="en-GB" sz="900"/>
                        <a:t>Invalidity rate</a:t>
                      </a:r>
                      <a:endParaRPr b="1" sz="900"/>
                    </a:p>
                  </a:txBody>
                  <a:tcPr marT="91425" marB="91425" marR="91425" marL="91425" anchor="ctr">
                    <a:solidFill>
                      <a:srgbClr val="9FC5E8"/>
                    </a:solidFill>
                  </a:tcPr>
                </a:tc>
              </a:tr>
              <a:tr h="381000">
                <a:tc gridSpan="2">
                  <a:txBody>
                    <a:bodyPr/>
                    <a:lstStyle/>
                    <a:p>
                      <a:pPr indent="0" lvl="0" marL="0" rtl="0" algn="ctr">
                        <a:spcBef>
                          <a:spcPts val="0"/>
                        </a:spcBef>
                        <a:spcAft>
                          <a:spcPts val="0"/>
                        </a:spcAft>
                        <a:buNone/>
                      </a:pPr>
                      <a:r>
                        <a:rPr lang="en-GB"/>
                        <a:t>Pre-Prod Environment</a:t>
                      </a:r>
                      <a:endParaRPr/>
                    </a:p>
                  </a:txBody>
                  <a:tcPr marT="91425" marB="91425" marR="91425" marL="91425" anchor="ctr"/>
                </a:tc>
                <a:tc hMerge="1"/>
                <a:tc>
                  <a:txBody>
                    <a:bodyPr/>
                    <a:lstStyle/>
                    <a:p>
                      <a:pPr indent="0" lvl="0" marL="0" rtl="0" algn="ctr">
                        <a:spcBef>
                          <a:spcPts val="0"/>
                        </a:spcBef>
                        <a:spcAft>
                          <a:spcPts val="0"/>
                        </a:spcAft>
                        <a:buNone/>
                      </a:pPr>
                      <a:r>
                        <a:rPr lang="en-GB"/>
                        <a:t>14126</a:t>
                      </a:r>
                      <a:endParaRPr/>
                    </a:p>
                  </a:txBody>
                  <a:tcPr marT="91425" marB="91425" marR="91425" marL="91425" anchor="ctr"/>
                </a:tc>
                <a:tc>
                  <a:txBody>
                    <a:bodyPr/>
                    <a:lstStyle/>
                    <a:p>
                      <a:pPr indent="0" lvl="0" marL="0" rtl="0" algn="ctr">
                        <a:spcBef>
                          <a:spcPts val="0"/>
                        </a:spcBef>
                        <a:spcAft>
                          <a:spcPts val="0"/>
                        </a:spcAft>
                        <a:buNone/>
                      </a:pPr>
                      <a:r>
                        <a:rPr lang="en-GB"/>
                        <a:t>115</a:t>
                      </a:r>
                      <a:endParaRPr/>
                    </a:p>
                  </a:txBody>
                  <a:tcPr marT="91425" marB="91425" marR="91425" marL="91425" anchor="ctr"/>
                </a:tc>
                <a:tc>
                  <a:txBody>
                    <a:bodyPr/>
                    <a:lstStyle/>
                    <a:p>
                      <a:pPr indent="0" lvl="0" marL="0" rtl="0" algn="ctr">
                        <a:spcBef>
                          <a:spcPts val="0"/>
                        </a:spcBef>
                        <a:spcAft>
                          <a:spcPts val="0"/>
                        </a:spcAft>
                        <a:buNone/>
                      </a:pPr>
                      <a:r>
                        <a:rPr lang="en-GB"/>
                        <a:t>7</a:t>
                      </a:r>
                      <a:endParaRPr/>
                    </a:p>
                  </a:txBody>
                  <a:tcPr marT="91425" marB="91425" marR="91425" marL="91425" anchor="ctr"/>
                </a:tc>
                <a:tc>
                  <a:txBody>
                    <a:bodyPr/>
                    <a:lstStyle/>
                    <a:p>
                      <a:pPr indent="0" lvl="0" marL="0" rtl="0" algn="ctr">
                        <a:spcBef>
                          <a:spcPts val="0"/>
                        </a:spcBef>
                        <a:spcAft>
                          <a:spcPts val="0"/>
                        </a:spcAft>
                        <a:buNone/>
                      </a:pPr>
                      <a:r>
                        <a:rPr lang="en-GB"/>
                        <a:t>563</a:t>
                      </a:r>
                      <a:endParaRPr/>
                    </a:p>
                  </a:txBody>
                  <a:tcPr marT="91425" marB="91425" marR="91425" marL="91425" anchor="ctr"/>
                </a:tc>
                <a:tc>
                  <a:txBody>
                    <a:bodyPr/>
                    <a:lstStyle/>
                    <a:p>
                      <a:pPr indent="0" lvl="0" marL="0" rtl="0" algn="ctr">
                        <a:spcBef>
                          <a:spcPts val="0"/>
                        </a:spcBef>
                        <a:spcAft>
                          <a:spcPts val="0"/>
                        </a:spcAft>
                        <a:buNone/>
                      </a:pPr>
                      <a:r>
                        <a:rPr lang="en-GB"/>
                        <a:t>1.26%</a:t>
                      </a:r>
                      <a:endParaRPr/>
                    </a:p>
                  </a:txBody>
                  <a:tcPr marT="91425" marB="91425" marR="91425" marL="91425" anchor="ctr"/>
                </a:tc>
                <a:tc>
                  <a:txBody>
                    <a:bodyPr/>
                    <a:lstStyle/>
                    <a:p>
                      <a:pPr indent="0" lvl="0" marL="0" rtl="0" algn="ctr">
                        <a:spcBef>
                          <a:spcPts val="0"/>
                        </a:spcBef>
                        <a:spcAft>
                          <a:spcPts val="0"/>
                        </a:spcAft>
                        <a:buNone/>
                      </a:pPr>
                      <a:r>
                        <a:rPr lang="en-GB"/>
                        <a:t>6.53%</a:t>
                      </a:r>
                      <a:endParaRPr/>
                    </a:p>
                  </a:txBody>
                  <a:tcPr marT="91425" marB="91425" marR="91425" marL="91425" anchor="ctr"/>
                </a:tc>
              </a:tr>
            </a:tbl>
          </a:graphicData>
        </a:graphic>
      </p:graphicFrame>
      <p:sp>
        <p:nvSpPr>
          <p:cNvPr id="341" name="Google Shape;341;p40"/>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p:nvPr/>
        </p:nvSpPr>
        <p:spPr>
          <a:xfrm>
            <a:off x="151525" y="33600"/>
            <a:ext cx="49812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description</a:t>
            </a:r>
            <a:endParaRPr b="1" i="0" sz="1600" u="none" cap="none" strike="noStrike">
              <a:solidFill>
                <a:schemeClr val="lt1"/>
              </a:solidFill>
              <a:latin typeface="Arial"/>
              <a:ea typeface="Arial"/>
              <a:cs typeface="Arial"/>
              <a:sym typeface="Arial"/>
            </a:endParaRPr>
          </a:p>
        </p:txBody>
      </p:sp>
      <p:sp>
        <p:nvSpPr>
          <p:cNvPr id="347" name="Google Shape;347;p41"/>
          <p:cNvSpPr txBox="1"/>
          <p:nvPr/>
        </p:nvSpPr>
        <p:spPr>
          <a:xfrm>
            <a:off x="151525" y="507950"/>
            <a:ext cx="8261700" cy="4186800"/>
          </a:xfrm>
          <a:prstGeom prst="rect">
            <a:avLst/>
          </a:prstGeom>
          <a:noFill/>
          <a:ln cap="flat" cmpd="sng" w="9525">
            <a:solidFill>
              <a:srgbClr val="B7B7B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GB" sz="700">
                <a:solidFill>
                  <a:srgbClr val="595959"/>
                </a:solidFill>
              </a:rPr>
              <a:t>Model description : </a:t>
            </a:r>
            <a:endParaRPr i="1" sz="700">
              <a:solidFill>
                <a:srgbClr val="595959"/>
              </a:solidFill>
            </a:endParaRPr>
          </a:p>
          <a:p>
            <a:pPr indent="0" lvl="0" marL="0" rtl="0" algn="l">
              <a:spcBef>
                <a:spcPts val="0"/>
              </a:spcBef>
              <a:spcAft>
                <a:spcPts val="0"/>
              </a:spcAft>
              <a:buNone/>
            </a:pPr>
            <a:r>
              <a:rPr b="1" lang="en-GB" sz="700"/>
              <a:t>OVERVIEW</a:t>
            </a:r>
            <a:endParaRPr b="1" sz="700"/>
          </a:p>
          <a:p>
            <a:pPr indent="0" lvl="0" marL="0" rtl="0" algn="l">
              <a:spcBef>
                <a:spcPts val="0"/>
              </a:spcBef>
              <a:spcAft>
                <a:spcPts val="0"/>
              </a:spcAft>
              <a:buNone/>
            </a:pPr>
            <a:r>
              <a:rPr lang="en-GB" sz="700"/>
              <a:t>The goal of this model is to monitor the Pre-Cooler Exchanger (PCE) pressure decay time in order to find leakages in the PCE.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The leak can be MEDIUM or HIGH based on the depressurization time.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No associated ECAM Warning or Failure Message.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Model Version: V1.0</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Engine Applicability: All</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Data Source: SAR - Channel 17</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b="1" lang="en-GB" sz="700"/>
              <a:t>DISPLAY &amp; LAYOUT</a:t>
            </a:r>
            <a:endParaRPr b="1"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The model triggers four alerts:</a:t>
            </a:r>
            <a:endParaRPr sz="700"/>
          </a:p>
          <a:p>
            <a:pPr indent="0" lvl="0" marL="0" rtl="0" algn="l">
              <a:spcBef>
                <a:spcPts val="0"/>
              </a:spcBef>
              <a:spcAft>
                <a:spcPts val="0"/>
              </a:spcAft>
              <a:buNone/>
            </a:pPr>
            <a:r>
              <a:t/>
            </a:r>
            <a:endParaRPr sz="700"/>
          </a:p>
          <a:p>
            <a:pPr indent="-273050" lvl="0" marL="457200" rtl="0" algn="l">
              <a:spcBef>
                <a:spcPts val="0"/>
              </a:spcBef>
              <a:spcAft>
                <a:spcPts val="0"/>
              </a:spcAft>
              <a:buSzPts val="700"/>
              <a:buChar char="●"/>
            </a:pPr>
            <a:r>
              <a:rPr lang="en-GB" sz="700"/>
              <a:t>"Pre-Cooler Exchanger 1 Medium Leak" (Priority Medium).</a:t>
            </a:r>
            <a:endParaRPr sz="700"/>
          </a:p>
          <a:p>
            <a:pPr indent="-273050" lvl="0" marL="457200" rtl="0" algn="l">
              <a:spcBef>
                <a:spcPts val="0"/>
              </a:spcBef>
              <a:spcAft>
                <a:spcPts val="0"/>
              </a:spcAft>
              <a:buSzPts val="700"/>
              <a:buChar char="●"/>
            </a:pPr>
            <a:r>
              <a:rPr lang="en-GB" sz="700"/>
              <a:t>"Pre-Cooler Exchanger 2 Medium Leak" (Priority Medium).</a:t>
            </a:r>
            <a:endParaRPr sz="700"/>
          </a:p>
          <a:p>
            <a:pPr indent="-273050" lvl="0" marL="457200" rtl="0" algn="l">
              <a:spcBef>
                <a:spcPts val="0"/>
              </a:spcBef>
              <a:spcAft>
                <a:spcPts val="0"/>
              </a:spcAft>
              <a:buSzPts val="700"/>
              <a:buChar char="●"/>
            </a:pPr>
            <a:r>
              <a:rPr lang="en-GB" sz="700"/>
              <a:t>"Pre-Cooler Exchanger 1 High Leak" (Priority High).</a:t>
            </a:r>
            <a:endParaRPr sz="700"/>
          </a:p>
          <a:p>
            <a:pPr indent="-273050" lvl="0" marL="457200" rtl="0" algn="l">
              <a:spcBef>
                <a:spcPts val="0"/>
              </a:spcBef>
              <a:spcAft>
                <a:spcPts val="0"/>
              </a:spcAft>
              <a:buSzPts val="700"/>
              <a:buChar char="●"/>
            </a:pPr>
            <a:r>
              <a:rPr lang="en-GB" sz="700"/>
              <a:t>"Pre-Cooler Exchanger 2 High Leak" (Priority High).</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All associated graphs displayed for these alerts are built similarly. </a:t>
            </a:r>
            <a:r>
              <a:rPr lang="en-GB" sz="700">
                <a:solidFill>
                  <a:srgbClr val="FF0000"/>
                </a:solidFill>
              </a:rPr>
              <a:t>**EXPLAINED IN THE NEXT SLIDES**</a:t>
            </a:r>
            <a:endParaRPr sz="700">
              <a:solidFill>
                <a:srgbClr val="FF0000"/>
              </a:solidFill>
            </a:endParaRPr>
          </a:p>
          <a:p>
            <a:pPr indent="0" lvl="0" marL="0" rtl="0" algn="l">
              <a:spcBef>
                <a:spcPts val="0"/>
              </a:spcBef>
              <a:spcAft>
                <a:spcPts val="0"/>
              </a:spcAft>
              <a:buNone/>
            </a:pPr>
            <a:r>
              <a:t/>
            </a:r>
            <a:endParaRPr sz="700"/>
          </a:p>
          <a:p>
            <a:pPr indent="0" lvl="0" marL="0" rtl="0" algn="l">
              <a:spcBef>
                <a:spcPts val="0"/>
              </a:spcBef>
              <a:spcAft>
                <a:spcPts val="0"/>
              </a:spcAft>
              <a:buNone/>
            </a:pPr>
            <a:r>
              <a:rPr b="1" lang="en-GB" sz="700"/>
              <a:t>ADDITIONAL INFORMATION</a:t>
            </a:r>
            <a:endParaRPr b="1" sz="700"/>
          </a:p>
          <a:p>
            <a:pPr indent="0" lvl="0" marL="0" rtl="0" algn="l">
              <a:spcBef>
                <a:spcPts val="0"/>
              </a:spcBef>
              <a:spcAft>
                <a:spcPts val="0"/>
              </a:spcAft>
              <a:buNone/>
            </a:pPr>
            <a:r>
              <a:t/>
            </a:r>
            <a:endParaRPr sz="700"/>
          </a:p>
          <a:p>
            <a:pPr indent="-273050" lvl="0" marL="457200" rtl="0" algn="l">
              <a:spcBef>
                <a:spcPts val="0"/>
              </a:spcBef>
              <a:spcAft>
                <a:spcPts val="0"/>
              </a:spcAft>
              <a:buSzPts val="700"/>
              <a:buChar char="●"/>
            </a:pPr>
            <a:r>
              <a:rPr lang="en-GB" sz="700"/>
              <a:t>The cumulative event thresholds and the leak thresholds can be customized.</a:t>
            </a:r>
            <a:endParaRPr sz="700"/>
          </a:p>
          <a:p>
            <a:pPr indent="-273050" lvl="0" marL="457200" rtl="0" algn="l">
              <a:spcBef>
                <a:spcPts val="0"/>
              </a:spcBef>
              <a:spcAft>
                <a:spcPts val="0"/>
              </a:spcAft>
              <a:buSzPts val="700"/>
              <a:buChar char="●"/>
            </a:pPr>
            <a:r>
              <a:t/>
            </a:r>
            <a:endParaRPr sz="700"/>
          </a:p>
          <a:p>
            <a:pPr indent="-273050" lvl="0" marL="457200" rtl="0" algn="l">
              <a:spcBef>
                <a:spcPts val="0"/>
              </a:spcBef>
              <a:spcAft>
                <a:spcPts val="0"/>
              </a:spcAft>
              <a:buSzPts val="700"/>
              <a:buChar char="●"/>
            </a:pPr>
            <a:r>
              <a:rPr lang="en-GB" sz="700"/>
              <a:t>ATA6D coverage: 361162</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b="1" lang="en-GB" sz="700"/>
              <a:t>MODEL VERSION HISTORY</a:t>
            </a:r>
            <a:endParaRPr b="1"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Version 1.0: WK 45 November 2024</a:t>
            </a:r>
            <a:endParaRPr sz="700"/>
          </a:p>
          <a:p>
            <a:pPr indent="0" lvl="0" marL="0" rtl="0" algn="l">
              <a:spcBef>
                <a:spcPts val="0"/>
              </a:spcBef>
              <a:spcAft>
                <a:spcPts val="0"/>
              </a:spcAft>
              <a:buNone/>
            </a:pPr>
            <a:r>
              <a:t/>
            </a:r>
            <a:endParaRPr sz="700"/>
          </a:p>
          <a:p>
            <a:pPr indent="-273050" lvl="0" marL="457200" rtl="0" algn="l">
              <a:spcBef>
                <a:spcPts val="0"/>
              </a:spcBef>
              <a:spcAft>
                <a:spcPts val="0"/>
              </a:spcAft>
              <a:buSzPts val="700"/>
              <a:buChar char="●"/>
            </a:pPr>
            <a:r>
              <a:rPr lang="en-GB" sz="700"/>
              <a:t>Initial version</a:t>
            </a:r>
            <a:endParaRPr sz="700"/>
          </a:p>
          <a:p>
            <a:pPr indent="0" lvl="0" marL="0" rtl="0" algn="l">
              <a:spcBef>
                <a:spcPts val="0"/>
              </a:spcBef>
              <a:spcAft>
                <a:spcPts val="0"/>
              </a:spcAft>
              <a:buNone/>
            </a:pPr>
            <a:r>
              <a:t/>
            </a:r>
            <a:endParaRPr i="1" sz="800"/>
          </a:p>
        </p:txBody>
      </p:sp>
      <p:sp>
        <p:nvSpPr>
          <p:cNvPr id="348" name="Google Shape;348;p41"/>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2"/>
          <p:cNvSpPr/>
          <p:nvPr/>
        </p:nvSpPr>
        <p:spPr>
          <a:xfrm>
            <a:off x="151525" y="33600"/>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Charts </a:t>
            </a:r>
            <a:endParaRPr b="1" i="0" sz="1600" u="none" cap="none" strike="noStrike">
              <a:solidFill>
                <a:schemeClr val="lt1"/>
              </a:solidFill>
              <a:latin typeface="Arial"/>
              <a:ea typeface="Arial"/>
              <a:cs typeface="Arial"/>
              <a:sym typeface="Arial"/>
            </a:endParaRPr>
          </a:p>
        </p:txBody>
      </p:sp>
      <p:sp>
        <p:nvSpPr>
          <p:cNvPr id="354" name="Google Shape;354;p42"/>
          <p:cNvSpPr txBox="1"/>
          <p:nvPr/>
        </p:nvSpPr>
        <p:spPr>
          <a:xfrm>
            <a:off x="314100" y="815475"/>
            <a:ext cx="7961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000">
                <a:solidFill>
                  <a:schemeClr val="dk1"/>
                </a:solidFill>
              </a:rPr>
              <a:t>T</a:t>
            </a:r>
            <a:r>
              <a:rPr lang="en-GB" sz="1000">
                <a:solidFill>
                  <a:schemeClr val="dk1"/>
                </a:solidFill>
              </a:rPr>
              <a:t>he graph below shows the Pre-Cooler Exchanger (PCE) depressurization time for each flight:</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Y-axis shows the depressurization time in seconds. When the feature is below the threshold, it is considered as an event.</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X-axis shows the flight date.</a:t>
            </a:r>
            <a:endParaRPr i="1"/>
          </a:p>
        </p:txBody>
      </p:sp>
      <p:sp>
        <p:nvSpPr>
          <p:cNvPr id="355" name="Google Shape;355;p42"/>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pic>
        <p:nvPicPr>
          <p:cNvPr id="356" name="Google Shape;356;p42"/>
          <p:cNvPicPr preferRelativeResize="0"/>
          <p:nvPr/>
        </p:nvPicPr>
        <p:blipFill rotWithShape="1">
          <a:blip r:embed="rId3">
            <a:alphaModFix/>
          </a:blip>
          <a:srcRect b="0" l="0" r="0" t="0"/>
          <a:stretch/>
        </p:blipFill>
        <p:spPr>
          <a:xfrm>
            <a:off x="314100" y="1774762"/>
            <a:ext cx="7961699" cy="190079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3"/>
          <p:cNvSpPr/>
          <p:nvPr/>
        </p:nvSpPr>
        <p:spPr>
          <a:xfrm>
            <a:off x="151525" y="33600"/>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Charts </a:t>
            </a:r>
            <a:endParaRPr b="1" i="0" sz="1600" u="none" cap="none" strike="noStrike">
              <a:solidFill>
                <a:schemeClr val="lt1"/>
              </a:solidFill>
              <a:latin typeface="Arial"/>
              <a:ea typeface="Arial"/>
              <a:cs typeface="Arial"/>
              <a:sym typeface="Arial"/>
            </a:endParaRPr>
          </a:p>
        </p:txBody>
      </p:sp>
      <p:sp>
        <p:nvSpPr>
          <p:cNvPr id="362" name="Google Shape;362;p43"/>
          <p:cNvSpPr txBox="1"/>
          <p:nvPr/>
        </p:nvSpPr>
        <p:spPr>
          <a:xfrm>
            <a:off x="314100" y="815475"/>
            <a:ext cx="7961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dk1"/>
                </a:solidFill>
              </a:rPr>
              <a:t>The graph below shows the cumulative events for each flight:</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Y-axis shows the cumulative number of events over a flight window.</a:t>
            </a:r>
            <a:endParaRPr sz="1000">
              <a:solidFill>
                <a:schemeClr val="dk1"/>
              </a:solidFill>
            </a:endParaRPr>
          </a:p>
          <a:p>
            <a:pPr indent="-292100" lvl="0" marL="457200" rtl="0" algn="l">
              <a:spcBef>
                <a:spcPts val="0"/>
              </a:spcBef>
              <a:spcAft>
                <a:spcPts val="0"/>
              </a:spcAft>
              <a:buClr>
                <a:schemeClr val="dk1"/>
              </a:buClr>
              <a:buSzPts val="1000"/>
              <a:buChar char="●"/>
            </a:pPr>
            <a:r>
              <a:rPr lang="en-GB" sz="1000">
                <a:solidFill>
                  <a:schemeClr val="dk1"/>
                </a:solidFill>
              </a:rPr>
              <a:t>The X-axis shows the flight date.</a:t>
            </a:r>
            <a:endParaRPr sz="1000">
              <a:solidFill>
                <a:schemeClr val="dk1"/>
              </a:solidFill>
            </a:endParaRPr>
          </a:p>
        </p:txBody>
      </p:sp>
      <p:sp>
        <p:nvSpPr>
          <p:cNvPr id="363" name="Google Shape;363;p43"/>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pic>
        <p:nvPicPr>
          <p:cNvPr id="364" name="Google Shape;364;p43"/>
          <p:cNvPicPr preferRelativeResize="0"/>
          <p:nvPr/>
        </p:nvPicPr>
        <p:blipFill rotWithShape="1">
          <a:blip r:embed="rId3">
            <a:alphaModFix/>
          </a:blip>
          <a:srcRect b="0" l="0" r="0" t="0"/>
          <a:stretch/>
        </p:blipFill>
        <p:spPr>
          <a:xfrm>
            <a:off x="314100" y="1774762"/>
            <a:ext cx="7961699" cy="19007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4"/>
          <p:cNvSpPr/>
          <p:nvPr/>
        </p:nvSpPr>
        <p:spPr>
          <a:xfrm>
            <a:off x="151525" y="33600"/>
            <a:ext cx="49812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Maintenance advice</a:t>
            </a:r>
            <a:endParaRPr b="1" i="0" sz="1600" u="none" cap="none" strike="noStrike">
              <a:solidFill>
                <a:schemeClr val="lt1"/>
              </a:solidFill>
              <a:latin typeface="Arial"/>
              <a:ea typeface="Arial"/>
              <a:cs typeface="Arial"/>
              <a:sym typeface="Arial"/>
            </a:endParaRPr>
          </a:p>
        </p:txBody>
      </p:sp>
      <p:sp>
        <p:nvSpPr>
          <p:cNvPr id="370" name="Google Shape;370;p44"/>
          <p:cNvSpPr txBox="1"/>
          <p:nvPr/>
        </p:nvSpPr>
        <p:spPr>
          <a:xfrm>
            <a:off x="137100" y="1224175"/>
            <a:ext cx="8869800" cy="1031400"/>
          </a:xfrm>
          <a:prstGeom prst="rect">
            <a:avLst/>
          </a:prstGeom>
          <a:noFill/>
          <a:ln cap="flat" cmpd="sng" w="9525">
            <a:solidFill>
              <a:srgbClr val="BFBFB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t>MEDIUM LEAK ALERT</a:t>
            </a:r>
            <a:r>
              <a:rPr lang="en-GB" sz="1100"/>
              <a:t>:</a:t>
            </a:r>
            <a:endParaRPr sz="1100"/>
          </a:p>
          <a:p>
            <a:pPr indent="-298450" lvl="0" marL="457200" rtl="0" algn="l">
              <a:spcBef>
                <a:spcPts val="0"/>
              </a:spcBef>
              <a:spcAft>
                <a:spcPts val="0"/>
              </a:spcAft>
              <a:buSzPts val="1100"/>
              <a:buChar char="●"/>
            </a:pPr>
            <a:r>
              <a:rPr lang="en-GB" sz="1100"/>
              <a:t>If the alert is raised, perform the actions described in the last issue of the </a:t>
            </a:r>
            <a:r>
              <a:rPr b="1" lang="en-GB" sz="1100"/>
              <a:t>Alert Operators Transmission (AOT) - Ref: A36P010-23</a:t>
            </a:r>
            <a:r>
              <a:rPr lang="en-GB" sz="1100"/>
              <a:t>.</a:t>
            </a:r>
            <a:endParaRPr sz="1100"/>
          </a:p>
          <a:p>
            <a:pPr indent="0" lvl="0" marL="0" rtl="0" algn="l">
              <a:spcBef>
                <a:spcPts val="0"/>
              </a:spcBef>
              <a:spcAft>
                <a:spcPts val="0"/>
              </a:spcAft>
              <a:buNone/>
            </a:pPr>
            <a:r>
              <a:t/>
            </a:r>
            <a:endParaRPr sz="1100"/>
          </a:p>
          <a:p>
            <a:pPr indent="0" lvl="0" marL="0" rtl="0" algn="l">
              <a:spcBef>
                <a:spcPts val="0"/>
              </a:spcBef>
              <a:spcAft>
                <a:spcPts val="0"/>
              </a:spcAft>
              <a:buClr>
                <a:schemeClr val="dk1"/>
              </a:buClr>
              <a:buSzPts val="1100"/>
              <a:buFont typeface="Arial"/>
              <a:buNone/>
            </a:pPr>
            <a:r>
              <a:rPr b="1" lang="en-GB" sz="1100">
                <a:solidFill>
                  <a:schemeClr val="dk1"/>
                </a:solidFill>
              </a:rPr>
              <a:t>HIGH</a:t>
            </a:r>
            <a:r>
              <a:rPr b="1" lang="en-GB" sz="1100">
                <a:solidFill>
                  <a:schemeClr val="dk1"/>
                </a:solidFill>
              </a:rPr>
              <a:t> LEAK ALERT</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If the alert is raised, perform the actions described in the last issue of the </a:t>
            </a:r>
            <a:r>
              <a:rPr b="1" lang="en-GB" sz="1100">
                <a:solidFill>
                  <a:schemeClr val="dk1"/>
                </a:solidFill>
              </a:rPr>
              <a:t>Alert Operators Transmission (AOT) - Ref: A36P010-23</a:t>
            </a:r>
            <a:r>
              <a:rPr lang="en-GB" sz="1100">
                <a:solidFill>
                  <a:schemeClr val="dk1"/>
                </a:solidFill>
              </a:rPr>
              <a:t>.</a:t>
            </a:r>
            <a:endParaRPr sz="1100"/>
          </a:p>
        </p:txBody>
      </p:sp>
      <p:sp>
        <p:nvSpPr>
          <p:cNvPr id="371" name="Google Shape;371;p44"/>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nvSpPr>
        <p:spPr>
          <a:xfrm>
            <a:off x="428625" y="782250"/>
            <a:ext cx="8240400" cy="36327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GB">
                <a:solidFill>
                  <a:schemeClr val="dk1"/>
                </a:solidFill>
              </a:rPr>
              <a:t>List of customizable parameters : </a:t>
            </a: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Alert priority and justification (LOW, MEDIUM, or HIGH)</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For a maturity at -1 (models operated by Airtac or customer support), the policy for alert priority is </a:t>
            </a:r>
            <a:endParaRPr>
              <a:solidFill>
                <a:schemeClr val="dk1"/>
              </a:solidFill>
            </a:endParaRPr>
          </a:p>
          <a:p>
            <a:pPr indent="-317500" lvl="2" marL="1371600" rtl="0" algn="l">
              <a:spcBef>
                <a:spcPts val="0"/>
              </a:spcBef>
              <a:spcAft>
                <a:spcPts val="0"/>
              </a:spcAft>
              <a:buClr>
                <a:schemeClr val="dk1"/>
              </a:buClr>
              <a:buSzPts val="1400"/>
              <a:buChar char="■"/>
            </a:pPr>
            <a:r>
              <a:rPr b="1" lang="en-GB">
                <a:solidFill>
                  <a:schemeClr val="dk1"/>
                </a:solidFill>
              </a:rPr>
              <a:t>LOW  -&gt; operated by customer support</a:t>
            </a:r>
            <a:endParaRPr b="1">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MEDIUM / HIGH -&gt; operated by Airtac (SBC2) / digital maintenance operation (SBC6)</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For a maturity at 1 and 3 (service models) the policy for alert priority is </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LOW -&gt; GO MMEL item</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MEDIUM -&gt; GO IF MMEL item</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HIGH -&gt; NO GO MMEL item</a:t>
            </a: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Model limitation like temperature range / altitude / part  number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t/>
            </a:r>
            <a:endParaRPr i="1">
              <a:solidFill>
                <a:schemeClr val="dk1"/>
              </a:solidFill>
            </a:endParaRPr>
          </a:p>
        </p:txBody>
      </p:sp>
      <p:sp>
        <p:nvSpPr>
          <p:cNvPr id="377" name="Google Shape;377;p45"/>
          <p:cNvSpPr/>
          <p:nvPr/>
        </p:nvSpPr>
        <p:spPr>
          <a:xfrm>
            <a:off x="162250" y="87175"/>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lt1"/>
              </a:buClr>
              <a:buSzPts val="1400"/>
              <a:buFont typeface="Arial"/>
              <a:buNone/>
            </a:pPr>
            <a:r>
              <a:rPr b="1" lang="en-GB">
                <a:solidFill>
                  <a:schemeClr val="lt1"/>
                </a:solidFill>
              </a:rPr>
              <a:t>Additional information</a:t>
            </a:r>
            <a:endParaRPr b="1" i="0" sz="1600" u="none" cap="none" strike="noStrike">
              <a:solidFill>
                <a:schemeClr val="lt1"/>
              </a:solidFill>
              <a:latin typeface="Arial"/>
              <a:ea typeface="Arial"/>
              <a:cs typeface="Arial"/>
              <a:sym typeface="Arial"/>
            </a:endParaRPr>
          </a:p>
        </p:txBody>
      </p:sp>
      <p:sp>
        <p:nvSpPr>
          <p:cNvPr id="378" name="Google Shape;378;p45"/>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6"/>
          <p:cNvSpPr txBox="1"/>
          <p:nvPr/>
        </p:nvSpPr>
        <p:spPr>
          <a:xfrm>
            <a:off x="216050" y="717950"/>
            <a:ext cx="8368800" cy="42936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GB">
                <a:solidFill>
                  <a:schemeClr val="dk1"/>
                </a:solidFill>
              </a:rPr>
              <a:t>Deployment review date : </a:t>
            </a:r>
            <a:endParaRPr/>
          </a:p>
          <a:p>
            <a:pPr indent="-317500" lvl="0" marL="457200" rtl="0" algn="l">
              <a:spcBef>
                <a:spcPts val="0"/>
              </a:spcBef>
              <a:spcAft>
                <a:spcPts val="0"/>
              </a:spcAft>
              <a:buSzPts val="1400"/>
              <a:buChar char="▪"/>
            </a:pPr>
            <a:r>
              <a:rPr lang="en-GB">
                <a:solidFill>
                  <a:schemeClr val="dk1"/>
                </a:solidFill>
              </a:rPr>
              <a:t>Deployment: </a:t>
            </a:r>
            <a:r>
              <a:rPr b="1" lang="en-GB">
                <a:solidFill>
                  <a:srgbClr val="00FF00"/>
                </a:solidFill>
              </a:rPr>
              <a:t>GO </a:t>
            </a:r>
            <a:r>
              <a:rPr b="1" lang="en-GB">
                <a:solidFill>
                  <a:schemeClr val="dk1"/>
                </a:solidFill>
              </a:rPr>
              <a:t>*</a:t>
            </a:r>
            <a:r>
              <a:rPr lang="en-GB">
                <a:solidFill>
                  <a:schemeClr val="dk1"/>
                </a:solidFill>
              </a:rPr>
              <a:t> 1SYPA will have the control of the alerts and the communications to the airline</a:t>
            </a:r>
            <a:endParaRPr>
              <a:solidFill>
                <a:schemeClr val="dk1"/>
              </a:solidFill>
            </a:endParaRPr>
          </a:p>
          <a:p>
            <a:pPr indent="-317500" lvl="0" marL="457200" rtl="0" algn="l">
              <a:spcBef>
                <a:spcPts val="0"/>
              </a:spcBef>
              <a:spcAft>
                <a:spcPts val="0"/>
              </a:spcAft>
              <a:buSzPts val="1400"/>
              <a:buChar char="▪"/>
            </a:pPr>
            <a:r>
              <a:rPr lang="en-GB"/>
              <a:t>Action to be completed prior to model deployment</a:t>
            </a:r>
            <a:endParaRPr/>
          </a:p>
          <a:p>
            <a:pPr indent="-317500" lvl="1" marL="914400" rtl="0" algn="l">
              <a:spcBef>
                <a:spcPts val="0"/>
              </a:spcBef>
              <a:spcAft>
                <a:spcPts val="0"/>
              </a:spcAft>
              <a:buSzPts val="1400"/>
              <a:buChar char="▪"/>
            </a:pPr>
            <a:r>
              <a:rPr lang="en-GB"/>
              <a:t>Change Alert Priority to LOW as Customer Support will operate the model.</a:t>
            </a:r>
            <a:endParaRPr/>
          </a:p>
          <a:p>
            <a:pPr indent="-317500" lvl="1" marL="914400" rtl="0" algn="l">
              <a:spcBef>
                <a:spcPts val="0"/>
              </a:spcBef>
              <a:spcAft>
                <a:spcPts val="0"/>
              </a:spcAft>
              <a:buSzPts val="1400"/>
              <a:buChar char="▪"/>
            </a:pPr>
            <a:r>
              <a:rPr lang="en-GB"/>
              <a:t>Maintenance Advice will not be necessary as 1SYPA will communicate with the airline.</a:t>
            </a:r>
            <a:endParaRPr/>
          </a:p>
          <a:p>
            <a:pPr indent="-317500" lvl="1" marL="914400" rtl="0" algn="l">
              <a:spcBef>
                <a:spcPts val="0"/>
              </a:spcBef>
              <a:spcAft>
                <a:spcPts val="0"/>
              </a:spcAft>
              <a:buSzPts val="1400"/>
              <a:buChar char="▪"/>
            </a:pPr>
            <a:r>
              <a:rPr lang="en-GB"/>
              <a:t>Correct error in SPM chart visualization:</a:t>
            </a:r>
            <a:endParaRPr/>
          </a:p>
          <a:p>
            <a:pPr indent="-317500" lvl="2" marL="1371600" rtl="0" algn="l">
              <a:spcBef>
                <a:spcPts val="0"/>
              </a:spcBef>
              <a:spcAft>
                <a:spcPts val="0"/>
              </a:spcAft>
              <a:buSzPts val="1400"/>
              <a:buChar char="■"/>
            </a:pPr>
            <a:r>
              <a:rPr lang="en-GB"/>
              <a:t>Duplicated flights</a:t>
            </a:r>
            <a:endParaRPr/>
          </a:p>
          <a:p>
            <a:pPr indent="-317500" lvl="2" marL="1371600" rtl="0" algn="l">
              <a:spcBef>
                <a:spcPts val="0"/>
              </a:spcBef>
              <a:spcAft>
                <a:spcPts val="0"/>
              </a:spcAft>
              <a:buSzPts val="1400"/>
              <a:buChar char="■"/>
            </a:pPr>
            <a:r>
              <a:rPr lang="en-GB"/>
              <a:t>Invalid flights that show the feature</a:t>
            </a:r>
            <a:endParaRPr/>
          </a:p>
          <a:p>
            <a:pPr indent="-317500" lvl="0" marL="457200" rtl="0" algn="l">
              <a:spcBef>
                <a:spcPts val="0"/>
              </a:spcBef>
              <a:spcAft>
                <a:spcPts val="0"/>
              </a:spcAft>
              <a:buSzPts val="1400"/>
              <a:buChar char="▪"/>
            </a:pPr>
            <a:r>
              <a:rPr lang="en-GB"/>
              <a:t>Foreseen evolution</a:t>
            </a:r>
            <a:endParaRPr/>
          </a:p>
          <a:p>
            <a:pPr indent="-317500" lvl="1" marL="914400" rtl="0" algn="l">
              <a:spcBef>
                <a:spcPts val="0"/>
              </a:spcBef>
              <a:spcAft>
                <a:spcPts val="0"/>
              </a:spcAft>
              <a:buSzPts val="1400"/>
              <a:buChar char="▪"/>
            </a:pPr>
            <a:r>
              <a:rPr lang="en-GB"/>
              <a:t>Link to model evolution tracker : </a:t>
            </a:r>
            <a:r>
              <a:rPr lang="en-GB" u="sng">
                <a:solidFill>
                  <a:schemeClr val="hlink"/>
                </a:solidFill>
                <a:hlinkClick r:id="rId3"/>
              </a:rPr>
              <a:t>Model evolution tracker</a:t>
            </a:r>
            <a:endParaRPr sz="1300">
              <a:solidFill>
                <a:srgbClr val="002060"/>
              </a:solidFill>
            </a:endParaRPr>
          </a:p>
          <a:p>
            <a:pPr indent="0" lvl="0" marL="0" rtl="0" algn="l">
              <a:lnSpc>
                <a:spcPct val="115000"/>
              </a:lnSpc>
              <a:spcBef>
                <a:spcPts val="0"/>
              </a:spcBef>
              <a:spcAft>
                <a:spcPts val="0"/>
              </a:spcAft>
              <a:buNone/>
            </a:pPr>
            <a:r>
              <a:t/>
            </a:r>
            <a:endParaRPr sz="1300">
              <a:solidFill>
                <a:srgbClr val="002060"/>
              </a:solidFill>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84" name="Google Shape;384;p46"/>
          <p:cNvSpPr/>
          <p:nvPr/>
        </p:nvSpPr>
        <p:spPr>
          <a:xfrm>
            <a:off x="151525" y="33600"/>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Conclusion</a:t>
            </a:r>
            <a:endParaRPr b="1" i="0" sz="1600" u="none" cap="none" strike="noStrike">
              <a:solidFill>
                <a:schemeClr val="lt1"/>
              </a:solidFill>
              <a:latin typeface="Arial"/>
              <a:ea typeface="Arial"/>
              <a:cs typeface="Arial"/>
              <a:sym typeface="Arial"/>
            </a:endParaRPr>
          </a:p>
        </p:txBody>
      </p:sp>
      <p:sp>
        <p:nvSpPr>
          <p:cNvPr id="385" name="Google Shape;385;p46"/>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7"/>
          <p:cNvSpPr txBox="1"/>
          <p:nvPr>
            <p:ph idx="4294967295" type="body"/>
          </p:nvPr>
        </p:nvSpPr>
        <p:spPr>
          <a:xfrm>
            <a:off x="328625" y="739375"/>
            <a:ext cx="7886700" cy="3718200"/>
          </a:xfrm>
          <a:prstGeom prst="rect">
            <a:avLst/>
          </a:prstGeom>
          <a:ln cap="flat" cmpd="sng" w="9525">
            <a:solidFill>
              <a:srgbClr val="888888"/>
            </a:solidFill>
            <a:prstDash val="solid"/>
            <a:round/>
            <a:headEnd len="sm" w="sm" type="none"/>
            <a:tailEnd len="sm" w="sm" type="none"/>
          </a:ln>
        </p:spPr>
        <p:txBody>
          <a:bodyPr anchorCtr="0" anchor="t" bIns="34275" lIns="68575" spcFirstLastPara="1" rIns="68575" wrap="square" tIns="34275">
            <a:normAutofit fontScale="85000" lnSpcReduction="20000"/>
          </a:bodyPr>
          <a:lstStyle/>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JIRA reference: </a:t>
            </a:r>
            <a:r>
              <a:rPr i="1" lang="en-GB" sz="1400" u="sng">
                <a:solidFill>
                  <a:schemeClr val="hlink"/>
                </a:solidFill>
                <a:latin typeface="Arial"/>
                <a:ea typeface="Arial"/>
                <a:cs typeface="Arial"/>
                <a:sym typeface="Arial"/>
                <a:hlinkClick r:id="rId3"/>
              </a:rPr>
              <a:t>SBAOG001-8423</a:t>
            </a:r>
            <a:endParaRPr i="1"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Airlines:  </a:t>
            </a:r>
            <a:r>
              <a:rPr lang="en-GB" sz="1400">
                <a:solidFill>
                  <a:srgbClr val="003F65"/>
                </a:solidFill>
                <a:latin typeface="Arial"/>
                <a:ea typeface="Arial"/>
                <a:cs typeface="Arial"/>
                <a:sym typeface="Arial"/>
              </a:rPr>
              <a:t>☐</a:t>
            </a:r>
            <a:r>
              <a:rPr lang="en-GB" sz="1400">
                <a:solidFill>
                  <a:srgbClr val="003F65"/>
                </a:solidFill>
                <a:latin typeface="Arial"/>
                <a:ea typeface="Arial"/>
                <a:cs typeface="Arial"/>
                <a:sym typeface="Arial"/>
              </a:rPr>
              <a:t> ALL SPM customers ☐ Selected SPM customers</a:t>
            </a:r>
            <a:endParaRPr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Engine configuration (for SA / LR): </a:t>
            </a:r>
            <a:r>
              <a:rPr lang="en-GB" sz="1400">
                <a:solidFill>
                  <a:srgbClr val="003F65"/>
                </a:solidFill>
                <a:latin typeface="Arial"/>
                <a:ea typeface="Arial"/>
                <a:cs typeface="Arial"/>
                <a:sym typeface="Arial"/>
              </a:rPr>
              <a:t>☐ SA CEO-CFM ☐ SA CEO-IAE ☐ SA NEO-CFM ☐ SA NEO-PW / ☐ LR CEO-GE ☐ LR CEO-RR ☐ LR CEO-PW ☐ LR NEO-RR</a:t>
            </a:r>
            <a:endParaRPr b="1"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APU configuration (for SA):  </a:t>
            </a:r>
            <a:r>
              <a:rPr b="1" lang="en-GB" sz="1400">
                <a:solidFill>
                  <a:srgbClr val="003F65"/>
                </a:solidFill>
                <a:latin typeface="Arial"/>
                <a:ea typeface="Arial"/>
                <a:cs typeface="Arial"/>
                <a:sym typeface="Arial"/>
              </a:rPr>
              <a:t> </a:t>
            </a:r>
            <a:r>
              <a:rPr lang="en-GB" sz="1400">
                <a:solidFill>
                  <a:srgbClr val="003F65"/>
                </a:solidFill>
                <a:latin typeface="Arial"/>
                <a:ea typeface="Arial"/>
                <a:cs typeface="Arial"/>
                <a:sym typeface="Arial"/>
              </a:rPr>
              <a:t>☐ </a:t>
            </a:r>
            <a:r>
              <a:rPr lang="en-GB" sz="1400">
                <a:solidFill>
                  <a:srgbClr val="003F65"/>
                </a:solidFill>
                <a:latin typeface="Arial"/>
                <a:ea typeface="Arial"/>
                <a:cs typeface="Arial"/>
                <a:sym typeface="Arial"/>
              </a:rPr>
              <a:t>HWL ☐APS </a:t>
            </a:r>
            <a:endParaRPr b="1"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Data type applicability: </a:t>
            </a:r>
            <a:r>
              <a:rPr lang="en-GB" sz="1400">
                <a:solidFill>
                  <a:srgbClr val="003F65"/>
                </a:solidFill>
                <a:latin typeface="Arial"/>
                <a:ea typeface="Arial"/>
                <a:cs typeface="Arial"/>
                <a:sym typeface="Arial"/>
              </a:rPr>
              <a:t>☐ADC ☐ACMS R38 ☐ SAR </a:t>
            </a:r>
            <a:r>
              <a:rPr lang="en-GB" sz="1400">
                <a:solidFill>
                  <a:srgbClr val="003F65"/>
                </a:solidFill>
                <a:latin typeface="Arial"/>
                <a:ea typeface="Arial"/>
                <a:cs typeface="Arial"/>
                <a:sym typeface="Arial"/>
              </a:rPr>
              <a:t>☐ ACMS report XXX ☐ uplink</a:t>
            </a:r>
            <a:endParaRPr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User Guide: </a:t>
            </a:r>
            <a:r>
              <a:rPr i="1" lang="en-GB" sz="1400">
                <a:solidFill>
                  <a:srgbClr val="003F65"/>
                </a:solidFill>
                <a:latin typeface="Arial"/>
                <a:ea typeface="Arial"/>
                <a:cs typeface="Arial"/>
                <a:sym typeface="Arial"/>
              </a:rPr>
              <a:t>[Link to User guide]</a:t>
            </a:r>
            <a:endParaRPr i="1"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Model ID: </a:t>
            </a:r>
            <a:r>
              <a:rPr lang="en-GB" sz="1400">
                <a:solidFill>
                  <a:srgbClr val="003F65"/>
                </a:solidFill>
                <a:latin typeface="Arial"/>
                <a:ea typeface="Arial"/>
                <a:cs typeface="Arial"/>
                <a:sym typeface="Arial"/>
              </a:rPr>
              <a:t>ATA36_XWB_PCE_LEAKAGE_MONITORING_M0</a:t>
            </a:r>
            <a:endParaRPr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Model tag : </a:t>
            </a:r>
            <a:endParaRPr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MOCA version: </a:t>
            </a:r>
            <a:r>
              <a:rPr lang="en-GB" sz="1400">
                <a:solidFill>
                  <a:srgbClr val="003F65"/>
                </a:solidFill>
                <a:latin typeface="Arial"/>
                <a:ea typeface="Arial"/>
                <a:cs typeface="Arial"/>
                <a:sym typeface="Arial"/>
              </a:rPr>
              <a:t>1</a:t>
            </a:r>
            <a:r>
              <a:rPr lang="en-GB" sz="1400">
                <a:solidFill>
                  <a:srgbClr val="003F65"/>
                </a:solidFill>
                <a:latin typeface="Arial"/>
                <a:ea typeface="Arial"/>
                <a:cs typeface="Arial"/>
                <a:sym typeface="Arial"/>
              </a:rPr>
              <a:t>.7</a:t>
            </a:r>
            <a:endParaRPr sz="1400">
              <a:solidFill>
                <a:srgbClr val="003F65"/>
              </a:solidFill>
              <a:latin typeface="Arial"/>
              <a:ea typeface="Arial"/>
              <a:cs typeface="Arial"/>
              <a:sym typeface="Arial"/>
            </a:endParaRPr>
          </a:p>
          <a:p>
            <a:pPr indent="0" lvl="0" marL="0" rtl="0" algn="l">
              <a:lnSpc>
                <a:spcPct val="115000"/>
              </a:lnSpc>
              <a:spcBef>
                <a:spcPts val="0"/>
              </a:spcBef>
              <a:spcAft>
                <a:spcPts val="0"/>
              </a:spcAft>
              <a:buNone/>
            </a:pPr>
            <a:r>
              <a:t/>
            </a:r>
            <a:endParaRPr b="1" sz="1400">
              <a:solidFill>
                <a:srgbClr val="003F65"/>
              </a:solidFill>
              <a:latin typeface="Arial"/>
              <a:ea typeface="Arial"/>
              <a:cs typeface="Arial"/>
              <a:sym typeface="Arial"/>
            </a:endParaRPr>
          </a:p>
          <a:p>
            <a:pPr indent="0" lvl="0" marL="0" rtl="0" algn="l">
              <a:lnSpc>
                <a:spcPct val="115000"/>
              </a:lnSpc>
              <a:spcBef>
                <a:spcPts val="0"/>
              </a:spcBef>
              <a:spcAft>
                <a:spcPts val="0"/>
              </a:spcAft>
              <a:buNone/>
            </a:pPr>
            <a:r>
              <a:rPr i="1" lang="en-GB" sz="1400">
                <a:solidFill>
                  <a:srgbClr val="002060"/>
                </a:solidFill>
                <a:latin typeface="Arial"/>
                <a:ea typeface="Arial"/>
                <a:cs typeface="Arial"/>
                <a:sym typeface="Arial"/>
              </a:rPr>
              <a:t>[For model evolutions only (not applicable to new models):]</a:t>
            </a:r>
            <a:endParaRPr sz="1400">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Model evolutions description: </a:t>
            </a:r>
            <a:r>
              <a:rPr i="1" lang="en-GB" sz="1400">
                <a:solidFill>
                  <a:srgbClr val="003F65"/>
                </a:solidFill>
                <a:latin typeface="Arial"/>
                <a:ea typeface="Arial"/>
                <a:cs typeface="Arial"/>
                <a:sym typeface="Arial"/>
              </a:rPr>
              <a:t>quick description to understand what is the change (few lines)</a:t>
            </a:r>
            <a:endParaRPr sz="1400">
              <a:solidFill>
                <a:srgbClr val="003F65"/>
              </a:solidFill>
              <a:latin typeface="Arial"/>
              <a:ea typeface="Arial"/>
              <a:cs typeface="Arial"/>
              <a:sym typeface="Arial"/>
            </a:endParaRPr>
          </a:p>
          <a:p>
            <a:pPr indent="-310198" lvl="0" marL="285750" rtl="0" algn="l">
              <a:lnSpc>
                <a:spcPct val="115000"/>
              </a:lnSpc>
              <a:spcBef>
                <a:spcPts val="0"/>
              </a:spcBef>
              <a:spcAft>
                <a:spcPts val="0"/>
              </a:spcAft>
              <a:buClr>
                <a:srgbClr val="003F65"/>
              </a:buClr>
              <a:buSzPct val="150000"/>
              <a:buChar char="•"/>
            </a:pPr>
            <a:r>
              <a:rPr b="1" lang="en-GB" sz="1400">
                <a:solidFill>
                  <a:srgbClr val="003F65"/>
                </a:solidFill>
                <a:latin typeface="Arial"/>
                <a:ea typeface="Arial"/>
                <a:cs typeface="Arial"/>
                <a:sym typeface="Arial"/>
              </a:rPr>
              <a:t>Impact on in-service models: </a:t>
            </a:r>
            <a:r>
              <a:rPr i="1" lang="en-GB" sz="1400">
                <a:solidFill>
                  <a:srgbClr val="003F65"/>
                </a:solidFill>
                <a:latin typeface="Arial"/>
                <a:ea typeface="Arial"/>
                <a:cs typeface="Arial"/>
                <a:sym typeface="Arial"/>
              </a:rPr>
              <a:t>to warn the airline of this impact and avoid questions/complaints for example if it may impact A/L configuration of threshold, or reset the alerting logic</a:t>
            </a:r>
            <a:endParaRPr/>
          </a:p>
        </p:txBody>
      </p:sp>
      <p:sp>
        <p:nvSpPr>
          <p:cNvPr id="391" name="Google Shape;391;p47"/>
          <p:cNvSpPr/>
          <p:nvPr/>
        </p:nvSpPr>
        <p:spPr>
          <a:xfrm>
            <a:off x="172950" y="183625"/>
            <a:ext cx="3641700" cy="399900"/>
          </a:xfrm>
          <a:prstGeom prst="roundRect">
            <a:avLst>
              <a:gd fmla="val 16667" name="adj"/>
            </a:avLst>
          </a:prstGeom>
          <a:solidFill>
            <a:srgbClr val="00205B"/>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chemeClr val="lt1"/>
              </a:buClr>
              <a:buSzPts val="1100"/>
              <a:buFont typeface="Arial"/>
              <a:buNone/>
            </a:pPr>
            <a:r>
              <a:rPr b="1" lang="en-GB" sz="1600">
                <a:solidFill>
                  <a:schemeClr val="lt1"/>
                </a:solidFill>
              </a:rPr>
              <a:t>Model information</a:t>
            </a:r>
            <a:endParaRPr b="1" i="0" sz="1600" u="none" cap="none" strike="noStrike">
              <a:solidFill>
                <a:schemeClr val="lt1"/>
              </a:solidFill>
              <a:latin typeface="Arial"/>
              <a:ea typeface="Arial"/>
              <a:cs typeface="Arial"/>
              <a:sym typeface="Arial"/>
            </a:endParaRPr>
          </a:p>
        </p:txBody>
      </p:sp>
      <p:sp>
        <p:nvSpPr>
          <p:cNvPr id="392" name="Google Shape;392;p47"/>
          <p:cNvSpPr txBox="1"/>
          <p:nvPr/>
        </p:nvSpPr>
        <p:spPr>
          <a:xfrm>
            <a:off x="4714875" y="246450"/>
            <a:ext cx="1253700" cy="400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GB">
                <a:solidFill>
                  <a:srgbClr val="003F65"/>
                </a:solidFill>
              </a:rPr>
              <a:t>☒</a:t>
            </a:r>
            <a:endParaRPr/>
          </a:p>
        </p:txBody>
      </p:sp>
      <p:sp>
        <p:nvSpPr>
          <p:cNvPr id="393" name="Google Shape;393;p47"/>
          <p:cNvSpPr txBox="1"/>
          <p:nvPr/>
        </p:nvSpPr>
        <p:spPr>
          <a:xfrm>
            <a:off x="5703100" y="246450"/>
            <a:ext cx="1401300" cy="4002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GB">
                <a:solidFill>
                  <a:srgbClr val="003F65"/>
                </a:solidFill>
              </a:rPr>
              <a:t>☐</a:t>
            </a:r>
            <a:endParaRPr/>
          </a:p>
        </p:txBody>
      </p:sp>
      <p:sp>
        <p:nvSpPr>
          <p:cNvPr id="394" name="Google Shape;394;p47"/>
          <p:cNvSpPr txBox="1"/>
          <p:nvPr/>
        </p:nvSpPr>
        <p:spPr>
          <a:xfrm>
            <a:off x="7955775" y="44375"/>
            <a:ext cx="106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solidFill>
                  <a:srgbClr val="FF9900"/>
                </a:solidFill>
              </a:rPr>
              <a:t>AIRBUS AMBER</a:t>
            </a:r>
            <a:endParaRPr sz="800">
              <a:solidFill>
                <a:srgbClr val="FF9900"/>
              </a:solidFill>
            </a:endParaRPr>
          </a:p>
        </p:txBody>
      </p:sp>
      <p:sp>
        <p:nvSpPr>
          <p:cNvPr id="395" name="Google Shape;395;p47"/>
          <p:cNvSpPr/>
          <p:nvPr/>
        </p:nvSpPr>
        <p:spPr>
          <a:xfrm>
            <a:off x="1377500" y="1108775"/>
            <a:ext cx="127500" cy="153300"/>
          </a:xfrm>
          <a:prstGeom prst="mathMultiply">
            <a:avLst>
              <a:gd fmla="val 23520" name="adj1"/>
            </a:avLst>
          </a:prstGeom>
          <a:solidFill>
            <a:srgbClr val="00206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6" name="Google Shape;396;p47"/>
          <p:cNvSpPr/>
          <p:nvPr/>
        </p:nvSpPr>
        <p:spPr>
          <a:xfrm>
            <a:off x="3789000" y="2054575"/>
            <a:ext cx="127500" cy="153300"/>
          </a:xfrm>
          <a:prstGeom prst="mathMultiply">
            <a:avLst>
              <a:gd fmla="val 23520" name="adj1"/>
            </a:avLst>
          </a:prstGeom>
          <a:solidFill>
            <a:srgbClr val="00206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 PPT template 16_9">
  <a:themeElements>
    <a:clrScheme name="Airbus colour theme">
      <a:dk1>
        <a:srgbClr val="000000"/>
      </a:dk1>
      <a:lt1>
        <a:srgbClr val="FFFFFF"/>
      </a:lt1>
      <a:dk2>
        <a:srgbClr val="00205B"/>
      </a:dk2>
      <a:lt2>
        <a:srgbClr val="005587"/>
      </a:lt2>
      <a:accent1>
        <a:srgbClr val="0085AD"/>
      </a:accent1>
      <a:accent2>
        <a:srgbClr val="B7C9D3"/>
      </a:accent2>
      <a:accent3>
        <a:srgbClr val="84BD00"/>
      </a:accent3>
      <a:accent4>
        <a:srgbClr val="E4002B"/>
      </a:accent4>
      <a:accent5>
        <a:srgbClr val="FE5000"/>
      </a:accent5>
      <a:accent6>
        <a:srgbClr val="A5189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